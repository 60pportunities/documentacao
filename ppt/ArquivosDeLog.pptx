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90" y="210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4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0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6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1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6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9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0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9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4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3589D-799D-410A-9CF0-77E60CF346B9}" type="datetimeFigureOut">
              <a:rPr lang="en-US" smtClean="0"/>
              <a:t>11/20/2015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6C034-8206-4DBF-9786-8046FD7D04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7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/>
          <p:cNvGrpSpPr/>
          <p:nvPr/>
        </p:nvGrpSpPr>
        <p:grpSpPr>
          <a:xfrm>
            <a:off x="1536592" y="687481"/>
            <a:ext cx="9195016" cy="5483037"/>
            <a:chOff x="148099" y="682580"/>
            <a:chExt cx="9195016" cy="5483037"/>
          </a:xfrm>
        </p:grpSpPr>
        <p:grpSp>
          <p:nvGrpSpPr>
            <p:cNvPr id="13" name="Grupo 12"/>
            <p:cNvGrpSpPr/>
            <p:nvPr/>
          </p:nvGrpSpPr>
          <p:grpSpPr>
            <a:xfrm>
              <a:off x="781748" y="682580"/>
              <a:ext cx="2153546" cy="2418010"/>
              <a:chOff x="781748" y="682580"/>
              <a:chExt cx="2153546" cy="2418010"/>
            </a:xfrm>
          </p:grpSpPr>
          <p:sp>
            <p:nvSpPr>
              <p:cNvPr id="4" name="Retângulo 3"/>
              <p:cNvSpPr/>
              <p:nvPr/>
            </p:nvSpPr>
            <p:spPr>
              <a:xfrm>
                <a:off x="1119373" y="682580"/>
                <a:ext cx="1815921" cy="6825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 smtClean="0"/>
                  <a:t>eBusiness</a:t>
                </a:r>
                <a:r>
                  <a:rPr lang="pt-BR" dirty="0"/>
                  <a:t> </a:t>
                </a:r>
                <a:r>
                  <a:rPr lang="pt-BR" dirty="0" err="1" smtClean="0"/>
                  <a:t>Audit</a:t>
                </a:r>
                <a:r>
                  <a:rPr lang="pt-BR" dirty="0" smtClean="0"/>
                  <a:t> Logs</a:t>
                </a:r>
                <a:endParaRPr lang="en-US" dirty="0"/>
              </a:p>
            </p:txBody>
          </p:sp>
          <p:sp>
            <p:nvSpPr>
              <p:cNvPr id="6" name="Retângulo 5"/>
              <p:cNvSpPr/>
              <p:nvPr/>
            </p:nvSpPr>
            <p:spPr>
              <a:xfrm>
                <a:off x="1119373" y="2418009"/>
                <a:ext cx="1815921" cy="6825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 smtClean="0"/>
                  <a:t>Sign-On</a:t>
                </a:r>
                <a:endParaRPr lang="en-US" dirty="0"/>
              </a:p>
            </p:txBody>
          </p:sp>
          <p:sp>
            <p:nvSpPr>
              <p:cNvPr id="7" name="Retângulo 6"/>
              <p:cNvSpPr/>
              <p:nvPr/>
            </p:nvSpPr>
            <p:spPr>
              <a:xfrm>
                <a:off x="1119373" y="1550295"/>
                <a:ext cx="1815921" cy="6825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smtClean="0"/>
                  <a:t>AOL </a:t>
                </a:r>
                <a:r>
                  <a:rPr lang="pt-BR" dirty="0" err="1" smtClean="0"/>
                  <a:t>Audit</a:t>
                </a:r>
                <a:r>
                  <a:rPr lang="pt-BR" dirty="0" smtClean="0"/>
                  <a:t> </a:t>
                </a:r>
                <a:r>
                  <a:rPr lang="pt-BR" dirty="0" err="1" smtClean="0"/>
                  <a:t>Trail</a:t>
                </a:r>
                <a:endParaRPr lang="en-US" dirty="0"/>
              </a:p>
            </p:txBody>
          </p:sp>
          <p:sp>
            <p:nvSpPr>
              <p:cNvPr id="11" name="Chave esquerda 10"/>
              <p:cNvSpPr/>
              <p:nvPr/>
            </p:nvSpPr>
            <p:spPr>
              <a:xfrm>
                <a:off x="781748" y="1012874"/>
                <a:ext cx="337625" cy="1772529"/>
              </a:xfrm>
              <a:prstGeom prst="leftBrace">
                <a:avLst>
                  <a:gd name="adj1" fmla="val 29166"/>
                  <a:gd name="adj2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tângulo 4"/>
            <p:cNvSpPr/>
            <p:nvPr/>
          </p:nvSpPr>
          <p:spPr>
            <a:xfrm>
              <a:off x="1131091" y="5457248"/>
              <a:ext cx="1815921" cy="6825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OS </a:t>
              </a:r>
            </a:p>
            <a:p>
              <a:pPr algn="ctr"/>
              <a:r>
                <a:rPr lang="pt-BR" dirty="0" err="1" smtClean="0"/>
                <a:t>Syslog</a:t>
              </a:r>
              <a:endParaRPr lang="en-US" dirty="0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1131091" y="4601123"/>
              <a:ext cx="1815921" cy="6825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Auditori</a:t>
              </a:r>
              <a:r>
                <a:rPr lang="pt-BR" dirty="0" smtClean="0"/>
                <a:t> </a:t>
              </a:r>
              <a:r>
                <a:rPr lang="pt-BR" dirty="0" err="1" smtClean="0"/>
                <a:t>SYs</a:t>
              </a:r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1131091" y="3744997"/>
              <a:ext cx="1815921" cy="6825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Auditoria Trilha</a:t>
              </a:r>
              <a:endParaRPr lang="en-US" dirty="0"/>
            </a:p>
          </p:txBody>
        </p:sp>
        <p:sp>
          <p:nvSpPr>
            <p:cNvPr id="12" name="Chave esquerda 11"/>
            <p:cNvSpPr/>
            <p:nvPr/>
          </p:nvSpPr>
          <p:spPr>
            <a:xfrm>
              <a:off x="779407" y="3249523"/>
              <a:ext cx="337625" cy="2588577"/>
            </a:xfrm>
            <a:prstGeom prst="leftBrace">
              <a:avLst>
                <a:gd name="adj1" fmla="val 29166"/>
                <a:gd name="adj2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aixaDeTexto 15"/>
            <p:cNvSpPr txBox="1"/>
            <p:nvPr/>
          </p:nvSpPr>
          <p:spPr>
            <a:xfrm rot="16200000">
              <a:off x="-225086" y="1573722"/>
              <a:ext cx="13927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Servidor de Aplicação</a:t>
              </a:r>
              <a:endParaRPr lang="en-US" dirty="0"/>
            </a:p>
          </p:txBody>
        </p:sp>
        <p:sp>
          <p:nvSpPr>
            <p:cNvPr id="17" name="CaixaDeTexto 16"/>
            <p:cNvSpPr txBox="1"/>
            <p:nvPr/>
          </p:nvSpPr>
          <p:spPr>
            <a:xfrm rot="16200000">
              <a:off x="-171162" y="4666268"/>
              <a:ext cx="13927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Servidor de Banco Dados</a:t>
              </a:r>
              <a:endParaRPr lang="en-US" dirty="0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4322113" y="5483036"/>
              <a:ext cx="1815921" cy="6825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Syslog</a:t>
              </a:r>
              <a:r>
                <a:rPr lang="pt-BR" dirty="0" smtClean="0"/>
                <a:t> (OS)</a:t>
              </a:r>
              <a:endParaRPr lang="en-US" dirty="0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4322113" y="4611392"/>
              <a:ext cx="1815921" cy="6825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Sys_Audit</a:t>
              </a:r>
              <a:endParaRPr lang="en-US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4322113" y="3739749"/>
              <a:ext cx="1815921" cy="6825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Audit_trail</a:t>
              </a:r>
              <a:endParaRPr lang="en-US" dirty="0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4322113" y="2868106"/>
              <a:ext cx="1815921" cy="68258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Apache e Log </a:t>
              </a:r>
              <a:r>
                <a:rPr lang="pt-BR" dirty="0" err="1" smtClean="0"/>
                <a:t>Listener</a:t>
              </a:r>
              <a:endParaRPr lang="en-US" dirty="0"/>
            </a:p>
          </p:txBody>
        </p:sp>
        <p:cxnSp>
          <p:nvCxnSpPr>
            <p:cNvPr id="25" name="Conector angulado 24"/>
            <p:cNvCxnSpPr>
              <a:endCxn id="21" idx="1"/>
            </p:cNvCxnSpPr>
            <p:nvPr/>
          </p:nvCxnSpPr>
          <p:spPr>
            <a:xfrm flipV="1">
              <a:off x="2935294" y="4081040"/>
              <a:ext cx="1386819" cy="7315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angulado 26"/>
            <p:cNvCxnSpPr/>
            <p:nvPr/>
          </p:nvCxnSpPr>
          <p:spPr>
            <a:xfrm flipV="1">
              <a:off x="2961084" y="4936820"/>
              <a:ext cx="1386819" cy="7315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angulado 27"/>
            <p:cNvCxnSpPr/>
            <p:nvPr/>
          </p:nvCxnSpPr>
          <p:spPr>
            <a:xfrm flipV="1">
              <a:off x="2961084" y="5787142"/>
              <a:ext cx="1386819" cy="7315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tângulo 28"/>
            <p:cNvSpPr/>
            <p:nvPr/>
          </p:nvSpPr>
          <p:spPr>
            <a:xfrm>
              <a:off x="7275165" y="945129"/>
              <a:ext cx="2067950" cy="373340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Central de Log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Conector angulado 30"/>
            <p:cNvCxnSpPr>
              <a:stCxn id="4" idx="3"/>
            </p:cNvCxnSpPr>
            <p:nvPr/>
          </p:nvCxnSpPr>
          <p:spPr>
            <a:xfrm>
              <a:off x="2935294" y="1023871"/>
              <a:ext cx="4339871" cy="5264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angulado 32"/>
            <p:cNvCxnSpPr>
              <a:stCxn id="7" idx="3"/>
            </p:cNvCxnSpPr>
            <p:nvPr/>
          </p:nvCxnSpPr>
          <p:spPr>
            <a:xfrm flipV="1">
              <a:off x="2935294" y="1879651"/>
              <a:ext cx="4339871" cy="1193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angulado 34"/>
            <p:cNvCxnSpPr>
              <a:stCxn id="6" idx="3"/>
            </p:cNvCxnSpPr>
            <p:nvPr/>
          </p:nvCxnSpPr>
          <p:spPr>
            <a:xfrm flipV="1">
              <a:off x="2935294" y="2175668"/>
              <a:ext cx="4339871" cy="58363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angulado 36"/>
            <p:cNvCxnSpPr/>
            <p:nvPr/>
          </p:nvCxnSpPr>
          <p:spPr>
            <a:xfrm flipV="1">
              <a:off x="6138034" y="3249524"/>
              <a:ext cx="1137131" cy="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angulado 41"/>
            <p:cNvCxnSpPr/>
            <p:nvPr/>
          </p:nvCxnSpPr>
          <p:spPr>
            <a:xfrm flipV="1">
              <a:off x="6149754" y="4133443"/>
              <a:ext cx="1137131" cy="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angulado 42"/>
            <p:cNvCxnSpPr/>
            <p:nvPr/>
          </p:nvCxnSpPr>
          <p:spPr>
            <a:xfrm flipV="1">
              <a:off x="6149754" y="4366280"/>
              <a:ext cx="1125411" cy="62487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angulado 45"/>
            <p:cNvCxnSpPr>
              <a:endCxn id="29" idx="2"/>
            </p:cNvCxnSpPr>
            <p:nvPr/>
          </p:nvCxnSpPr>
          <p:spPr>
            <a:xfrm flipV="1">
              <a:off x="6149754" y="4678538"/>
              <a:ext cx="2159386" cy="117747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6056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Horácio Vasconcelos</dc:creator>
  <cp:lastModifiedBy>Horácio Vasconcelos</cp:lastModifiedBy>
  <cp:revision>4</cp:revision>
  <dcterms:created xsi:type="dcterms:W3CDTF">2015-11-20T12:49:16Z</dcterms:created>
  <dcterms:modified xsi:type="dcterms:W3CDTF">2015-11-20T12:59:59Z</dcterms:modified>
</cp:coreProperties>
</file>