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9AB4B-5395-D057-73C4-6797210CE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B4111C-87D4-FC6D-880F-182721222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7C19DE-6B80-9ABD-9D30-E2AE9B62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9443AE-5BE3-B54E-82AF-6D8D0F748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11A8DC-99EC-319D-3089-02BE20B1A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329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633E2-51CD-7136-DE5C-D3C18FEF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281945-ED25-9861-98E8-C1DE7A830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322182-0BAB-B2BF-4A1B-67B1BFF1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93F25F-71F3-D8E7-8B84-3C0A7632D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89F08A-0CE5-B6FA-CE6C-D83CE9AD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755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438FF-590B-24D9-8DEE-AABD58066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EB79E5-3C4D-4A93-CA89-F83327DA0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1A3D7D-C46E-3AAE-0B22-5562A4B4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720399-A334-73DD-8B8A-AFE45917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975FC6-EC4D-CC14-4F5A-4095C24C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46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F5657-508C-788D-93A3-AAEFE68A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1007EE-3991-22FE-491B-C1672CEF3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A227EE-1F11-0AB3-13E5-362AF610E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9728C7-3F51-30AD-B343-06A2242B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298C25-A543-1609-093E-BB88AFFB4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1296BC-7FEE-A5B9-4FFB-22C41013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78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542B4-EEB6-3AE4-A7B7-8C726DF0A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07A0AA-D73C-944A-859E-1A277005D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7E400D-4FAD-D371-3217-A0248845E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455BEB-85FD-94E4-7765-4B0596C746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22FAD60-B80B-9CEF-96A9-A2C0A5687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6F4FE4-AA22-A26F-E3AB-65F0E927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7D2457-E4B9-E4FD-7B89-589248764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DE9411-5847-1FCE-29DD-E36A3AE6E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275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CD07D-E2EB-6BF0-6C0B-CB366D0C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B66A65-F866-E0AA-3263-66373940B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DB6BA2-E388-EB62-C276-F4A896E4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91A68A-5F50-15E8-A9A1-B978AACD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30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AAA5FA-22B9-A8D4-71DC-155F4982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D30DBE-B6A7-2357-D632-5514BB783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9FE34E-E8AC-E405-7EE2-5BF6FDD5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1581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71068-3438-1A5A-60D5-AD00AF56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6D18B1-FEF5-46AD-7145-A6396E190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8C899D-7F70-DACA-2D33-46C7385E5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CFFFD2-BF3A-FF83-4A2A-5FE07718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9FF216-1CC9-5E91-18F4-812C6149E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A36842-AEDE-FDA0-0401-389E9DAE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2161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562FF-DE3B-AF7C-7DF3-4BF6CDC7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891B33-0B72-50A0-A1C0-6BD67D420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CFA617-3646-55C0-6AF9-603F405AB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DD263E-ABED-4978-11AE-8977B4E9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1311E3-CDB5-7B45-4C74-4ACFA31F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4B775A-D178-3395-345F-18E4B318C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878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CB492-D0D8-A720-FB8A-642926BE5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BF8770-46ED-5CA5-EC07-4A52C40BD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B8707D-4237-70B5-90B2-7635425B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73620E-472A-B63D-ED32-5DD88010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8A26C0-CB4B-A9A2-5A78-18EE4944F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542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7DF9BE-68B2-3980-7815-063C96F74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48F78A-9CB4-4558-6556-DE14423CC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F9DCAA-04E7-541C-9A98-5C634BE62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ED0EB9-EB86-F64B-B2DF-7790BB9C3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3E4BF0-57AA-A867-251D-734E4C53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309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6C6B40D-BB57-E318-7403-7B75EF54D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6E613C-E2A9-6E56-F0CA-5C51AABC3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432340-4CED-61AA-D970-957F6A922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9634C-55FA-487E-BCD3-79D50C462137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1F6FA9-97D3-B53B-A7A5-8843B5586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AD8DD1-EB10-AE12-2250-959B2DB04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13D32-B1DA-4CD7-BFCF-46750E13ECD4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3D736D0-669E-1372-4978-D7D02C9F742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0" y="0"/>
            <a:ext cx="4651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#interna</a:t>
            </a:r>
          </a:p>
        </p:txBody>
      </p:sp>
    </p:spTree>
    <p:extLst>
      <p:ext uri="{BB962C8B-B14F-4D97-AF65-F5344CB8AC3E}">
        <p14:creationId xmlns:p14="http://schemas.microsoft.com/office/powerpoint/2010/main" val="342970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313EB96-F0D6-5495-3682-1CA86E412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98" y="2216599"/>
            <a:ext cx="11544300" cy="223647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C1AF4E5-A8E9-687F-5786-AE045238C603}"/>
              </a:ext>
            </a:extLst>
          </p:cNvPr>
          <p:cNvSpPr txBox="1"/>
          <p:nvPr/>
        </p:nvSpPr>
        <p:spPr>
          <a:xfrm>
            <a:off x="1723285" y="1299376"/>
            <a:ext cx="841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/>
              <a:t>VISÃO CONSOLIDADA RFP - ERP + CRM + SERVICE + FIELD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887744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10e9cc9-ac6f-42b1-bf24-968858a22d9f}" enabled="1" method="Privileged" siteId="{ffc0be44-315f-4479-b12f-56afe6ededd6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>BB Tecnologia e Servi?os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Simone Chaves de Paula Leite</dc:creator>
  <cp:lastModifiedBy>Simone Chaves de Paula Leite</cp:lastModifiedBy>
  <cp:revision>1</cp:revision>
  <dcterms:created xsi:type="dcterms:W3CDTF">2024-12-24T12:29:29Z</dcterms:created>
  <dcterms:modified xsi:type="dcterms:W3CDTF">2024-12-24T12:34:10Z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Tema do Office:8</vt:lpwstr>
  </property>
  <property fmtid="{D5CDD505-2E9C-101B-9397-08002B2CF9AE}" pid="3" name="ClassificationContentMarkingHeaderText">
    <vt:lpwstr>#interna</vt:lpwstr>
  </property>
</Properties>
</file>