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380" r:id="rId3"/>
    <p:sldId id="327" r:id="rId4"/>
    <p:sldId id="457" r:id="rId5"/>
    <p:sldId id="455" r:id="rId6"/>
    <p:sldId id="454" r:id="rId7"/>
    <p:sldId id="461" r:id="rId8"/>
    <p:sldId id="448" r:id="rId9"/>
    <p:sldId id="453" r:id="rId10"/>
    <p:sldId id="320" r:id="rId11"/>
    <p:sldId id="449" r:id="rId12"/>
    <p:sldId id="450" r:id="rId13"/>
    <p:sldId id="451" r:id="rId14"/>
    <p:sldId id="460" r:id="rId15"/>
    <p:sldId id="456" r:id="rId16"/>
    <p:sldId id="372" r:id="rId17"/>
    <p:sldId id="447" r:id="rId18"/>
    <p:sldId id="332" r:id="rId19"/>
    <p:sldId id="333" r:id="rId20"/>
    <p:sldId id="334" r:id="rId21"/>
    <p:sldId id="335" r:id="rId22"/>
    <p:sldId id="340" r:id="rId23"/>
    <p:sldId id="337" r:id="rId24"/>
    <p:sldId id="462" r:id="rId25"/>
    <p:sldId id="459" r:id="rId26"/>
    <p:sldId id="463" r:id="rId27"/>
    <p:sldId id="464" r:id="rId28"/>
    <p:sldId id="465" r:id="rId29"/>
    <p:sldId id="343" r:id="rId30"/>
    <p:sldId id="466" r:id="rId31"/>
    <p:sldId id="468" r:id="rId32"/>
    <p:sldId id="469" r:id="rId33"/>
    <p:sldId id="470" r:id="rId34"/>
    <p:sldId id="467" r:id="rId35"/>
    <p:sldId id="331" r:id="rId36"/>
    <p:sldId id="352" r:id="rId37"/>
  </p:sldIdLst>
  <p:sldSz cx="9144000" cy="6858000" type="screen4x3"/>
  <p:notesSz cx="7102475" cy="10234613"/>
  <p:defaultTextStyle>
    <a:defPPr>
      <a:defRPr lang="pt-BR"/>
    </a:defPPr>
    <a:lvl1pPr algn="just" rtl="0" fontAlgn="base">
      <a:lnSpc>
        <a:spcPct val="120000"/>
      </a:lnSpc>
      <a:spcBef>
        <a:spcPct val="20000"/>
      </a:spcBef>
      <a:spcAft>
        <a:spcPct val="50000"/>
      </a:spcAft>
      <a:defRPr kern="1200">
        <a:solidFill>
          <a:schemeClr val="tx1"/>
        </a:solidFill>
        <a:latin typeface="Arial" panose="020B0604020202020204" pitchFamily="34" charset="0"/>
        <a:ea typeface="+mn-ea"/>
        <a:cs typeface="Arial" panose="020B0604020202020204" pitchFamily="34" charset="0"/>
      </a:defRPr>
    </a:lvl1pPr>
    <a:lvl2pPr marL="457200" algn="just" rtl="0" fontAlgn="base">
      <a:lnSpc>
        <a:spcPct val="120000"/>
      </a:lnSpc>
      <a:spcBef>
        <a:spcPct val="20000"/>
      </a:spcBef>
      <a:spcAft>
        <a:spcPct val="50000"/>
      </a:spcAft>
      <a:defRPr kern="1200">
        <a:solidFill>
          <a:schemeClr val="tx1"/>
        </a:solidFill>
        <a:latin typeface="Arial" panose="020B0604020202020204" pitchFamily="34" charset="0"/>
        <a:ea typeface="+mn-ea"/>
        <a:cs typeface="Arial" panose="020B0604020202020204" pitchFamily="34" charset="0"/>
      </a:defRPr>
    </a:lvl2pPr>
    <a:lvl3pPr marL="914400" algn="just" rtl="0" fontAlgn="base">
      <a:lnSpc>
        <a:spcPct val="120000"/>
      </a:lnSpc>
      <a:spcBef>
        <a:spcPct val="20000"/>
      </a:spcBef>
      <a:spcAft>
        <a:spcPct val="50000"/>
      </a:spcAft>
      <a:defRPr kern="1200">
        <a:solidFill>
          <a:schemeClr val="tx1"/>
        </a:solidFill>
        <a:latin typeface="Arial" panose="020B0604020202020204" pitchFamily="34" charset="0"/>
        <a:ea typeface="+mn-ea"/>
        <a:cs typeface="Arial" panose="020B0604020202020204" pitchFamily="34" charset="0"/>
      </a:defRPr>
    </a:lvl3pPr>
    <a:lvl4pPr marL="1371600" algn="just" rtl="0" fontAlgn="base">
      <a:lnSpc>
        <a:spcPct val="120000"/>
      </a:lnSpc>
      <a:spcBef>
        <a:spcPct val="20000"/>
      </a:spcBef>
      <a:spcAft>
        <a:spcPct val="50000"/>
      </a:spcAft>
      <a:defRPr kern="1200">
        <a:solidFill>
          <a:schemeClr val="tx1"/>
        </a:solidFill>
        <a:latin typeface="Arial" panose="020B0604020202020204" pitchFamily="34" charset="0"/>
        <a:ea typeface="+mn-ea"/>
        <a:cs typeface="Arial" panose="020B0604020202020204" pitchFamily="34" charset="0"/>
      </a:defRPr>
    </a:lvl4pPr>
    <a:lvl5pPr marL="1828800" algn="just" rtl="0" fontAlgn="base">
      <a:lnSpc>
        <a:spcPct val="120000"/>
      </a:lnSpc>
      <a:spcBef>
        <a:spcPct val="20000"/>
      </a:spcBef>
      <a:spcAft>
        <a:spcPct val="5000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rácio Vasconcelos" initials="HV" lastIdx="2" clrIdx="0">
    <p:extLst/>
  </p:cmAuthor>
  <p:cmAuthor id="2" name="Horácio Vasconcelos" initials="HV [2]"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B2B2B2"/>
    <a:srgbClr val="DDDDDD"/>
    <a:srgbClr val="FF6600"/>
    <a:srgbClr val="0099FF"/>
    <a:srgbClr val="4D4D4D"/>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édio 2 - Ênfas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34" autoAdjust="0"/>
    <p:restoredTop sz="95109"/>
  </p:normalViewPr>
  <p:slideViewPr>
    <p:cSldViewPr>
      <p:cViewPr varScale="1">
        <p:scale>
          <a:sx n="70" d="100"/>
          <a:sy n="70" d="100"/>
        </p:scale>
        <p:origin x="1182"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876"/>
    </p:cViewPr>
  </p:sorterViewPr>
  <p:notesViewPr>
    <p:cSldViewPr>
      <p:cViewPr varScale="1">
        <p:scale>
          <a:sx n="51" d="100"/>
          <a:sy n="51" d="100"/>
        </p:scale>
        <p:origin x="1338"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C34FC4-333C-4CC9-BBFF-16B8E41C7560}" type="doc">
      <dgm:prSet loTypeId="urn:microsoft.com/office/officeart/2005/8/layout/orgChart1" loCatId="hierarchy" qsTypeId="urn:microsoft.com/office/officeart/2005/8/quickstyle/simple1" qsCatId="simple" csTypeId="urn:microsoft.com/office/officeart/2005/8/colors/accent0_3" csCatId="mainScheme" phldr="1"/>
      <dgm:spPr/>
      <dgm:t>
        <a:bodyPr/>
        <a:lstStyle/>
        <a:p>
          <a:endParaRPr lang="en-US"/>
        </a:p>
      </dgm:t>
    </dgm:pt>
    <dgm:pt modelId="{028EB17D-6CA4-4379-90A5-4DCC4B792BEB}">
      <dgm:prSet phldrT="[Texto]"/>
      <dgm:spPr/>
      <dgm:t>
        <a:bodyPr/>
        <a:lstStyle/>
        <a:p>
          <a:r>
            <a:rPr lang="en-US"/>
            <a:t>/</a:t>
          </a:r>
        </a:p>
      </dgm:t>
    </dgm:pt>
    <dgm:pt modelId="{1D46E1D7-7A49-4769-AB86-827A0741FE81}" type="parTrans" cxnId="{04F4FFD5-36CA-452D-9E59-237E6B34553F}">
      <dgm:prSet/>
      <dgm:spPr/>
      <dgm:t>
        <a:bodyPr/>
        <a:lstStyle/>
        <a:p>
          <a:endParaRPr lang="en-US"/>
        </a:p>
      </dgm:t>
    </dgm:pt>
    <dgm:pt modelId="{D88D8457-3909-49A8-8591-22E56757F66A}" type="sibTrans" cxnId="{04F4FFD5-36CA-452D-9E59-237E6B34553F}">
      <dgm:prSet/>
      <dgm:spPr/>
      <dgm:t>
        <a:bodyPr/>
        <a:lstStyle/>
        <a:p>
          <a:endParaRPr lang="en-US"/>
        </a:p>
      </dgm:t>
    </dgm:pt>
    <dgm:pt modelId="{8EC5F27D-DC11-4376-AB3D-72485F3F9E8A}">
      <dgm:prSet phldrT="[Texto]"/>
      <dgm:spPr/>
      <dgm:t>
        <a:bodyPr/>
        <a:lstStyle/>
        <a:p>
          <a:r>
            <a:rPr lang="en-US"/>
            <a:t>transferencia</a:t>
          </a:r>
        </a:p>
      </dgm:t>
    </dgm:pt>
    <dgm:pt modelId="{023C8EFF-EFF2-4734-A087-9943BD3B39C7}" type="parTrans" cxnId="{BA6067D4-58FE-40AD-8FE3-B1A9B3A830A5}">
      <dgm:prSet/>
      <dgm:spPr/>
      <dgm:t>
        <a:bodyPr/>
        <a:lstStyle/>
        <a:p>
          <a:endParaRPr lang="en-US"/>
        </a:p>
      </dgm:t>
    </dgm:pt>
    <dgm:pt modelId="{64B61552-BD85-48DE-AF89-C509A12CA0CC}" type="sibTrans" cxnId="{BA6067D4-58FE-40AD-8FE3-B1A9B3A830A5}">
      <dgm:prSet/>
      <dgm:spPr/>
      <dgm:t>
        <a:bodyPr/>
        <a:lstStyle/>
        <a:p>
          <a:endParaRPr lang="en-US"/>
        </a:p>
      </dgm:t>
    </dgm:pt>
    <dgm:pt modelId="{459CE39A-C576-4FE4-A700-0B7B0CFAEA2A}">
      <dgm:prSet/>
      <dgm:spPr/>
      <dgm:t>
        <a:bodyPr/>
        <a:lstStyle/>
        <a:p>
          <a:r>
            <a:rPr lang="en-US"/>
            <a:t>mudança</a:t>
          </a:r>
        </a:p>
      </dgm:t>
    </dgm:pt>
    <dgm:pt modelId="{AB5F19EA-6028-43E1-B027-6EF8BEE74C92}" type="parTrans" cxnId="{30ECF98D-844C-4CE1-B127-A3377F39255D}">
      <dgm:prSet/>
      <dgm:spPr/>
      <dgm:t>
        <a:bodyPr/>
        <a:lstStyle/>
        <a:p>
          <a:endParaRPr lang="en-US"/>
        </a:p>
      </dgm:t>
    </dgm:pt>
    <dgm:pt modelId="{F4D93F08-A81B-40E2-BD3F-3D559D94C780}" type="sibTrans" cxnId="{30ECF98D-844C-4CE1-B127-A3377F39255D}">
      <dgm:prSet/>
      <dgm:spPr/>
      <dgm:t>
        <a:bodyPr/>
        <a:lstStyle/>
        <a:p>
          <a:endParaRPr lang="en-US"/>
        </a:p>
      </dgm:t>
    </dgm:pt>
    <dgm:pt modelId="{4D2C2343-2F57-4C8A-B007-37B44687A0C8}">
      <dgm:prSet/>
      <dgm:spPr/>
      <dgm:t>
        <a:bodyPr/>
        <a:lstStyle/>
        <a:p>
          <a:r>
            <a:rPr lang="en-US"/>
            <a:t>Saída</a:t>
          </a:r>
        </a:p>
      </dgm:t>
    </dgm:pt>
    <dgm:pt modelId="{9B9F3755-3CA8-4F0E-985C-437313E7F931}" type="parTrans" cxnId="{789F6F78-FDD8-4445-B950-64A5878761AE}">
      <dgm:prSet/>
      <dgm:spPr/>
      <dgm:t>
        <a:bodyPr/>
        <a:lstStyle/>
        <a:p>
          <a:endParaRPr lang="en-US"/>
        </a:p>
      </dgm:t>
    </dgm:pt>
    <dgm:pt modelId="{5C914918-45D6-4999-9924-C0BE0DE0E92F}" type="sibTrans" cxnId="{789F6F78-FDD8-4445-B950-64A5878761AE}">
      <dgm:prSet/>
      <dgm:spPr/>
      <dgm:t>
        <a:bodyPr/>
        <a:lstStyle/>
        <a:p>
          <a:endParaRPr lang="en-US"/>
        </a:p>
      </dgm:t>
    </dgm:pt>
    <dgm:pt modelId="{D65623B8-3165-40FB-B4B8-499D28082C64}">
      <dgm:prSet/>
      <dgm:spPr/>
      <dgm:t>
        <a:bodyPr/>
        <a:lstStyle/>
        <a:p>
          <a:r>
            <a:rPr lang="en-US"/>
            <a:t>Carga</a:t>
          </a:r>
        </a:p>
      </dgm:t>
    </dgm:pt>
    <dgm:pt modelId="{FA525DAE-FB05-4508-83E4-45EE858656D9}" type="parTrans" cxnId="{F4C556D0-12C4-4E8B-8C56-9DA351DA4663}">
      <dgm:prSet/>
      <dgm:spPr/>
      <dgm:t>
        <a:bodyPr/>
        <a:lstStyle/>
        <a:p>
          <a:endParaRPr lang="en-US"/>
        </a:p>
      </dgm:t>
    </dgm:pt>
    <dgm:pt modelId="{173187A6-5FC4-4006-8189-DEFA6BB3553A}" type="sibTrans" cxnId="{F4C556D0-12C4-4E8B-8C56-9DA351DA4663}">
      <dgm:prSet/>
      <dgm:spPr/>
      <dgm:t>
        <a:bodyPr/>
        <a:lstStyle/>
        <a:p>
          <a:endParaRPr lang="en-US"/>
        </a:p>
      </dgm:t>
    </dgm:pt>
    <dgm:pt modelId="{A36A8EE2-1F32-44E8-8543-8BCF8FBB3772}">
      <dgm:prSet/>
      <dgm:spPr/>
      <dgm:t>
        <a:bodyPr/>
        <a:lstStyle/>
        <a:p>
          <a:r>
            <a:rPr lang="en-US"/>
            <a:t>Area</a:t>
          </a:r>
        </a:p>
      </dgm:t>
    </dgm:pt>
    <dgm:pt modelId="{7103DCA5-F35E-4EC6-8319-434B876F5D93}" type="parTrans" cxnId="{477D5F5B-AB4C-48DF-9E8A-C7604B000BC3}">
      <dgm:prSet/>
      <dgm:spPr/>
      <dgm:t>
        <a:bodyPr/>
        <a:lstStyle/>
        <a:p>
          <a:endParaRPr lang="en-US"/>
        </a:p>
      </dgm:t>
    </dgm:pt>
    <dgm:pt modelId="{071DD02E-135D-435D-897A-EF64B9355E6B}" type="sibTrans" cxnId="{477D5F5B-AB4C-48DF-9E8A-C7604B000BC3}">
      <dgm:prSet/>
      <dgm:spPr/>
      <dgm:t>
        <a:bodyPr/>
        <a:lstStyle/>
        <a:p>
          <a:endParaRPr lang="en-US"/>
        </a:p>
      </dgm:t>
    </dgm:pt>
    <dgm:pt modelId="{FFC05FE9-99DC-4581-8F01-3D8DA508E880}">
      <dgm:prSet/>
      <dgm:spPr/>
      <dgm:t>
        <a:bodyPr/>
        <a:lstStyle/>
        <a:p>
          <a:r>
            <a:rPr lang="en-US"/>
            <a:t>Area</a:t>
          </a:r>
        </a:p>
      </dgm:t>
    </dgm:pt>
    <dgm:pt modelId="{FE227020-3FA0-4D26-B847-0E333922ED9D}" type="parTrans" cxnId="{9A331482-DFB1-4456-8554-40F81C326982}">
      <dgm:prSet/>
      <dgm:spPr/>
      <dgm:t>
        <a:bodyPr/>
        <a:lstStyle/>
        <a:p>
          <a:endParaRPr lang="en-US"/>
        </a:p>
      </dgm:t>
    </dgm:pt>
    <dgm:pt modelId="{C4F2B86D-ABC7-4810-8CF0-A6DC702F63DF}" type="sibTrans" cxnId="{9A331482-DFB1-4456-8554-40F81C326982}">
      <dgm:prSet/>
      <dgm:spPr/>
      <dgm:t>
        <a:bodyPr/>
        <a:lstStyle/>
        <a:p>
          <a:endParaRPr lang="en-US"/>
        </a:p>
      </dgm:t>
    </dgm:pt>
    <dgm:pt modelId="{DA4282F5-F3AB-45E6-A378-47E7D1493366}">
      <dgm:prSet/>
      <dgm:spPr/>
      <dgm:t>
        <a:bodyPr/>
        <a:lstStyle/>
        <a:p>
          <a:r>
            <a:rPr lang="en-US"/>
            <a:t>anomes</a:t>
          </a:r>
        </a:p>
      </dgm:t>
    </dgm:pt>
    <dgm:pt modelId="{D89E6732-228E-4E62-8962-2A95E01B464E}" type="parTrans" cxnId="{8B4C771E-25BB-4111-91D6-F112839A772E}">
      <dgm:prSet/>
      <dgm:spPr/>
      <dgm:t>
        <a:bodyPr/>
        <a:lstStyle/>
        <a:p>
          <a:endParaRPr lang="en-US"/>
        </a:p>
      </dgm:t>
    </dgm:pt>
    <dgm:pt modelId="{9D876125-0E71-4B7B-A246-D1220CA92470}" type="sibTrans" cxnId="{8B4C771E-25BB-4111-91D6-F112839A772E}">
      <dgm:prSet/>
      <dgm:spPr/>
      <dgm:t>
        <a:bodyPr/>
        <a:lstStyle/>
        <a:p>
          <a:endParaRPr lang="en-US"/>
        </a:p>
      </dgm:t>
    </dgm:pt>
    <dgm:pt modelId="{E56F7DEA-B5F6-4AA3-9C63-0FEFFE8AFC85}">
      <dgm:prSet/>
      <dgm:spPr/>
      <dgm:t>
        <a:bodyPr/>
        <a:lstStyle/>
        <a:p>
          <a:r>
            <a:rPr lang="en-US"/>
            <a:t>sigladaaplicacao</a:t>
          </a:r>
        </a:p>
      </dgm:t>
    </dgm:pt>
    <dgm:pt modelId="{18D6C138-10A5-4749-ACB1-4F6A76918BEC}" type="parTrans" cxnId="{E1322EA8-BE7F-4F5A-9119-370B7FC96FCE}">
      <dgm:prSet/>
      <dgm:spPr/>
      <dgm:t>
        <a:bodyPr/>
        <a:lstStyle/>
        <a:p>
          <a:endParaRPr lang="en-US"/>
        </a:p>
      </dgm:t>
    </dgm:pt>
    <dgm:pt modelId="{868EFA16-28D6-4441-8419-BC0D3C4860F6}" type="sibTrans" cxnId="{E1322EA8-BE7F-4F5A-9119-370B7FC96FCE}">
      <dgm:prSet/>
      <dgm:spPr/>
      <dgm:t>
        <a:bodyPr/>
        <a:lstStyle/>
        <a:p>
          <a:endParaRPr lang="en-US"/>
        </a:p>
      </dgm:t>
    </dgm:pt>
    <dgm:pt modelId="{C454EFD2-90DC-1F4A-95DC-D5E411D4D83F}" type="pres">
      <dgm:prSet presAssocID="{DEC34FC4-333C-4CC9-BBFF-16B8E41C7560}" presName="hierChild1" presStyleCnt="0">
        <dgm:presLayoutVars>
          <dgm:orgChart val="1"/>
          <dgm:chPref val="1"/>
          <dgm:dir/>
          <dgm:animOne val="branch"/>
          <dgm:animLvl val="lvl"/>
          <dgm:resizeHandles/>
        </dgm:presLayoutVars>
      </dgm:prSet>
      <dgm:spPr/>
      <dgm:t>
        <a:bodyPr/>
        <a:lstStyle/>
        <a:p>
          <a:endParaRPr lang="pt-BR"/>
        </a:p>
      </dgm:t>
    </dgm:pt>
    <dgm:pt modelId="{FB1DA42C-B539-EB42-BEB3-7497EBFEF28C}" type="pres">
      <dgm:prSet presAssocID="{028EB17D-6CA4-4379-90A5-4DCC4B792BEB}" presName="hierRoot1" presStyleCnt="0">
        <dgm:presLayoutVars>
          <dgm:hierBranch val="init"/>
        </dgm:presLayoutVars>
      </dgm:prSet>
      <dgm:spPr/>
    </dgm:pt>
    <dgm:pt modelId="{CED6CE46-ECB9-8A4A-8004-E2A6E07E3A16}" type="pres">
      <dgm:prSet presAssocID="{028EB17D-6CA4-4379-90A5-4DCC4B792BEB}" presName="rootComposite1" presStyleCnt="0"/>
      <dgm:spPr/>
    </dgm:pt>
    <dgm:pt modelId="{67716373-E2B6-2341-8156-16EF45A0A000}" type="pres">
      <dgm:prSet presAssocID="{028EB17D-6CA4-4379-90A5-4DCC4B792BEB}" presName="rootText1" presStyleLbl="node0" presStyleIdx="0" presStyleCnt="1">
        <dgm:presLayoutVars>
          <dgm:chPref val="3"/>
        </dgm:presLayoutVars>
      </dgm:prSet>
      <dgm:spPr/>
      <dgm:t>
        <a:bodyPr/>
        <a:lstStyle/>
        <a:p>
          <a:endParaRPr lang="pt-BR"/>
        </a:p>
      </dgm:t>
    </dgm:pt>
    <dgm:pt modelId="{0B955040-BB89-D140-8EDC-B8123DD40119}" type="pres">
      <dgm:prSet presAssocID="{028EB17D-6CA4-4379-90A5-4DCC4B792BEB}" presName="rootConnector1" presStyleLbl="node1" presStyleIdx="0" presStyleCnt="0"/>
      <dgm:spPr/>
      <dgm:t>
        <a:bodyPr/>
        <a:lstStyle/>
        <a:p>
          <a:endParaRPr lang="pt-BR"/>
        </a:p>
      </dgm:t>
    </dgm:pt>
    <dgm:pt modelId="{1B8187CE-5ECA-5C45-A07D-DD336A47B5D5}" type="pres">
      <dgm:prSet presAssocID="{028EB17D-6CA4-4379-90A5-4DCC4B792BEB}" presName="hierChild2" presStyleCnt="0"/>
      <dgm:spPr/>
    </dgm:pt>
    <dgm:pt modelId="{37A2BEDD-345C-C640-A738-80E59FB1FD33}" type="pres">
      <dgm:prSet presAssocID="{023C8EFF-EFF2-4734-A087-9943BD3B39C7}" presName="Name37" presStyleLbl="parChTrans1D2" presStyleIdx="0" presStyleCnt="2"/>
      <dgm:spPr/>
      <dgm:t>
        <a:bodyPr/>
        <a:lstStyle/>
        <a:p>
          <a:endParaRPr lang="pt-BR"/>
        </a:p>
      </dgm:t>
    </dgm:pt>
    <dgm:pt modelId="{79019FF0-8BFE-9D4B-B886-840C546C6AAD}" type="pres">
      <dgm:prSet presAssocID="{8EC5F27D-DC11-4376-AB3D-72485F3F9E8A}" presName="hierRoot2" presStyleCnt="0">
        <dgm:presLayoutVars>
          <dgm:hierBranch val="init"/>
        </dgm:presLayoutVars>
      </dgm:prSet>
      <dgm:spPr/>
    </dgm:pt>
    <dgm:pt modelId="{E52B0F9A-BA4D-454D-8587-69D68BD931B8}" type="pres">
      <dgm:prSet presAssocID="{8EC5F27D-DC11-4376-AB3D-72485F3F9E8A}" presName="rootComposite" presStyleCnt="0"/>
      <dgm:spPr/>
    </dgm:pt>
    <dgm:pt modelId="{6D9167F0-905D-394F-A87F-99C871245695}" type="pres">
      <dgm:prSet presAssocID="{8EC5F27D-DC11-4376-AB3D-72485F3F9E8A}" presName="rootText" presStyleLbl="node2" presStyleIdx="0" presStyleCnt="2">
        <dgm:presLayoutVars>
          <dgm:chPref val="3"/>
        </dgm:presLayoutVars>
      </dgm:prSet>
      <dgm:spPr/>
      <dgm:t>
        <a:bodyPr/>
        <a:lstStyle/>
        <a:p>
          <a:endParaRPr lang="pt-BR"/>
        </a:p>
      </dgm:t>
    </dgm:pt>
    <dgm:pt modelId="{06FEAD49-0C85-7F4E-8B6F-C6AE43FDBC70}" type="pres">
      <dgm:prSet presAssocID="{8EC5F27D-DC11-4376-AB3D-72485F3F9E8A}" presName="rootConnector" presStyleLbl="node2" presStyleIdx="0" presStyleCnt="2"/>
      <dgm:spPr/>
      <dgm:t>
        <a:bodyPr/>
        <a:lstStyle/>
        <a:p>
          <a:endParaRPr lang="pt-BR"/>
        </a:p>
      </dgm:t>
    </dgm:pt>
    <dgm:pt modelId="{B323CF43-9F6B-4C4A-8D3F-9EA14F31E7E1}" type="pres">
      <dgm:prSet presAssocID="{8EC5F27D-DC11-4376-AB3D-72485F3F9E8A}" presName="hierChild4" presStyleCnt="0"/>
      <dgm:spPr/>
    </dgm:pt>
    <dgm:pt modelId="{95E32197-A1D4-194A-B9A2-401AC109A04E}" type="pres">
      <dgm:prSet presAssocID="{9B9F3755-3CA8-4F0E-985C-437313E7F931}" presName="Name37" presStyleLbl="parChTrans1D3" presStyleIdx="0" presStyleCnt="3"/>
      <dgm:spPr/>
      <dgm:t>
        <a:bodyPr/>
        <a:lstStyle/>
        <a:p>
          <a:endParaRPr lang="pt-BR"/>
        </a:p>
      </dgm:t>
    </dgm:pt>
    <dgm:pt modelId="{BF2CEFBB-E0B7-E745-B179-56D00AFD81B4}" type="pres">
      <dgm:prSet presAssocID="{4D2C2343-2F57-4C8A-B007-37B44687A0C8}" presName="hierRoot2" presStyleCnt="0">
        <dgm:presLayoutVars>
          <dgm:hierBranch val="init"/>
        </dgm:presLayoutVars>
      </dgm:prSet>
      <dgm:spPr/>
    </dgm:pt>
    <dgm:pt modelId="{F19C163A-C7A1-544E-BB5E-F718ED91C5B2}" type="pres">
      <dgm:prSet presAssocID="{4D2C2343-2F57-4C8A-B007-37B44687A0C8}" presName="rootComposite" presStyleCnt="0"/>
      <dgm:spPr/>
    </dgm:pt>
    <dgm:pt modelId="{FBB26E29-6D78-3640-B502-740A65CA05E2}" type="pres">
      <dgm:prSet presAssocID="{4D2C2343-2F57-4C8A-B007-37B44687A0C8}" presName="rootText" presStyleLbl="node3" presStyleIdx="0" presStyleCnt="3">
        <dgm:presLayoutVars>
          <dgm:chPref val="3"/>
        </dgm:presLayoutVars>
      </dgm:prSet>
      <dgm:spPr/>
      <dgm:t>
        <a:bodyPr/>
        <a:lstStyle/>
        <a:p>
          <a:endParaRPr lang="pt-BR"/>
        </a:p>
      </dgm:t>
    </dgm:pt>
    <dgm:pt modelId="{7CF3C06F-0F98-3C4D-87B6-2BD8892AA968}" type="pres">
      <dgm:prSet presAssocID="{4D2C2343-2F57-4C8A-B007-37B44687A0C8}" presName="rootConnector" presStyleLbl="node3" presStyleIdx="0" presStyleCnt="3"/>
      <dgm:spPr/>
      <dgm:t>
        <a:bodyPr/>
        <a:lstStyle/>
        <a:p>
          <a:endParaRPr lang="pt-BR"/>
        </a:p>
      </dgm:t>
    </dgm:pt>
    <dgm:pt modelId="{BE685E1D-FD8F-F347-BB6F-B25B6D0DD77C}" type="pres">
      <dgm:prSet presAssocID="{4D2C2343-2F57-4C8A-B007-37B44687A0C8}" presName="hierChild4" presStyleCnt="0"/>
      <dgm:spPr/>
    </dgm:pt>
    <dgm:pt modelId="{1AE5D7DB-7C40-EA45-9793-6FA736E0E21A}" type="pres">
      <dgm:prSet presAssocID="{FE227020-3FA0-4D26-B847-0E333922ED9D}" presName="Name37" presStyleLbl="parChTrans1D4" presStyleIdx="0" presStyleCnt="3"/>
      <dgm:spPr/>
      <dgm:t>
        <a:bodyPr/>
        <a:lstStyle/>
        <a:p>
          <a:endParaRPr lang="pt-BR"/>
        </a:p>
      </dgm:t>
    </dgm:pt>
    <dgm:pt modelId="{E8671AAD-3917-7744-95FB-88D0EDF7BC12}" type="pres">
      <dgm:prSet presAssocID="{FFC05FE9-99DC-4581-8F01-3D8DA508E880}" presName="hierRoot2" presStyleCnt="0">
        <dgm:presLayoutVars>
          <dgm:hierBranch val="init"/>
        </dgm:presLayoutVars>
      </dgm:prSet>
      <dgm:spPr/>
    </dgm:pt>
    <dgm:pt modelId="{B3742754-9A37-BD47-9DB2-B043AFE587E8}" type="pres">
      <dgm:prSet presAssocID="{FFC05FE9-99DC-4581-8F01-3D8DA508E880}" presName="rootComposite" presStyleCnt="0"/>
      <dgm:spPr/>
    </dgm:pt>
    <dgm:pt modelId="{D484113A-85F3-5B40-95B2-78FC16F3927E}" type="pres">
      <dgm:prSet presAssocID="{FFC05FE9-99DC-4581-8F01-3D8DA508E880}" presName="rootText" presStyleLbl="node4" presStyleIdx="0" presStyleCnt="3">
        <dgm:presLayoutVars>
          <dgm:chPref val="3"/>
        </dgm:presLayoutVars>
      </dgm:prSet>
      <dgm:spPr/>
      <dgm:t>
        <a:bodyPr/>
        <a:lstStyle/>
        <a:p>
          <a:endParaRPr lang="pt-BR"/>
        </a:p>
      </dgm:t>
    </dgm:pt>
    <dgm:pt modelId="{B4C966E4-B3C0-0749-B4DE-4C05791621CC}" type="pres">
      <dgm:prSet presAssocID="{FFC05FE9-99DC-4581-8F01-3D8DA508E880}" presName="rootConnector" presStyleLbl="node4" presStyleIdx="0" presStyleCnt="3"/>
      <dgm:spPr/>
      <dgm:t>
        <a:bodyPr/>
        <a:lstStyle/>
        <a:p>
          <a:endParaRPr lang="pt-BR"/>
        </a:p>
      </dgm:t>
    </dgm:pt>
    <dgm:pt modelId="{238A886B-6E95-7A41-9379-F6CA355325CE}" type="pres">
      <dgm:prSet presAssocID="{FFC05FE9-99DC-4581-8F01-3D8DA508E880}" presName="hierChild4" presStyleCnt="0"/>
      <dgm:spPr/>
    </dgm:pt>
    <dgm:pt modelId="{82E87BF2-0F75-2341-95FE-8475BE6536BD}" type="pres">
      <dgm:prSet presAssocID="{FFC05FE9-99DC-4581-8F01-3D8DA508E880}" presName="hierChild5" presStyleCnt="0"/>
      <dgm:spPr/>
    </dgm:pt>
    <dgm:pt modelId="{A1D70B7A-AFF4-954D-9722-69CAB35D8F45}" type="pres">
      <dgm:prSet presAssocID="{4D2C2343-2F57-4C8A-B007-37B44687A0C8}" presName="hierChild5" presStyleCnt="0"/>
      <dgm:spPr/>
    </dgm:pt>
    <dgm:pt modelId="{413149E3-3D94-1241-85D2-8F8967D314EC}" type="pres">
      <dgm:prSet presAssocID="{FA525DAE-FB05-4508-83E4-45EE858656D9}" presName="Name37" presStyleLbl="parChTrans1D3" presStyleIdx="1" presStyleCnt="3"/>
      <dgm:spPr/>
      <dgm:t>
        <a:bodyPr/>
        <a:lstStyle/>
        <a:p>
          <a:endParaRPr lang="pt-BR"/>
        </a:p>
      </dgm:t>
    </dgm:pt>
    <dgm:pt modelId="{73EC9127-7A22-0840-A35D-6296233355F2}" type="pres">
      <dgm:prSet presAssocID="{D65623B8-3165-40FB-B4B8-499D28082C64}" presName="hierRoot2" presStyleCnt="0">
        <dgm:presLayoutVars>
          <dgm:hierBranch val="init"/>
        </dgm:presLayoutVars>
      </dgm:prSet>
      <dgm:spPr/>
    </dgm:pt>
    <dgm:pt modelId="{027863AC-1FEA-1844-B88B-3D2A3AF217A7}" type="pres">
      <dgm:prSet presAssocID="{D65623B8-3165-40FB-B4B8-499D28082C64}" presName="rootComposite" presStyleCnt="0"/>
      <dgm:spPr/>
    </dgm:pt>
    <dgm:pt modelId="{478A5F3E-3126-014E-998E-7DFB069E09DB}" type="pres">
      <dgm:prSet presAssocID="{D65623B8-3165-40FB-B4B8-499D28082C64}" presName="rootText" presStyleLbl="node3" presStyleIdx="1" presStyleCnt="3">
        <dgm:presLayoutVars>
          <dgm:chPref val="3"/>
        </dgm:presLayoutVars>
      </dgm:prSet>
      <dgm:spPr/>
      <dgm:t>
        <a:bodyPr/>
        <a:lstStyle/>
        <a:p>
          <a:endParaRPr lang="pt-BR"/>
        </a:p>
      </dgm:t>
    </dgm:pt>
    <dgm:pt modelId="{11BD1FD4-ECD3-ED4F-A39F-CFB5B4A77B9E}" type="pres">
      <dgm:prSet presAssocID="{D65623B8-3165-40FB-B4B8-499D28082C64}" presName="rootConnector" presStyleLbl="node3" presStyleIdx="1" presStyleCnt="3"/>
      <dgm:spPr/>
      <dgm:t>
        <a:bodyPr/>
        <a:lstStyle/>
        <a:p>
          <a:endParaRPr lang="pt-BR"/>
        </a:p>
      </dgm:t>
    </dgm:pt>
    <dgm:pt modelId="{8CA758A1-A92B-CE46-984D-2132A4DE83EE}" type="pres">
      <dgm:prSet presAssocID="{D65623B8-3165-40FB-B4B8-499D28082C64}" presName="hierChild4" presStyleCnt="0"/>
      <dgm:spPr/>
    </dgm:pt>
    <dgm:pt modelId="{A53304E3-4CD1-424D-8ED1-4CDBF79B9894}" type="pres">
      <dgm:prSet presAssocID="{7103DCA5-F35E-4EC6-8319-434B876F5D93}" presName="Name37" presStyleLbl="parChTrans1D4" presStyleIdx="1" presStyleCnt="3"/>
      <dgm:spPr/>
      <dgm:t>
        <a:bodyPr/>
        <a:lstStyle/>
        <a:p>
          <a:endParaRPr lang="pt-BR"/>
        </a:p>
      </dgm:t>
    </dgm:pt>
    <dgm:pt modelId="{578D5B84-C3BE-A242-B87E-D802E495760B}" type="pres">
      <dgm:prSet presAssocID="{A36A8EE2-1F32-44E8-8543-8BCF8FBB3772}" presName="hierRoot2" presStyleCnt="0">
        <dgm:presLayoutVars>
          <dgm:hierBranch val="init"/>
        </dgm:presLayoutVars>
      </dgm:prSet>
      <dgm:spPr/>
    </dgm:pt>
    <dgm:pt modelId="{9D821C93-F8CD-3C45-A4C3-DE5DEE6BC86A}" type="pres">
      <dgm:prSet presAssocID="{A36A8EE2-1F32-44E8-8543-8BCF8FBB3772}" presName="rootComposite" presStyleCnt="0"/>
      <dgm:spPr/>
    </dgm:pt>
    <dgm:pt modelId="{5F285175-A84E-7547-B0E0-2BD6485D2B45}" type="pres">
      <dgm:prSet presAssocID="{A36A8EE2-1F32-44E8-8543-8BCF8FBB3772}" presName="rootText" presStyleLbl="node4" presStyleIdx="1" presStyleCnt="3">
        <dgm:presLayoutVars>
          <dgm:chPref val="3"/>
        </dgm:presLayoutVars>
      </dgm:prSet>
      <dgm:spPr/>
      <dgm:t>
        <a:bodyPr/>
        <a:lstStyle/>
        <a:p>
          <a:endParaRPr lang="pt-BR"/>
        </a:p>
      </dgm:t>
    </dgm:pt>
    <dgm:pt modelId="{F9C55D9F-34A4-5648-9EC3-4289A396655D}" type="pres">
      <dgm:prSet presAssocID="{A36A8EE2-1F32-44E8-8543-8BCF8FBB3772}" presName="rootConnector" presStyleLbl="node4" presStyleIdx="1" presStyleCnt="3"/>
      <dgm:spPr/>
      <dgm:t>
        <a:bodyPr/>
        <a:lstStyle/>
        <a:p>
          <a:endParaRPr lang="pt-BR"/>
        </a:p>
      </dgm:t>
    </dgm:pt>
    <dgm:pt modelId="{9FDD987B-4186-874C-BA91-EE83140C79CA}" type="pres">
      <dgm:prSet presAssocID="{A36A8EE2-1F32-44E8-8543-8BCF8FBB3772}" presName="hierChild4" presStyleCnt="0"/>
      <dgm:spPr/>
    </dgm:pt>
    <dgm:pt modelId="{E0DD353A-8314-8D48-9DB2-1FD889552403}" type="pres">
      <dgm:prSet presAssocID="{A36A8EE2-1F32-44E8-8543-8BCF8FBB3772}" presName="hierChild5" presStyleCnt="0"/>
      <dgm:spPr/>
    </dgm:pt>
    <dgm:pt modelId="{7BD182A6-72C5-2E43-BFA8-2CAC00F08E0D}" type="pres">
      <dgm:prSet presAssocID="{D65623B8-3165-40FB-B4B8-499D28082C64}" presName="hierChild5" presStyleCnt="0"/>
      <dgm:spPr/>
    </dgm:pt>
    <dgm:pt modelId="{3595CF6F-A261-D84C-9448-7169EE994A51}" type="pres">
      <dgm:prSet presAssocID="{8EC5F27D-DC11-4376-AB3D-72485F3F9E8A}" presName="hierChild5" presStyleCnt="0"/>
      <dgm:spPr/>
    </dgm:pt>
    <dgm:pt modelId="{7B09B3EB-918F-B448-914A-A54C30B8248C}" type="pres">
      <dgm:prSet presAssocID="{AB5F19EA-6028-43E1-B027-6EF8BEE74C92}" presName="Name37" presStyleLbl="parChTrans1D2" presStyleIdx="1" presStyleCnt="2"/>
      <dgm:spPr/>
      <dgm:t>
        <a:bodyPr/>
        <a:lstStyle/>
        <a:p>
          <a:endParaRPr lang="pt-BR"/>
        </a:p>
      </dgm:t>
    </dgm:pt>
    <dgm:pt modelId="{171FBB5F-FC43-3049-A1BB-B2DFB198766D}" type="pres">
      <dgm:prSet presAssocID="{459CE39A-C576-4FE4-A700-0B7B0CFAEA2A}" presName="hierRoot2" presStyleCnt="0">
        <dgm:presLayoutVars>
          <dgm:hierBranch val="init"/>
        </dgm:presLayoutVars>
      </dgm:prSet>
      <dgm:spPr/>
    </dgm:pt>
    <dgm:pt modelId="{26D9C631-6AB7-AA47-9C91-283AB34C4E90}" type="pres">
      <dgm:prSet presAssocID="{459CE39A-C576-4FE4-A700-0B7B0CFAEA2A}" presName="rootComposite" presStyleCnt="0"/>
      <dgm:spPr/>
    </dgm:pt>
    <dgm:pt modelId="{6DD467E0-A52F-2C42-B14A-AABEA3ADB685}" type="pres">
      <dgm:prSet presAssocID="{459CE39A-C576-4FE4-A700-0B7B0CFAEA2A}" presName="rootText" presStyleLbl="node2" presStyleIdx="1" presStyleCnt="2">
        <dgm:presLayoutVars>
          <dgm:chPref val="3"/>
        </dgm:presLayoutVars>
      </dgm:prSet>
      <dgm:spPr/>
      <dgm:t>
        <a:bodyPr/>
        <a:lstStyle/>
        <a:p>
          <a:endParaRPr lang="pt-BR"/>
        </a:p>
      </dgm:t>
    </dgm:pt>
    <dgm:pt modelId="{C45B87FA-4E15-6448-B157-9C9950AA45FB}" type="pres">
      <dgm:prSet presAssocID="{459CE39A-C576-4FE4-A700-0B7B0CFAEA2A}" presName="rootConnector" presStyleLbl="node2" presStyleIdx="1" presStyleCnt="2"/>
      <dgm:spPr/>
      <dgm:t>
        <a:bodyPr/>
        <a:lstStyle/>
        <a:p>
          <a:endParaRPr lang="pt-BR"/>
        </a:p>
      </dgm:t>
    </dgm:pt>
    <dgm:pt modelId="{9F75272B-1124-C94B-8D90-22122AEFF9B7}" type="pres">
      <dgm:prSet presAssocID="{459CE39A-C576-4FE4-A700-0B7B0CFAEA2A}" presName="hierChild4" presStyleCnt="0"/>
      <dgm:spPr/>
    </dgm:pt>
    <dgm:pt modelId="{4D3D4943-D79E-3441-A354-6795C896AC87}" type="pres">
      <dgm:prSet presAssocID="{D89E6732-228E-4E62-8962-2A95E01B464E}" presName="Name37" presStyleLbl="parChTrans1D3" presStyleIdx="2" presStyleCnt="3"/>
      <dgm:spPr/>
      <dgm:t>
        <a:bodyPr/>
        <a:lstStyle/>
        <a:p>
          <a:endParaRPr lang="pt-BR"/>
        </a:p>
      </dgm:t>
    </dgm:pt>
    <dgm:pt modelId="{2B19F364-2373-D14C-9B3F-9B627CE94C51}" type="pres">
      <dgm:prSet presAssocID="{DA4282F5-F3AB-45E6-A378-47E7D1493366}" presName="hierRoot2" presStyleCnt="0">
        <dgm:presLayoutVars>
          <dgm:hierBranch val="init"/>
        </dgm:presLayoutVars>
      </dgm:prSet>
      <dgm:spPr/>
    </dgm:pt>
    <dgm:pt modelId="{69626ED2-3D73-D74F-9B08-EB1502ADEF76}" type="pres">
      <dgm:prSet presAssocID="{DA4282F5-F3AB-45E6-A378-47E7D1493366}" presName="rootComposite" presStyleCnt="0"/>
      <dgm:spPr/>
    </dgm:pt>
    <dgm:pt modelId="{A45FA4E7-10CE-3048-A678-07040279D420}" type="pres">
      <dgm:prSet presAssocID="{DA4282F5-F3AB-45E6-A378-47E7D1493366}" presName="rootText" presStyleLbl="node3" presStyleIdx="2" presStyleCnt="3">
        <dgm:presLayoutVars>
          <dgm:chPref val="3"/>
        </dgm:presLayoutVars>
      </dgm:prSet>
      <dgm:spPr/>
      <dgm:t>
        <a:bodyPr/>
        <a:lstStyle/>
        <a:p>
          <a:endParaRPr lang="pt-BR"/>
        </a:p>
      </dgm:t>
    </dgm:pt>
    <dgm:pt modelId="{35CC47A6-3DB6-FC41-AD08-159ED69EF84B}" type="pres">
      <dgm:prSet presAssocID="{DA4282F5-F3AB-45E6-A378-47E7D1493366}" presName="rootConnector" presStyleLbl="node3" presStyleIdx="2" presStyleCnt="3"/>
      <dgm:spPr/>
      <dgm:t>
        <a:bodyPr/>
        <a:lstStyle/>
        <a:p>
          <a:endParaRPr lang="pt-BR"/>
        </a:p>
      </dgm:t>
    </dgm:pt>
    <dgm:pt modelId="{BAA05834-6CD4-7544-AB4D-4E75510B894F}" type="pres">
      <dgm:prSet presAssocID="{DA4282F5-F3AB-45E6-A378-47E7D1493366}" presName="hierChild4" presStyleCnt="0"/>
      <dgm:spPr/>
    </dgm:pt>
    <dgm:pt modelId="{B34B24F6-B9F2-E447-905E-0D57BFA00BB7}" type="pres">
      <dgm:prSet presAssocID="{18D6C138-10A5-4749-ACB1-4F6A76918BEC}" presName="Name37" presStyleLbl="parChTrans1D4" presStyleIdx="2" presStyleCnt="3"/>
      <dgm:spPr/>
      <dgm:t>
        <a:bodyPr/>
        <a:lstStyle/>
        <a:p>
          <a:endParaRPr lang="pt-BR"/>
        </a:p>
      </dgm:t>
    </dgm:pt>
    <dgm:pt modelId="{EEC2E5DA-25B4-C04B-9AA0-3AE020FB1F52}" type="pres">
      <dgm:prSet presAssocID="{E56F7DEA-B5F6-4AA3-9C63-0FEFFE8AFC85}" presName="hierRoot2" presStyleCnt="0">
        <dgm:presLayoutVars>
          <dgm:hierBranch val="init"/>
        </dgm:presLayoutVars>
      </dgm:prSet>
      <dgm:spPr/>
    </dgm:pt>
    <dgm:pt modelId="{2B4FD1DE-ECCC-A941-9B7A-D7076B267D3F}" type="pres">
      <dgm:prSet presAssocID="{E56F7DEA-B5F6-4AA3-9C63-0FEFFE8AFC85}" presName="rootComposite" presStyleCnt="0"/>
      <dgm:spPr/>
    </dgm:pt>
    <dgm:pt modelId="{79A2CC01-904D-5C4C-B301-162D9C42352D}" type="pres">
      <dgm:prSet presAssocID="{E56F7DEA-B5F6-4AA3-9C63-0FEFFE8AFC85}" presName="rootText" presStyleLbl="node4" presStyleIdx="2" presStyleCnt="3">
        <dgm:presLayoutVars>
          <dgm:chPref val="3"/>
        </dgm:presLayoutVars>
      </dgm:prSet>
      <dgm:spPr/>
      <dgm:t>
        <a:bodyPr/>
        <a:lstStyle/>
        <a:p>
          <a:endParaRPr lang="pt-BR"/>
        </a:p>
      </dgm:t>
    </dgm:pt>
    <dgm:pt modelId="{3722C091-B8D6-C644-8A89-246035F2AB95}" type="pres">
      <dgm:prSet presAssocID="{E56F7DEA-B5F6-4AA3-9C63-0FEFFE8AFC85}" presName="rootConnector" presStyleLbl="node4" presStyleIdx="2" presStyleCnt="3"/>
      <dgm:spPr/>
      <dgm:t>
        <a:bodyPr/>
        <a:lstStyle/>
        <a:p>
          <a:endParaRPr lang="pt-BR"/>
        </a:p>
      </dgm:t>
    </dgm:pt>
    <dgm:pt modelId="{89FD3697-D80C-B74F-A3E5-8A152AF1DA14}" type="pres">
      <dgm:prSet presAssocID="{E56F7DEA-B5F6-4AA3-9C63-0FEFFE8AFC85}" presName="hierChild4" presStyleCnt="0"/>
      <dgm:spPr/>
    </dgm:pt>
    <dgm:pt modelId="{D2F21E8D-26C6-DD46-817F-E282A69BC84B}" type="pres">
      <dgm:prSet presAssocID="{E56F7DEA-B5F6-4AA3-9C63-0FEFFE8AFC85}" presName="hierChild5" presStyleCnt="0"/>
      <dgm:spPr/>
    </dgm:pt>
    <dgm:pt modelId="{3B672C6D-A698-5B41-BA35-BB5E686C70C8}" type="pres">
      <dgm:prSet presAssocID="{DA4282F5-F3AB-45E6-A378-47E7D1493366}" presName="hierChild5" presStyleCnt="0"/>
      <dgm:spPr/>
    </dgm:pt>
    <dgm:pt modelId="{1989DB9F-1158-A44C-86CB-354BE1661977}" type="pres">
      <dgm:prSet presAssocID="{459CE39A-C576-4FE4-A700-0B7B0CFAEA2A}" presName="hierChild5" presStyleCnt="0"/>
      <dgm:spPr/>
    </dgm:pt>
    <dgm:pt modelId="{0A3B7DCC-CFB6-5446-A38A-BF7E4EBA39CD}" type="pres">
      <dgm:prSet presAssocID="{028EB17D-6CA4-4379-90A5-4DCC4B792BEB}" presName="hierChild3" presStyleCnt="0"/>
      <dgm:spPr/>
    </dgm:pt>
  </dgm:ptLst>
  <dgm:cxnLst>
    <dgm:cxn modelId="{30ECF98D-844C-4CE1-B127-A3377F39255D}" srcId="{028EB17D-6CA4-4379-90A5-4DCC4B792BEB}" destId="{459CE39A-C576-4FE4-A700-0B7B0CFAEA2A}" srcOrd="1" destOrd="0" parTransId="{AB5F19EA-6028-43E1-B027-6EF8BEE74C92}" sibTransId="{F4D93F08-A81B-40E2-BD3F-3D559D94C780}"/>
    <dgm:cxn modelId="{DA14789C-1C6B-0C4D-A057-AD5F239A6B5E}" type="presOf" srcId="{DA4282F5-F3AB-45E6-A378-47E7D1493366}" destId="{35CC47A6-3DB6-FC41-AD08-159ED69EF84B}" srcOrd="1" destOrd="0" presId="urn:microsoft.com/office/officeart/2005/8/layout/orgChart1"/>
    <dgm:cxn modelId="{C79E5B60-1CCE-CD49-8543-C390508DAF75}" type="presOf" srcId="{A36A8EE2-1F32-44E8-8543-8BCF8FBB3772}" destId="{5F285175-A84E-7547-B0E0-2BD6485D2B45}" srcOrd="0" destOrd="0" presId="urn:microsoft.com/office/officeart/2005/8/layout/orgChart1"/>
    <dgm:cxn modelId="{9A331482-DFB1-4456-8554-40F81C326982}" srcId="{4D2C2343-2F57-4C8A-B007-37B44687A0C8}" destId="{FFC05FE9-99DC-4581-8F01-3D8DA508E880}" srcOrd="0" destOrd="0" parTransId="{FE227020-3FA0-4D26-B847-0E333922ED9D}" sibTransId="{C4F2B86D-ABC7-4810-8CF0-A6DC702F63DF}"/>
    <dgm:cxn modelId="{2E97CB31-21EE-9D4B-9CB3-91A0063349B0}" type="presOf" srcId="{9B9F3755-3CA8-4F0E-985C-437313E7F931}" destId="{95E32197-A1D4-194A-B9A2-401AC109A04E}" srcOrd="0" destOrd="0" presId="urn:microsoft.com/office/officeart/2005/8/layout/orgChart1"/>
    <dgm:cxn modelId="{447B2EA9-122F-B449-8293-BEC77257AAF6}" type="presOf" srcId="{FA525DAE-FB05-4508-83E4-45EE858656D9}" destId="{413149E3-3D94-1241-85D2-8F8967D314EC}" srcOrd="0" destOrd="0" presId="urn:microsoft.com/office/officeart/2005/8/layout/orgChart1"/>
    <dgm:cxn modelId="{9AD1DDA1-F7D5-D143-A3FF-08B822E5E637}" type="presOf" srcId="{4D2C2343-2F57-4C8A-B007-37B44687A0C8}" destId="{FBB26E29-6D78-3640-B502-740A65CA05E2}" srcOrd="0" destOrd="0" presId="urn:microsoft.com/office/officeart/2005/8/layout/orgChart1"/>
    <dgm:cxn modelId="{477D5F5B-AB4C-48DF-9E8A-C7604B000BC3}" srcId="{D65623B8-3165-40FB-B4B8-499D28082C64}" destId="{A36A8EE2-1F32-44E8-8543-8BCF8FBB3772}" srcOrd="0" destOrd="0" parTransId="{7103DCA5-F35E-4EC6-8319-434B876F5D93}" sibTransId="{071DD02E-135D-435D-897A-EF64B9355E6B}"/>
    <dgm:cxn modelId="{95C8FD2D-FD45-DB4F-9578-5B4DA927CB3B}" type="presOf" srcId="{E56F7DEA-B5F6-4AA3-9C63-0FEFFE8AFC85}" destId="{79A2CC01-904D-5C4C-B301-162D9C42352D}" srcOrd="0" destOrd="0" presId="urn:microsoft.com/office/officeart/2005/8/layout/orgChart1"/>
    <dgm:cxn modelId="{613ECB41-B68C-0D43-AD69-4111F41E51AA}" type="presOf" srcId="{7103DCA5-F35E-4EC6-8319-434B876F5D93}" destId="{A53304E3-4CD1-424D-8ED1-4CDBF79B9894}" srcOrd="0" destOrd="0" presId="urn:microsoft.com/office/officeart/2005/8/layout/orgChart1"/>
    <dgm:cxn modelId="{BA6067D4-58FE-40AD-8FE3-B1A9B3A830A5}" srcId="{028EB17D-6CA4-4379-90A5-4DCC4B792BEB}" destId="{8EC5F27D-DC11-4376-AB3D-72485F3F9E8A}" srcOrd="0" destOrd="0" parTransId="{023C8EFF-EFF2-4734-A087-9943BD3B39C7}" sibTransId="{64B61552-BD85-48DE-AF89-C509A12CA0CC}"/>
    <dgm:cxn modelId="{463F7EA4-7ADA-BE49-B55F-B70C8EA0EB18}" type="presOf" srcId="{E56F7DEA-B5F6-4AA3-9C63-0FEFFE8AFC85}" destId="{3722C091-B8D6-C644-8A89-246035F2AB95}" srcOrd="1" destOrd="0" presId="urn:microsoft.com/office/officeart/2005/8/layout/orgChart1"/>
    <dgm:cxn modelId="{0E3F360F-ED48-3E40-A5F5-65F91EDFDF97}" type="presOf" srcId="{028EB17D-6CA4-4379-90A5-4DCC4B792BEB}" destId="{0B955040-BB89-D140-8EDC-B8123DD40119}" srcOrd="1" destOrd="0" presId="urn:microsoft.com/office/officeart/2005/8/layout/orgChart1"/>
    <dgm:cxn modelId="{6430CC80-F99F-B24E-A6E2-822CBFC0BDE9}" type="presOf" srcId="{4D2C2343-2F57-4C8A-B007-37B44687A0C8}" destId="{7CF3C06F-0F98-3C4D-87B6-2BD8892AA968}" srcOrd="1" destOrd="0" presId="urn:microsoft.com/office/officeart/2005/8/layout/orgChart1"/>
    <dgm:cxn modelId="{1EC38BFF-B619-074C-89A3-345D7CC56063}" type="presOf" srcId="{023C8EFF-EFF2-4734-A087-9943BD3B39C7}" destId="{37A2BEDD-345C-C640-A738-80E59FB1FD33}" srcOrd="0" destOrd="0" presId="urn:microsoft.com/office/officeart/2005/8/layout/orgChart1"/>
    <dgm:cxn modelId="{789F6F78-FDD8-4445-B950-64A5878761AE}" srcId="{8EC5F27D-DC11-4376-AB3D-72485F3F9E8A}" destId="{4D2C2343-2F57-4C8A-B007-37B44687A0C8}" srcOrd="0" destOrd="0" parTransId="{9B9F3755-3CA8-4F0E-985C-437313E7F931}" sibTransId="{5C914918-45D6-4999-9924-C0BE0DE0E92F}"/>
    <dgm:cxn modelId="{E27531B7-C953-4A4C-89C1-1C9CCB730861}" type="presOf" srcId="{DA4282F5-F3AB-45E6-A378-47E7D1493366}" destId="{A45FA4E7-10CE-3048-A678-07040279D420}" srcOrd="0" destOrd="0" presId="urn:microsoft.com/office/officeart/2005/8/layout/orgChart1"/>
    <dgm:cxn modelId="{BB446E93-321D-FE49-90C9-09DEBAC6FC4C}" type="presOf" srcId="{FFC05FE9-99DC-4581-8F01-3D8DA508E880}" destId="{D484113A-85F3-5B40-95B2-78FC16F3927E}" srcOrd="0" destOrd="0" presId="urn:microsoft.com/office/officeart/2005/8/layout/orgChart1"/>
    <dgm:cxn modelId="{A7E4B6B7-8A43-1044-9449-69B3B05AEEA8}" type="presOf" srcId="{D65623B8-3165-40FB-B4B8-499D28082C64}" destId="{478A5F3E-3126-014E-998E-7DFB069E09DB}" srcOrd="0" destOrd="0" presId="urn:microsoft.com/office/officeart/2005/8/layout/orgChart1"/>
    <dgm:cxn modelId="{64836146-00A6-AB42-9CE4-201D581730A8}" type="presOf" srcId="{8EC5F27D-DC11-4376-AB3D-72485F3F9E8A}" destId="{6D9167F0-905D-394F-A87F-99C871245695}" srcOrd="0" destOrd="0" presId="urn:microsoft.com/office/officeart/2005/8/layout/orgChart1"/>
    <dgm:cxn modelId="{8B4C771E-25BB-4111-91D6-F112839A772E}" srcId="{459CE39A-C576-4FE4-A700-0B7B0CFAEA2A}" destId="{DA4282F5-F3AB-45E6-A378-47E7D1493366}" srcOrd="0" destOrd="0" parTransId="{D89E6732-228E-4E62-8962-2A95E01B464E}" sibTransId="{9D876125-0E71-4B7B-A246-D1220CA92470}"/>
    <dgm:cxn modelId="{E0A6594E-06E0-AC4C-AC5E-E00E4A092A55}" type="presOf" srcId="{8EC5F27D-DC11-4376-AB3D-72485F3F9E8A}" destId="{06FEAD49-0C85-7F4E-8B6F-C6AE43FDBC70}" srcOrd="1" destOrd="0" presId="urn:microsoft.com/office/officeart/2005/8/layout/orgChart1"/>
    <dgm:cxn modelId="{F4C556D0-12C4-4E8B-8C56-9DA351DA4663}" srcId="{8EC5F27D-DC11-4376-AB3D-72485F3F9E8A}" destId="{D65623B8-3165-40FB-B4B8-499D28082C64}" srcOrd="1" destOrd="0" parTransId="{FA525DAE-FB05-4508-83E4-45EE858656D9}" sibTransId="{173187A6-5FC4-4006-8189-DEFA6BB3553A}"/>
    <dgm:cxn modelId="{91AA4989-24D4-BB48-8308-0AEA6F9858FE}" type="presOf" srcId="{FFC05FE9-99DC-4581-8F01-3D8DA508E880}" destId="{B4C966E4-B3C0-0749-B4DE-4C05791621CC}" srcOrd="1" destOrd="0" presId="urn:microsoft.com/office/officeart/2005/8/layout/orgChart1"/>
    <dgm:cxn modelId="{61B332C7-E31E-A344-9550-BB6575F3AA14}" type="presOf" srcId="{459CE39A-C576-4FE4-A700-0B7B0CFAEA2A}" destId="{6DD467E0-A52F-2C42-B14A-AABEA3ADB685}" srcOrd="0" destOrd="0" presId="urn:microsoft.com/office/officeart/2005/8/layout/orgChart1"/>
    <dgm:cxn modelId="{04F4FFD5-36CA-452D-9E59-237E6B34553F}" srcId="{DEC34FC4-333C-4CC9-BBFF-16B8E41C7560}" destId="{028EB17D-6CA4-4379-90A5-4DCC4B792BEB}" srcOrd="0" destOrd="0" parTransId="{1D46E1D7-7A49-4769-AB86-827A0741FE81}" sibTransId="{D88D8457-3909-49A8-8591-22E56757F66A}"/>
    <dgm:cxn modelId="{AC03A780-E8F0-824F-BFC1-3D0A90F50211}" type="presOf" srcId="{028EB17D-6CA4-4379-90A5-4DCC4B792BEB}" destId="{67716373-E2B6-2341-8156-16EF45A0A000}" srcOrd="0" destOrd="0" presId="urn:microsoft.com/office/officeart/2005/8/layout/orgChart1"/>
    <dgm:cxn modelId="{E2A7A55C-4995-C84E-94C4-FA19A39DB442}" type="presOf" srcId="{459CE39A-C576-4FE4-A700-0B7B0CFAEA2A}" destId="{C45B87FA-4E15-6448-B157-9C9950AA45FB}" srcOrd="1" destOrd="0" presId="urn:microsoft.com/office/officeart/2005/8/layout/orgChart1"/>
    <dgm:cxn modelId="{366F46A2-AE96-2A45-96CD-DE4035BA8480}" type="presOf" srcId="{A36A8EE2-1F32-44E8-8543-8BCF8FBB3772}" destId="{F9C55D9F-34A4-5648-9EC3-4289A396655D}" srcOrd="1" destOrd="0" presId="urn:microsoft.com/office/officeart/2005/8/layout/orgChart1"/>
    <dgm:cxn modelId="{1AC2EF62-884C-E240-93B6-34837BC1BFF7}" type="presOf" srcId="{D65623B8-3165-40FB-B4B8-499D28082C64}" destId="{11BD1FD4-ECD3-ED4F-A39F-CFB5B4A77B9E}" srcOrd="1" destOrd="0" presId="urn:microsoft.com/office/officeart/2005/8/layout/orgChart1"/>
    <dgm:cxn modelId="{A1F0A305-69FF-2B4D-81DA-85632F461D40}" type="presOf" srcId="{18D6C138-10A5-4749-ACB1-4F6A76918BEC}" destId="{B34B24F6-B9F2-E447-905E-0D57BFA00BB7}" srcOrd="0" destOrd="0" presId="urn:microsoft.com/office/officeart/2005/8/layout/orgChart1"/>
    <dgm:cxn modelId="{F2ADC4DE-6B36-0D4C-8FB3-BAC623A47510}" type="presOf" srcId="{FE227020-3FA0-4D26-B847-0E333922ED9D}" destId="{1AE5D7DB-7C40-EA45-9793-6FA736E0E21A}" srcOrd="0" destOrd="0" presId="urn:microsoft.com/office/officeart/2005/8/layout/orgChart1"/>
    <dgm:cxn modelId="{7A380EC6-E0D7-504C-960D-2E584D355831}" type="presOf" srcId="{DEC34FC4-333C-4CC9-BBFF-16B8E41C7560}" destId="{C454EFD2-90DC-1F4A-95DC-D5E411D4D83F}" srcOrd="0" destOrd="0" presId="urn:microsoft.com/office/officeart/2005/8/layout/orgChart1"/>
    <dgm:cxn modelId="{147C89F8-9CF3-7A44-9685-F4C7F59334C0}" type="presOf" srcId="{AB5F19EA-6028-43E1-B027-6EF8BEE74C92}" destId="{7B09B3EB-918F-B448-914A-A54C30B8248C}" srcOrd="0" destOrd="0" presId="urn:microsoft.com/office/officeart/2005/8/layout/orgChart1"/>
    <dgm:cxn modelId="{B3FA4DA6-2DEC-E043-98DC-D80F021C515D}" type="presOf" srcId="{D89E6732-228E-4E62-8962-2A95E01B464E}" destId="{4D3D4943-D79E-3441-A354-6795C896AC87}" srcOrd="0" destOrd="0" presId="urn:microsoft.com/office/officeart/2005/8/layout/orgChart1"/>
    <dgm:cxn modelId="{E1322EA8-BE7F-4F5A-9119-370B7FC96FCE}" srcId="{DA4282F5-F3AB-45E6-A378-47E7D1493366}" destId="{E56F7DEA-B5F6-4AA3-9C63-0FEFFE8AFC85}" srcOrd="0" destOrd="0" parTransId="{18D6C138-10A5-4749-ACB1-4F6A76918BEC}" sibTransId="{868EFA16-28D6-4441-8419-BC0D3C4860F6}"/>
    <dgm:cxn modelId="{9F49B8AD-AFFD-7340-AFC2-E246C8CB6F91}" type="presParOf" srcId="{C454EFD2-90DC-1F4A-95DC-D5E411D4D83F}" destId="{FB1DA42C-B539-EB42-BEB3-7497EBFEF28C}" srcOrd="0" destOrd="0" presId="urn:microsoft.com/office/officeart/2005/8/layout/orgChart1"/>
    <dgm:cxn modelId="{18A222FA-D1BF-AD40-B492-355B94AC4E5A}" type="presParOf" srcId="{FB1DA42C-B539-EB42-BEB3-7497EBFEF28C}" destId="{CED6CE46-ECB9-8A4A-8004-E2A6E07E3A16}" srcOrd="0" destOrd="0" presId="urn:microsoft.com/office/officeart/2005/8/layout/orgChart1"/>
    <dgm:cxn modelId="{CF7B6444-D5F8-2040-855C-5F963D2B6C37}" type="presParOf" srcId="{CED6CE46-ECB9-8A4A-8004-E2A6E07E3A16}" destId="{67716373-E2B6-2341-8156-16EF45A0A000}" srcOrd="0" destOrd="0" presId="urn:microsoft.com/office/officeart/2005/8/layout/orgChart1"/>
    <dgm:cxn modelId="{053AF429-A533-5D46-B5D4-647B99C4E289}" type="presParOf" srcId="{CED6CE46-ECB9-8A4A-8004-E2A6E07E3A16}" destId="{0B955040-BB89-D140-8EDC-B8123DD40119}" srcOrd="1" destOrd="0" presId="urn:microsoft.com/office/officeart/2005/8/layout/orgChart1"/>
    <dgm:cxn modelId="{AA49FE8A-C143-6F44-A00D-73C10A7CD795}" type="presParOf" srcId="{FB1DA42C-B539-EB42-BEB3-7497EBFEF28C}" destId="{1B8187CE-5ECA-5C45-A07D-DD336A47B5D5}" srcOrd="1" destOrd="0" presId="urn:microsoft.com/office/officeart/2005/8/layout/orgChart1"/>
    <dgm:cxn modelId="{069DD591-A7EC-114A-90D3-ECD51420B667}" type="presParOf" srcId="{1B8187CE-5ECA-5C45-A07D-DD336A47B5D5}" destId="{37A2BEDD-345C-C640-A738-80E59FB1FD33}" srcOrd="0" destOrd="0" presId="urn:microsoft.com/office/officeart/2005/8/layout/orgChart1"/>
    <dgm:cxn modelId="{6F0744AB-44B2-D649-AF34-9C232668FB65}" type="presParOf" srcId="{1B8187CE-5ECA-5C45-A07D-DD336A47B5D5}" destId="{79019FF0-8BFE-9D4B-B886-840C546C6AAD}" srcOrd="1" destOrd="0" presId="urn:microsoft.com/office/officeart/2005/8/layout/orgChart1"/>
    <dgm:cxn modelId="{6694E98E-7864-4948-ADAE-CB9AB9A886A2}" type="presParOf" srcId="{79019FF0-8BFE-9D4B-B886-840C546C6AAD}" destId="{E52B0F9A-BA4D-454D-8587-69D68BD931B8}" srcOrd="0" destOrd="0" presId="urn:microsoft.com/office/officeart/2005/8/layout/orgChart1"/>
    <dgm:cxn modelId="{9A38B5A9-6864-0144-9154-22F2DD67B43D}" type="presParOf" srcId="{E52B0F9A-BA4D-454D-8587-69D68BD931B8}" destId="{6D9167F0-905D-394F-A87F-99C871245695}" srcOrd="0" destOrd="0" presId="urn:microsoft.com/office/officeart/2005/8/layout/orgChart1"/>
    <dgm:cxn modelId="{9FC0A67C-B7E0-B84A-BCDF-CF98AAAE464A}" type="presParOf" srcId="{E52B0F9A-BA4D-454D-8587-69D68BD931B8}" destId="{06FEAD49-0C85-7F4E-8B6F-C6AE43FDBC70}" srcOrd="1" destOrd="0" presId="urn:microsoft.com/office/officeart/2005/8/layout/orgChart1"/>
    <dgm:cxn modelId="{36E476DC-7868-3540-8F3C-6E353FF2E124}" type="presParOf" srcId="{79019FF0-8BFE-9D4B-B886-840C546C6AAD}" destId="{B323CF43-9F6B-4C4A-8D3F-9EA14F31E7E1}" srcOrd="1" destOrd="0" presId="urn:microsoft.com/office/officeart/2005/8/layout/orgChart1"/>
    <dgm:cxn modelId="{F9888E31-EFA0-0E44-A44F-AA294E588DA7}" type="presParOf" srcId="{B323CF43-9F6B-4C4A-8D3F-9EA14F31E7E1}" destId="{95E32197-A1D4-194A-B9A2-401AC109A04E}" srcOrd="0" destOrd="0" presId="urn:microsoft.com/office/officeart/2005/8/layout/orgChart1"/>
    <dgm:cxn modelId="{1A8EE734-FA17-8541-A5A1-359278E458D3}" type="presParOf" srcId="{B323CF43-9F6B-4C4A-8D3F-9EA14F31E7E1}" destId="{BF2CEFBB-E0B7-E745-B179-56D00AFD81B4}" srcOrd="1" destOrd="0" presId="urn:microsoft.com/office/officeart/2005/8/layout/orgChart1"/>
    <dgm:cxn modelId="{5CEAC278-FED2-3A47-B203-55209FEA133A}" type="presParOf" srcId="{BF2CEFBB-E0B7-E745-B179-56D00AFD81B4}" destId="{F19C163A-C7A1-544E-BB5E-F718ED91C5B2}" srcOrd="0" destOrd="0" presId="urn:microsoft.com/office/officeart/2005/8/layout/orgChart1"/>
    <dgm:cxn modelId="{FD35BCF4-263A-2C4B-96E7-0ED1752533A1}" type="presParOf" srcId="{F19C163A-C7A1-544E-BB5E-F718ED91C5B2}" destId="{FBB26E29-6D78-3640-B502-740A65CA05E2}" srcOrd="0" destOrd="0" presId="urn:microsoft.com/office/officeart/2005/8/layout/orgChart1"/>
    <dgm:cxn modelId="{623ECA3F-8F8D-8D4B-9778-3AAB06CCDC1A}" type="presParOf" srcId="{F19C163A-C7A1-544E-BB5E-F718ED91C5B2}" destId="{7CF3C06F-0F98-3C4D-87B6-2BD8892AA968}" srcOrd="1" destOrd="0" presId="urn:microsoft.com/office/officeart/2005/8/layout/orgChart1"/>
    <dgm:cxn modelId="{F99268C1-495C-3443-A0B4-D5EB91E0249A}" type="presParOf" srcId="{BF2CEFBB-E0B7-E745-B179-56D00AFD81B4}" destId="{BE685E1D-FD8F-F347-BB6F-B25B6D0DD77C}" srcOrd="1" destOrd="0" presId="urn:microsoft.com/office/officeart/2005/8/layout/orgChart1"/>
    <dgm:cxn modelId="{85CAF223-6F30-754B-A137-6BEFB1969D6F}" type="presParOf" srcId="{BE685E1D-FD8F-F347-BB6F-B25B6D0DD77C}" destId="{1AE5D7DB-7C40-EA45-9793-6FA736E0E21A}" srcOrd="0" destOrd="0" presId="urn:microsoft.com/office/officeart/2005/8/layout/orgChart1"/>
    <dgm:cxn modelId="{D5B4DDF1-50A3-3E49-A94B-70CAA5CD14E9}" type="presParOf" srcId="{BE685E1D-FD8F-F347-BB6F-B25B6D0DD77C}" destId="{E8671AAD-3917-7744-95FB-88D0EDF7BC12}" srcOrd="1" destOrd="0" presId="urn:microsoft.com/office/officeart/2005/8/layout/orgChart1"/>
    <dgm:cxn modelId="{79EB0251-9CC9-F649-9C91-F574F7824253}" type="presParOf" srcId="{E8671AAD-3917-7744-95FB-88D0EDF7BC12}" destId="{B3742754-9A37-BD47-9DB2-B043AFE587E8}" srcOrd="0" destOrd="0" presId="urn:microsoft.com/office/officeart/2005/8/layout/orgChart1"/>
    <dgm:cxn modelId="{82DA15A2-B3D6-164C-9202-1048B507930C}" type="presParOf" srcId="{B3742754-9A37-BD47-9DB2-B043AFE587E8}" destId="{D484113A-85F3-5B40-95B2-78FC16F3927E}" srcOrd="0" destOrd="0" presId="urn:microsoft.com/office/officeart/2005/8/layout/orgChart1"/>
    <dgm:cxn modelId="{7AD48438-3BA4-B34E-B4C0-0E0CBF12DFC6}" type="presParOf" srcId="{B3742754-9A37-BD47-9DB2-B043AFE587E8}" destId="{B4C966E4-B3C0-0749-B4DE-4C05791621CC}" srcOrd="1" destOrd="0" presId="urn:microsoft.com/office/officeart/2005/8/layout/orgChart1"/>
    <dgm:cxn modelId="{4BD67122-90CD-D94D-9D30-94CE41ED6229}" type="presParOf" srcId="{E8671AAD-3917-7744-95FB-88D0EDF7BC12}" destId="{238A886B-6E95-7A41-9379-F6CA355325CE}" srcOrd="1" destOrd="0" presId="urn:microsoft.com/office/officeart/2005/8/layout/orgChart1"/>
    <dgm:cxn modelId="{1CC22F09-376C-1E47-A350-C30BFC28E65D}" type="presParOf" srcId="{E8671AAD-3917-7744-95FB-88D0EDF7BC12}" destId="{82E87BF2-0F75-2341-95FE-8475BE6536BD}" srcOrd="2" destOrd="0" presId="urn:microsoft.com/office/officeart/2005/8/layout/orgChart1"/>
    <dgm:cxn modelId="{A430638B-9FB4-454A-8909-42C26FB9BA3E}" type="presParOf" srcId="{BF2CEFBB-E0B7-E745-B179-56D00AFD81B4}" destId="{A1D70B7A-AFF4-954D-9722-69CAB35D8F45}" srcOrd="2" destOrd="0" presId="urn:microsoft.com/office/officeart/2005/8/layout/orgChart1"/>
    <dgm:cxn modelId="{2D5BE372-74A5-AA4C-A8BA-5DEE9C4029B8}" type="presParOf" srcId="{B323CF43-9F6B-4C4A-8D3F-9EA14F31E7E1}" destId="{413149E3-3D94-1241-85D2-8F8967D314EC}" srcOrd="2" destOrd="0" presId="urn:microsoft.com/office/officeart/2005/8/layout/orgChart1"/>
    <dgm:cxn modelId="{B9D3CB83-4C1F-6A4E-A961-577BD0604105}" type="presParOf" srcId="{B323CF43-9F6B-4C4A-8D3F-9EA14F31E7E1}" destId="{73EC9127-7A22-0840-A35D-6296233355F2}" srcOrd="3" destOrd="0" presId="urn:microsoft.com/office/officeart/2005/8/layout/orgChart1"/>
    <dgm:cxn modelId="{3F2D27A3-434D-9D41-B2D0-577D8F543D6A}" type="presParOf" srcId="{73EC9127-7A22-0840-A35D-6296233355F2}" destId="{027863AC-1FEA-1844-B88B-3D2A3AF217A7}" srcOrd="0" destOrd="0" presId="urn:microsoft.com/office/officeart/2005/8/layout/orgChart1"/>
    <dgm:cxn modelId="{67842696-184A-A349-9CBC-8A2ECD5C48CA}" type="presParOf" srcId="{027863AC-1FEA-1844-B88B-3D2A3AF217A7}" destId="{478A5F3E-3126-014E-998E-7DFB069E09DB}" srcOrd="0" destOrd="0" presId="urn:microsoft.com/office/officeart/2005/8/layout/orgChart1"/>
    <dgm:cxn modelId="{3C4BBA25-E48C-C040-8801-E4632762F393}" type="presParOf" srcId="{027863AC-1FEA-1844-B88B-3D2A3AF217A7}" destId="{11BD1FD4-ECD3-ED4F-A39F-CFB5B4A77B9E}" srcOrd="1" destOrd="0" presId="urn:microsoft.com/office/officeart/2005/8/layout/orgChart1"/>
    <dgm:cxn modelId="{F5B58FAF-CA81-A54D-B084-7CE73B59D832}" type="presParOf" srcId="{73EC9127-7A22-0840-A35D-6296233355F2}" destId="{8CA758A1-A92B-CE46-984D-2132A4DE83EE}" srcOrd="1" destOrd="0" presId="urn:microsoft.com/office/officeart/2005/8/layout/orgChart1"/>
    <dgm:cxn modelId="{F7F673DE-E32B-424B-B367-FEB46CD63536}" type="presParOf" srcId="{8CA758A1-A92B-CE46-984D-2132A4DE83EE}" destId="{A53304E3-4CD1-424D-8ED1-4CDBF79B9894}" srcOrd="0" destOrd="0" presId="urn:microsoft.com/office/officeart/2005/8/layout/orgChart1"/>
    <dgm:cxn modelId="{AE8839FF-AD75-234F-8686-F5E88E926E9A}" type="presParOf" srcId="{8CA758A1-A92B-CE46-984D-2132A4DE83EE}" destId="{578D5B84-C3BE-A242-B87E-D802E495760B}" srcOrd="1" destOrd="0" presId="urn:microsoft.com/office/officeart/2005/8/layout/orgChart1"/>
    <dgm:cxn modelId="{58C6A795-2DE7-994A-A9CA-9A7CDD013A2C}" type="presParOf" srcId="{578D5B84-C3BE-A242-B87E-D802E495760B}" destId="{9D821C93-F8CD-3C45-A4C3-DE5DEE6BC86A}" srcOrd="0" destOrd="0" presId="urn:microsoft.com/office/officeart/2005/8/layout/orgChart1"/>
    <dgm:cxn modelId="{4E2B86A7-187E-904B-8FD9-A9FAC01B83F2}" type="presParOf" srcId="{9D821C93-F8CD-3C45-A4C3-DE5DEE6BC86A}" destId="{5F285175-A84E-7547-B0E0-2BD6485D2B45}" srcOrd="0" destOrd="0" presId="urn:microsoft.com/office/officeart/2005/8/layout/orgChart1"/>
    <dgm:cxn modelId="{2828B226-4044-A442-AD10-346F9F0774FA}" type="presParOf" srcId="{9D821C93-F8CD-3C45-A4C3-DE5DEE6BC86A}" destId="{F9C55D9F-34A4-5648-9EC3-4289A396655D}" srcOrd="1" destOrd="0" presId="urn:microsoft.com/office/officeart/2005/8/layout/orgChart1"/>
    <dgm:cxn modelId="{5B582995-9ADD-0449-B0F3-8F12525C9045}" type="presParOf" srcId="{578D5B84-C3BE-A242-B87E-D802E495760B}" destId="{9FDD987B-4186-874C-BA91-EE83140C79CA}" srcOrd="1" destOrd="0" presId="urn:microsoft.com/office/officeart/2005/8/layout/orgChart1"/>
    <dgm:cxn modelId="{5CF626EE-3A2D-0B4E-BE20-C9978F93809A}" type="presParOf" srcId="{578D5B84-C3BE-A242-B87E-D802E495760B}" destId="{E0DD353A-8314-8D48-9DB2-1FD889552403}" srcOrd="2" destOrd="0" presId="urn:microsoft.com/office/officeart/2005/8/layout/orgChart1"/>
    <dgm:cxn modelId="{325899AD-B796-F144-9FB7-735423DFFC7A}" type="presParOf" srcId="{73EC9127-7A22-0840-A35D-6296233355F2}" destId="{7BD182A6-72C5-2E43-BFA8-2CAC00F08E0D}" srcOrd="2" destOrd="0" presId="urn:microsoft.com/office/officeart/2005/8/layout/orgChart1"/>
    <dgm:cxn modelId="{D6A7C993-E407-EB4F-8731-74423CD44624}" type="presParOf" srcId="{79019FF0-8BFE-9D4B-B886-840C546C6AAD}" destId="{3595CF6F-A261-D84C-9448-7169EE994A51}" srcOrd="2" destOrd="0" presId="urn:microsoft.com/office/officeart/2005/8/layout/orgChart1"/>
    <dgm:cxn modelId="{F577D64E-CB47-7146-A393-5DD31306F918}" type="presParOf" srcId="{1B8187CE-5ECA-5C45-A07D-DD336A47B5D5}" destId="{7B09B3EB-918F-B448-914A-A54C30B8248C}" srcOrd="2" destOrd="0" presId="urn:microsoft.com/office/officeart/2005/8/layout/orgChart1"/>
    <dgm:cxn modelId="{1C825A03-1900-624F-8A8A-E21D681EFB5B}" type="presParOf" srcId="{1B8187CE-5ECA-5C45-A07D-DD336A47B5D5}" destId="{171FBB5F-FC43-3049-A1BB-B2DFB198766D}" srcOrd="3" destOrd="0" presId="urn:microsoft.com/office/officeart/2005/8/layout/orgChart1"/>
    <dgm:cxn modelId="{17271DBF-5184-E44F-AD55-001BE0BC285C}" type="presParOf" srcId="{171FBB5F-FC43-3049-A1BB-B2DFB198766D}" destId="{26D9C631-6AB7-AA47-9C91-283AB34C4E90}" srcOrd="0" destOrd="0" presId="urn:microsoft.com/office/officeart/2005/8/layout/orgChart1"/>
    <dgm:cxn modelId="{4FA84BF7-95BB-E447-BEB7-932459EF5B9E}" type="presParOf" srcId="{26D9C631-6AB7-AA47-9C91-283AB34C4E90}" destId="{6DD467E0-A52F-2C42-B14A-AABEA3ADB685}" srcOrd="0" destOrd="0" presId="urn:microsoft.com/office/officeart/2005/8/layout/orgChart1"/>
    <dgm:cxn modelId="{8EBCEEBD-F98B-3247-97D1-EA7528A33C3E}" type="presParOf" srcId="{26D9C631-6AB7-AA47-9C91-283AB34C4E90}" destId="{C45B87FA-4E15-6448-B157-9C9950AA45FB}" srcOrd="1" destOrd="0" presId="urn:microsoft.com/office/officeart/2005/8/layout/orgChart1"/>
    <dgm:cxn modelId="{7720EB62-3395-C74C-BBB1-BB58508E0369}" type="presParOf" srcId="{171FBB5F-FC43-3049-A1BB-B2DFB198766D}" destId="{9F75272B-1124-C94B-8D90-22122AEFF9B7}" srcOrd="1" destOrd="0" presId="urn:microsoft.com/office/officeart/2005/8/layout/orgChart1"/>
    <dgm:cxn modelId="{5008D324-5985-B049-BC34-FAA9631F7CA2}" type="presParOf" srcId="{9F75272B-1124-C94B-8D90-22122AEFF9B7}" destId="{4D3D4943-D79E-3441-A354-6795C896AC87}" srcOrd="0" destOrd="0" presId="urn:microsoft.com/office/officeart/2005/8/layout/orgChart1"/>
    <dgm:cxn modelId="{E09B43BB-9691-BB48-99EB-8C5F210CCE44}" type="presParOf" srcId="{9F75272B-1124-C94B-8D90-22122AEFF9B7}" destId="{2B19F364-2373-D14C-9B3F-9B627CE94C51}" srcOrd="1" destOrd="0" presId="urn:microsoft.com/office/officeart/2005/8/layout/orgChart1"/>
    <dgm:cxn modelId="{E5BCC1DC-431D-CA4A-905B-33A499DCCD61}" type="presParOf" srcId="{2B19F364-2373-D14C-9B3F-9B627CE94C51}" destId="{69626ED2-3D73-D74F-9B08-EB1502ADEF76}" srcOrd="0" destOrd="0" presId="urn:microsoft.com/office/officeart/2005/8/layout/orgChart1"/>
    <dgm:cxn modelId="{F2216BAA-DC4D-CE45-B3BA-D892CB116077}" type="presParOf" srcId="{69626ED2-3D73-D74F-9B08-EB1502ADEF76}" destId="{A45FA4E7-10CE-3048-A678-07040279D420}" srcOrd="0" destOrd="0" presId="urn:microsoft.com/office/officeart/2005/8/layout/orgChart1"/>
    <dgm:cxn modelId="{C95700A5-A1F9-A941-878C-EDA097402394}" type="presParOf" srcId="{69626ED2-3D73-D74F-9B08-EB1502ADEF76}" destId="{35CC47A6-3DB6-FC41-AD08-159ED69EF84B}" srcOrd="1" destOrd="0" presId="urn:microsoft.com/office/officeart/2005/8/layout/orgChart1"/>
    <dgm:cxn modelId="{78A833FF-E869-E542-B54F-DB8A12550BE2}" type="presParOf" srcId="{2B19F364-2373-D14C-9B3F-9B627CE94C51}" destId="{BAA05834-6CD4-7544-AB4D-4E75510B894F}" srcOrd="1" destOrd="0" presId="urn:microsoft.com/office/officeart/2005/8/layout/orgChart1"/>
    <dgm:cxn modelId="{28D17F94-2210-6C4B-9A0A-2FA07AB274B0}" type="presParOf" srcId="{BAA05834-6CD4-7544-AB4D-4E75510B894F}" destId="{B34B24F6-B9F2-E447-905E-0D57BFA00BB7}" srcOrd="0" destOrd="0" presId="urn:microsoft.com/office/officeart/2005/8/layout/orgChart1"/>
    <dgm:cxn modelId="{904A92BA-0D76-1A49-9DE9-9A8EF2B27DEE}" type="presParOf" srcId="{BAA05834-6CD4-7544-AB4D-4E75510B894F}" destId="{EEC2E5DA-25B4-C04B-9AA0-3AE020FB1F52}" srcOrd="1" destOrd="0" presId="urn:microsoft.com/office/officeart/2005/8/layout/orgChart1"/>
    <dgm:cxn modelId="{662A8B8B-231F-B54B-8105-3DE80856A3B6}" type="presParOf" srcId="{EEC2E5DA-25B4-C04B-9AA0-3AE020FB1F52}" destId="{2B4FD1DE-ECCC-A941-9B7A-D7076B267D3F}" srcOrd="0" destOrd="0" presId="urn:microsoft.com/office/officeart/2005/8/layout/orgChart1"/>
    <dgm:cxn modelId="{4C076734-ED81-5B42-AFB9-5B27420D6809}" type="presParOf" srcId="{2B4FD1DE-ECCC-A941-9B7A-D7076B267D3F}" destId="{79A2CC01-904D-5C4C-B301-162D9C42352D}" srcOrd="0" destOrd="0" presId="urn:microsoft.com/office/officeart/2005/8/layout/orgChart1"/>
    <dgm:cxn modelId="{9D22EFD5-14F3-DE4C-AF30-F4B59FB3B268}" type="presParOf" srcId="{2B4FD1DE-ECCC-A941-9B7A-D7076B267D3F}" destId="{3722C091-B8D6-C644-8A89-246035F2AB95}" srcOrd="1" destOrd="0" presId="urn:microsoft.com/office/officeart/2005/8/layout/orgChart1"/>
    <dgm:cxn modelId="{A97915A0-A2A2-844E-8891-45C2034B2D89}" type="presParOf" srcId="{EEC2E5DA-25B4-C04B-9AA0-3AE020FB1F52}" destId="{89FD3697-D80C-B74F-A3E5-8A152AF1DA14}" srcOrd="1" destOrd="0" presId="urn:microsoft.com/office/officeart/2005/8/layout/orgChart1"/>
    <dgm:cxn modelId="{548DC698-BFD5-CC4D-A33B-329A2CAAD685}" type="presParOf" srcId="{EEC2E5DA-25B4-C04B-9AA0-3AE020FB1F52}" destId="{D2F21E8D-26C6-DD46-817F-E282A69BC84B}" srcOrd="2" destOrd="0" presId="urn:microsoft.com/office/officeart/2005/8/layout/orgChart1"/>
    <dgm:cxn modelId="{66C85D29-A3BA-A94C-B8C9-BA6656FFBE3E}" type="presParOf" srcId="{2B19F364-2373-D14C-9B3F-9B627CE94C51}" destId="{3B672C6D-A698-5B41-BA35-BB5E686C70C8}" srcOrd="2" destOrd="0" presId="urn:microsoft.com/office/officeart/2005/8/layout/orgChart1"/>
    <dgm:cxn modelId="{9F51BC39-66B8-5E45-9B4D-27CB63BDB178}" type="presParOf" srcId="{171FBB5F-FC43-3049-A1BB-B2DFB198766D}" destId="{1989DB9F-1158-A44C-86CB-354BE1661977}" srcOrd="2" destOrd="0" presId="urn:microsoft.com/office/officeart/2005/8/layout/orgChart1"/>
    <dgm:cxn modelId="{2221A218-A6AD-1D47-A7F4-C154E399B5E6}" type="presParOf" srcId="{FB1DA42C-B539-EB42-BEB3-7497EBFEF28C}" destId="{0A3B7DCC-CFB6-5446-A38A-BF7E4EBA39CD}"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4022725" y="0"/>
            <a:ext cx="3078163" cy="512763"/>
          </a:xfrm>
          <a:prstGeom prst="rect">
            <a:avLst/>
          </a:prstGeom>
        </p:spPr>
        <p:txBody>
          <a:bodyPr vert="horz" lIns="91440" tIns="45720" rIns="91440" bIns="45720" rtlCol="0"/>
          <a:lstStyle>
            <a:lvl1pPr algn="r">
              <a:defRPr sz="1200"/>
            </a:lvl1pPr>
          </a:lstStyle>
          <a:p>
            <a:fld id="{4A74DC39-E524-4C64-BC61-509CE6533ED4}" type="datetimeFigureOut">
              <a:rPr lang="pt-BR"/>
              <a:t>17/12/2015</a:t>
            </a:fld>
            <a:endParaRPr lang="pt-BR"/>
          </a:p>
        </p:txBody>
      </p:sp>
      <p:sp>
        <p:nvSpPr>
          <p:cNvPr id="4" name="Espaço Reservado para Imagem de Slide 3"/>
          <p:cNvSpPr>
            <a:spLocks noGrp="1" noRot="1" noChangeAspect="1"/>
          </p:cNvSpPr>
          <p:nvPr>
            <p:ph type="sldImg" idx="2"/>
          </p:nvPr>
        </p:nvSpPr>
        <p:spPr>
          <a:xfrm>
            <a:off x="1247775" y="1279525"/>
            <a:ext cx="4606925" cy="34544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709613" y="4926013"/>
            <a:ext cx="5683250" cy="4029075"/>
          </a:xfrm>
          <a:prstGeom prst="rect">
            <a:avLst/>
          </a:prstGeom>
        </p:spPr>
        <p:txBody>
          <a:bodyPr vert="horz" lIns="91440" tIns="45720" rIns="91440" bIns="45720"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4022725" y="9721850"/>
            <a:ext cx="3078163" cy="512763"/>
          </a:xfrm>
          <a:prstGeom prst="rect">
            <a:avLst/>
          </a:prstGeom>
        </p:spPr>
        <p:txBody>
          <a:bodyPr vert="horz" lIns="91440" tIns="45720" rIns="91440" bIns="45720" rtlCol="0" anchor="b"/>
          <a:lstStyle>
            <a:lvl1pPr algn="r">
              <a:defRPr sz="1200"/>
            </a:lvl1pPr>
          </a:lstStyle>
          <a:p>
            <a:fld id="{076A40CE-69CD-4894-9751-4DE9311BFEA4}" type="slidenum">
              <a:rPr lang="pt-BR"/>
              <a:t>‹nº›</a:t>
            </a:fld>
            <a:endParaRPr lang="pt-BR"/>
          </a:p>
        </p:txBody>
      </p:sp>
    </p:spTree>
    <p:extLst>
      <p:ext uri="{BB962C8B-B14F-4D97-AF65-F5344CB8AC3E}">
        <p14:creationId xmlns:p14="http://schemas.microsoft.com/office/powerpoint/2010/main" val="1278623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076A40CE-69CD-4894-9751-4DE9311BFEA4}" type="slidenum">
              <a:rPr lang="pt-BR"/>
              <a:t>1</a:t>
            </a:fld>
            <a:endParaRPr lang="pt-BR"/>
          </a:p>
        </p:txBody>
      </p:sp>
    </p:spTree>
    <p:extLst>
      <p:ext uri="{BB962C8B-B14F-4D97-AF65-F5344CB8AC3E}">
        <p14:creationId xmlns:p14="http://schemas.microsoft.com/office/powerpoint/2010/main" val="27341364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3081" name="Picture 9" descr="capa"/>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9050"/>
            <a:ext cx="9163050" cy="6877050"/>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ctrTitle"/>
          </p:nvPr>
        </p:nvSpPr>
        <p:spPr>
          <a:xfrm>
            <a:off x="685800" y="2130425"/>
            <a:ext cx="7772400" cy="1470025"/>
          </a:xfrm>
        </p:spPr>
        <p:txBody>
          <a:bodyPr/>
          <a:lstStyle>
            <a:lvl1pPr>
              <a:defRPr/>
            </a:lvl1pPr>
          </a:lstStyle>
          <a:p>
            <a:pPr lvl="0"/>
            <a:r>
              <a:rPr lang="pt-BR" altLang="en-US" noProof="0" smtClean="0"/>
              <a:t>Clique para editar o estilo do título mestre</a:t>
            </a:r>
          </a:p>
        </p:txBody>
      </p:sp>
      <p:sp>
        <p:nvSpPr>
          <p:cNvPr id="3076"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pt-BR" altLang="en-US" noProof="0" smtClean="0"/>
              <a:t>Clique para editar o estilo do subtítulo mestre</a:t>
            </a:r>
          </a:p>
        </p:txBody>
      </p:sp>
      <p:sp>
        <p:nvSpPr>
          <p:cNvPr id="3077" name="Rectangle 5"/>
          <p:cNvSpPr>
            <a:spLocks noGrp="1" noChangeArrowheads="1"/>
          </p:cNvSpPr>
          <p:nvPr>
            <p:ph type="dt" sz="half" idx="2"/>
          </p:nvPr>
        </p:nvSpPr>
        <p:spPr/>
        <p:txBody>
          <a:bodyPr/>
          <a:lstStyle>
            <a:lvl1pPr>
              <a:defRPr/>
            </a:lvl1pPr>
          </a:lstStyle>
          <a:p>
            <a:endParaRPr lang="pt-BR" altLang="en-US"/>
          </a:p>
        </p:txBody>
      </p:sp>
      <p:sp>
        <p:nvSpPr>
          <p:cNvPr id="3078" name="Rectangle 6"/>
          <p:cNvSpPr>
            <a:spLocks noGrp="1" noChangeArrowheads="1"/>
          </p:cNvSpPr>
          <p:nvPr>
            <p:ph type="ftr" sz="quarter" idx="3"/>
          </p:nvPr>
        </p:nvSpPr>
        <p:spPr/>
        <p:txBody>
          <a:bodyPr/>
          <a:lstStyle>
            <a:lvl1pPr>
              <a:defRPr/>
            </a:lvl1pPr>
          </a:lstStyle>
          <a:p>
            <a:endParaRPr lang="pt-BR" altLang="en-US"/>
          </a:p>
        </p:txBody>
      </p:sp>
      <p:sp>
        <p:nvSpPr>
          <p:cNvPr id="3079" name="Rectangle 7"/>
          <p:cNvSpPr>
            <a:spLocks noGrp="1" noChangeArrowheads="1"/>
          </p:cNvSpPr>
          <p:nvPr>
            <p:ph type="sldNum" sz="quarter" idx="4"/>
          </p:nvPr>
        </p:nvSpPr>
        <p:spPr/>
        <p:txBody>
          <a:bodyPr/>
          <a:lstStyle>
            <a:lvl1pPr>
              <a:defRPr/>
            </a:lvl1pPr>
          </a:lstStyle>
          <a:p>
            <a:fld id="{787CE05E-22C9-4325-86C8-D2F281C098F4}" type="slidenum">
              <a:rPr lang="pt-BR" altLang="en-US"/>
              <a:pPr/>
              <a:t>‹nº›</a:t>
            </a:fld>
            <a:endParaRPr lang="pt-B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lvl1pPr>
              <a:defRPr/>
            </a:lvl1pPr>
          </a:lstStyle>
          <a:p>
            <a:endParaRPr lang="pt-BR" altLang="en-US"/>
          </a:p>
        </p:txBody>
      </p:sp>
      <p:sp>
        <p:nvSpPr>
          <p:cNvPr id="5" name="Espaço Reservado para Rodapé 4"/>
          <p:cNvSpPr>
            <a:spLocks noGrp="1"/>
          </p:cNvSpPr>
          <p:nvPr>
            <p:ph type="ftr" sz="quarter" idx="11"/>
          </p:nvPr>
        </p:nvSpPr>
        <p:spPr/>
        <p:txBody>
          <a:bodyPr/>
          <a:lstStyle>
            <a:lvl1pPr>
              <a:defRPr/>
            </a:lvl1pPr>
          </a:lstStyle>
          <a:p>
            <a:endParaRPr lang="pt-BR" altLang="en-US"/>
          </a:p>
        </p:txBody>
      </p:sp>
      <p:sp>
        <p:nvSpPr>
          <p:cNvPr id="6" name="Espaço Reservado para Número de Slide 5"/>
          <p:cNvSpPr>
            <a:spLocks noGrp="1"/>
          </p:cNvSpPr>
          <p:nvPr>
            <p:ph type="sldNum" sz="quarter" idx="12"/>
          </p:nvPr>
        </p:nvSpPr>
        <p:spPr/>
        <p:txBody>
          <a:bodyPr/>
          <a:lstStyle>
            <a:lvl1pPr>
              <a:defRPr/>
            </a:lvl1pPr>
          </a:lstStyle>
          <a:p>
            <a:fld id="{ACD4D13F-1024-4567-9543-EE13C8730021}" type="slidenum">
              <a:rPr lang="pt-BR" altLang="en-US"/>
              <a:pPr/>
              <a:t>‹nº›</a:t>
            </a:fld>
            <a:endParaRPr lang="pt-BR" altLang="en-US"/>
          </a:p>
        </p:txBody>
      </p:sp>
    </p:spTree>
    <p:extLst>
      <p:ext uri="{BB962C8B-B14F-4D97-AF65-F5344CB8AC3E}">
        <p14:creationId xmlns:p14="http://schemas.microsoft.com/office/powerpoint/2010/main" val="1753573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23888" y="1709738"/>
            <a:ext cx="7886700" cy="2852737"/>
          </a:xfrm>
        </p:spPr>
        <p:txBody>
          <a:bodyPr anchor="b"/>
          <a:lstStyle>
            <a:lvl1pPr>
              <a:defRPr sz="6000"/>
            </a:lvl1pPr>
          </a:lstStyle>
          <a:p>
            <a:r>
              <a:rPr lang="pt-BR"/>
              <a:t>Clique para editar o título mestre</a:t>
            </a:r>
            <a:endParaRPr lang="en-US"/>
          </a:p>
        </p:txBody>
      </p:sp>
      <p:sp>
        <p:nvSpPr>
          <p:cNvPr id="3" name="Espaço Reservado para Texto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pt-BR"/>
              <a:t>Editar estilos de texto Mestre</a:t>
            </a:r>
          </a:p>
        </p:txBody>
      </p:sp>
      <p:sp>
        <p:nvSpPr>
          <p:cNvPr id="4" name="Espaço Reservado para Data 3"/>
          <p:cNvSpPr>
            <a:spLocks noGrp="1"/>
          </p:cNvSpPr>
          <p:nvPr>
            <p:ph type="dt" sz="half" idx="10"/>
          </p:nvPr>
        </p:nvSpPr>
        <p:spPr/>
        <p:txBody>
          <a:bodyPr/>
          <a:lstStyle>
            <a:lvl1pPr>
              <a:defRPr/>
            </a:lvl1pPr>
          </a:lstStyle>
          <a:p>
            <a:endParaRPr lang="pt-BR" altLang="en-US"/>
          </a:p>
        </p:txBody>
      </p:sp>
      <p:sp>
        <p:nvSpPr>
          <p:cNvPr id="5" name="Espaço Reservado para Rodapé 4"/>
          <p:cNvSpPr>
            <a:spLocks noGrp="1"/>
          </p:cNvSpPr>
          <p:nvPr>
            <p:ph type="ftr" sz="quarter" idx="11"/>
          </p:nvPr>
        </p:nvSpPr>
        <p:spPr/>
        <p:txBody>
          <a:bodyPr/>
          <a:lstStyle>
            <a:lvl1pPr>
              <a:defRPr/>
            </a:lvl1pPr>
          </a:lstStyle>
          <a:p>
            <a:endParaRPr lang="pt-BR" altLang="en-US"/>
          </a:p>
        </p:txBody>
      </p:sp>
      <p:sp>
        <p:nvSpPr>
          <p:cNvPr id="6" name="Espaço Reservado para Número de Slide 5"/>
          <p:cNvSpPr>
            <a:spLocks noGrp="1"/>
          </p:cNvSpPr>
          <p:nvPr>
            <p:ph type="sldNum" sz="quarter" idx="12"/>
          </p:nvPr>
        </p:nvSpPr>
        <p:spPr/>
        <p:txBody>
          <a:bodyPr/>
          <a:lstStyle>
            <a:lvl1pPr>
              <a:defRPr/>
            </a:lvl1pPr>
          </a:lstStyle>
          <a:p>
            <a:fld id="{81F7F1EE-D6F6-4B12-AE91-F4402078A0F4}" type="slidenum">
              <a:rPr lang="pt-BR" altLang="en-US"/>
              <a:pPr/>
              <a:t>‹nº›</a:t>
            </a:fld>
            <a:endParaRPr lang="pt-BR" altLang="en-US"/>
          </a:p>
        </p:txBody>
      </p:sp>
    </p:spTree>
    <p:extLst>
      <p:ext uri="{BB962C8B-B14F-4D97-AF65-F5344CB8AC3E}">
        <p14:creationId xmlns:p14="http://schemas.microsoft.com/office/powerpoint/2010/main" val="342893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sz="half" idx="1"/>
          </p:nvPr>
        </p:nvSpPr>
        <p:spPr>
          <a:xfrm>
            <a:off x="457200" y="1600200"/>
            <a:ext cx="4038600" cy="4525963"/>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p:cNvSpPr>
            <a:spLocks noGrp="1"/>
          </p:cNvSpPr>
          <p:nvPr>
            <p:ph sz="half" idx="2"/>
          </p:nvPr>
        </p:nvSpPr>
        <p:spPr>
          <a:xfrm>
            <a:off x="4648200" y="1600200"/>
            <a:ext cx="4038600" cy="4525963"/>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p:cNvSpPr>
            <a:spLocks noGrp="1"/>
          </p:cNvSpPr>
          <p:nvPr>
            <p:ph type="dt" sz="half" idx="10"/>
          </p:nvPr>
        </p:nvSpPr>
        <p:spPr/>
        <p:txBody>
          <a:bodyPr/>
          <a:lstStyle>
            <a:lvl1pPr>
              <a:defRPr/>
            </a:lvl1pPr>
          </a:lstStyle>
          <a:p>
            <a:endParaRPr lang="pt-BR" altLang="en-US"/>
          </a:p>
        </p:txBody>
      </p:sp>
      <p:sp>
        <p:nvSpPr>
          <p:cNvPr id="6" name="Espaço Reservado para Rodapé 5"/>
          <p:cNvSpPr>
            <a:spLocks noGrp="1"/>
          </p:cNvSpPr>
          <p:nvPr>
            <p:ph type="ftr" sz="quarter" idx="11"/>
          </p:nvPr>
        </p:nvSpPr>
        <p:spPr/>
        <p:txBody>
          <a:bodyPr/>
          <a:lstStyle>
            <a:lvl1pPr>
              <a:defRPr/>
            </a:lvl1pPr>
          </a:lstStyle>
          <a:p>
            <a:endParaRPr lang="pt-BR" altLang="en-US"/>
          </a:p>
        </p:txBody>
      </p:sp>
      <p:sp>
        <p:nvSpPr>
          <p:cNvPr id="7" name="Espaço Reservado para Número de Slide 6"/>
          <p:cNvSpPr>
            <a:spLocks noGrp="1"/>
          </p:cNvSpPr>
          <p:nvPr>
            <p:ph type="sldNum" sz="quarter" idx="12"/>
          </p:nvPr>
        </p:nvSpPr>
        <p:spPr/>
        <p:txBody>
          <a:bodyPr/>
          <a:lstStyle>
            <a:lvl1pPr>
              <a:defRPr/>
            </a:lvl1pPr>
          </a:lstStyle>
          <a:p>
            <a:fld id="{FAEE04CD-25D9-4EF3-AC8F-62FCD07ADA8E}" type="slidenum">
              <a:rPr lang="pt-BR" altLang="en-US"/>
              <a:pPr/>
              <a:t>‹nº›</a:t>
            </a:fld>
            <a:endParaRPr lang="pt-BR" altLang="en-US"/>
          </a:p>
        </p:txBody>
      </p:sp>
    </p:spTree>
    <p:extLst>
      <p:ext uri="{BB962C8B-B14F-4D97-AF65-F5344CB8AC3E}">
        <p14:creationId xmlns:p14="http://schemas.microsoft.com/office/powerpoint/2010/main" val="1592270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630238" y="365125"/>
            <a:ext cx="7886700" cy="1325563"/>
          </a:xfrm>
        </p:spPr>
        <p:txBody>
          <a:bodyPr/>
          <a:lstStyle/>
          <a:p>
            <a:r>
              <a:rPr lang="pt-BR"/>
              <a:t>Clique para editar o título mestre</a:t>
            </a:r>
            <a:endParaRPr lang="en-US"/>
          </a:p>
        </p:txBody>
      </p:sp>
      <p:sp>
        <p:nvSpPr>
          <p:cNvPr id="3" name="Espaço Reservado para Texto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p:cNvSpPr>
            <a:spLocks noGrp="1"/>
          </p:cNvSpPr>
          <p:nvPr>
            <p:ph sz="half" idx="2"/>
          </p:nvPr>
        </p:nvSpPr>
        <p:spPr>
          <a:xfrm>
            <a:off x="630238" y="2505075"/>
            <a:ext cx="386873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p:cNvSpPr>
            <a:spLocks noGrp="1"/>
          </p:cNvSpPr>
          <p:nvPr>
            <p:ph sz="quarter" idx="4"/>
          </p:nvPr>
        </p:nvSpPr>
        <p:spPr>
          <a:xfrm>
            <a:off x="4629150" y="2505075"/>
            <a:ext cx="38877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p:cNvSpPr>
            <a:spLocks noGrp="1"/>
          </p:cNvSpPr>
          <p:nvPr>
            <p:ph type="dt" sz="half" idx="10"/>
          </p:nvPr>
        </p:nvSpPr>
        <p:spPr/>
        <p:txBody>
          <a:bodyPr/>
          <a:lstStyle>
            <a:lvl1pPr>
              <a:defRPr/>
            </a:lvl1pPr>
          </a:lstStyle>
          <a:p>
            <a:endParaRPr lang="pt-BR" altLang="en-US"/>
          </a:p>
        </p:txBody>
      </p:sp>
      <p:sp>
        <p:nvSpPr>
          <p:cNvPr id="8" name="Espaço Reservado para Rodapé 7"/>
          <p:cNvSpPr>
            <a:spLocks noGrp="1"/>
          </p:cNvSpPr>
          <p:nvPr>
            <p:ph type="ftr" sz="quarter" idx="11"/>
          </p:nvPr>
        </p:nvSpPr>
        <p:spPr/>
        <p:txBody>
          <a:bodyPr/>
          <a:lstStyle>
            <a:lvl1pPr>
              <a:defRPr/>
            </a:lvl1pPr>
          </a:lstStyle>
          <a:p>
            <a:endParaRPr lang="pt-BR" altLang="en-US"/>
          </a:p>
        </p:txBody>
      </p:sp>
      <p:sp>
        <p:nvSpPr>
          <p:cNvPr id="9" name="Espaço Reservado para Número de Slide 8"/>
          <p:cNvSpPr>
            <a:spLocks noGrp="1"/>
          </p:cNvSpPr>
          <p:nvPr>
            <p:ph type="sldNum" sz="quarter" idx="12"/>
          </p:nvPr>
        </p:nvSpPr>
        <p:spPr/>
        <p:txBody>
          <a:bodyPr/>
          <a:lstStyle>
            <a:lvl1pPr>
              <a:defRPr/>
            </a:lvl1pPr>
          </a:lstStyle>
          <a:p>
            <a:fld id="{F030BC86-E54C-44AC-9929-0E1DD3720CAF}" type="slidenum">
              <a:rPr lang="pt-BR" altLang="en-US"/>
              <a:pPr/>
              <a:t>‹nº›</a:t>
            </a:fld>
            <a:endParaRPr lang="pt-BR" altLang="en-US"/>
          </a:p>
        </p:txBody>
      </p:sp>
    </p:spTree>
    <p:extLst>
      <p:ext uri="{BB962C8B-B14F-4D97-AF65-F5344CB8AC3E}">
        <p14:creationId xmlns:p14="http://schemas.microsoft.com/office/powerpoint/2010/main" val="1545988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Data 2"/>
          <p:cNvSpPr>
            <a:spLocks noGrp="1"/>
          </p:cNvSpPr>
          <p:nvPr>
            <p:ph type="dt" sz="half" idx="10"/>
          </p:nvPr>
        </p:nvSpPr>
        <p:spPr/>
        <p:txBody>
          <a:bodyPr/>
          <a:lstStyle>
            <a:lvl1pPr>
              <a:defRPr/>
            </a:lvl1pPr>
          </a:lstStyle>
          <a:p>
            <a:endParaRPr lang="pt-BR" altLang="en-US"/>
          </a:p>
        </p:txBody>
      </p:sp>
      <p:sp>
        <p:nvSpPr>
          <p:cNvPr id="4" name="Espaço Reservado para Rodapé 3"/>
          <p:cNvSpPr>
            <a:spLocks noGrp="1"/>
          </p:cNvSpPr>
          <p:nvPr>
            <p:ph type="ftr" sz="quarter" idx="11"/>
          </p:nvPr>
        </p:nvSpPr>
        <p:spPr/>
        <p:txBody>
          <a:bodyPr/>
          <a:lstStyle>
            <a:lvl1pPr>
              <a:defRPr/>
            </a:lvl1pPr>
          </a:lstStyle>
          <a:p>
            <a:endParaRPr lang="pt-BR" altLang="en-US"/>
          </a:p>
        </p:txBody>
      </p:sp>
      <p:sp>
        <p:nvSpPr>
          <p:cNvPr id="5" name="Espaço Reservado para Número de Slide 4"/>
          <p:cNvSpPr>
            <a:spLocks noGrp="1"/>
          </p:cNvSpPr>
          <p:nvPr>
            <p:ph type="sldNum" sz="quarter" idx="12"/>
          </p:nvPr>
        </p:nvSpPr>
        <p:spPr/>
        <p:txBody>
          <a:bodyPr/>
          <a:lstStyle>
            <a:lvl1pPr>
              <a:defRPr/>
            </a:lvl1pPr>
          </a:lstStyle>
          <a:p>
            <a:fld id="{76B36C10-6A3D-4173-B8F4-ED40E9673536}" type="slidenum">
              <a:rPr lang="pt-BR" altLang="en-US"/>
              <a:pPr/>
              <a:t>‹nº›</a:t>
            </a:fld>
            <a:endParaRPr lang="pt-BR" altLang="en-US"/>
          </a:p>
        </p:txBody>
      </p:sp>
    </p:spTree>
    <p:extLst>
      <p:ext uri="{BB962C8B-B14F-4D97-AF65-F5344CB8AC3E}">
        <p14:creationId xmlns:p14="http://schemas.microsoft.com/office/powerpoint/2010/main" val="1479663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lvl1pPr>
              <a:defRPr/>
            </a:lvl1pPr>
          </a:lstStyle>
          <a:p>
            <a:endParaRPr lang="pt-BR" altLang="en-US"/>
          </a:p>
        </p:txBody>
      </p:sp>
      <p:sp>
        <p:nvSpPr>
          <p:cNvPr id="3" name="Espaço Reservado para Rodapé 2"/>
          <p:cNvSpPr>
            <a:spLocks noGrp="1"/>
          </p:cNvSpPr>
          <p:nvPr>
            <p:ph type="ftr" sz="quarter" idx="11"/>
          </p:nvPr>
        </p:nvSpPr>
        <p:spPr/>
        <p:txBody>
          <a:bodyPr/>
          <a:lstStyle>
            <a:lvl1pPr>
              <a:defRPr/>
            </a:lvl1pPr>
          </a:lstStyle>
          <a:p>
            <a:endParaRPr lang="pt-BR" altLang="en-US"/>
          </a:p>
        </p:txBody>
      </p:sp>
      <p:sp>
        <p:nvSpPr>
          <p:cNvPr id="4" name="Espaço Reservado para Número de Slide 3"/>
          <p:cNvSpPr>
            <a:spLocks noGrp="1"/>
          </p:cNvSpPr>
          <p:nvPr>
            <p:ph type="sldNum" sz="quarter" idx="12"/>
          </p:nvPr>
        </p:nvSpPr>
        <p:spPr/>
        <p:txBody>
          <a:bodyPr/>
          <a:lstStyle>
            <a:lvl1pPr>
              <a:defRPr/>
            </a:lvl1pPr>
          </a:lstStyle>
          <a:p>
            <a:fld id="{8E45C527-DB43-4775-AAF2-9FBB0CC124C7}" type="slidenum">
              <a:rPr lang="pt-BR" altLang="en-US"/>
              <a:pPr/>
              <a:t>‹nº›</a:t>
            </a:fld>
            <a:endParaRPr lang="pt-BR" altLang="en-US"/>
          </a:p>
        </p:txBody>
      </p:sp>
    </p:spTree>
    <p:extLst>
      <p:ext uri="{BB962C8B-B14F-4D97-AF65-F5344CB8AC3E}">
        <p14:creationId xmlns:p14="http://schemas.microsoft.com/office/powerpoint/2010/main" val="3928296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endParaRPr lang="en-US"/>
          </a:p>
        </p:txBody>
      </p:sp>
      <p:sp>
        <p:nvSpPr>
          <p:cNvPr id="3" name="Espaço Reservado para Conteúdo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p:cNvSpPr>
            <a:spLocks noGrp="1"/>
          </p:cNvSpPr>
          <p:nvPr>
            <p:ph type="dt" sz="half" idx="10"/>
          </p:nvPr>
        </p:nvSpPr>
        <p:spPr/>
        <p:txBody>
          <a:bodyPr/>
          <a:lstStyle>
            <a:lvl1pPr>
              <a:defRPr/>
            </a:lvl1pPr>
          </a:lstStyle>
          <a:p>
            <a:endParaRPr lang="pt-BR" altLang="en-US"/>
          </a:p>
        </p:txBody>
      </p:sp>
      <p:sp>
        <p:nvSpPr>
          <p:cNvPr id="6" name="Espaço Reservado para Rodapé 5"/>
          <p:cNvSpPr>
            <a:spLocks noGrp="1"/>
          </p:cNvSpPr>
          <p:nvPr>
            <p:ph type="ftr" sz="quarter" idx="11"/>
          </p:nvPr>
        </p:nvSpPr>
        <p:spPr/>
        <p:txBody>
          <a:bodyPr/>
          <a:lstStyle>
            <a:lvl1pPr>
              <a:defRPr/>
            </a:lvl1pPr>
          </a:lstStyle>
          <a:p>
            <a:endParaRPr lang="pt-BR" altLang="en-US"/>
          </a:p>
        </p:txBody>
      </p:sp>
      <p:sp>
        <p:nvSpPr>
          <p:cNvPr id="7" name="Espaço Reservado para Número de Slide 6"/>
          <p:cNvSpPr>
            <a:spLocks noGrp="1"/>
          </p:cNvSpPr>
          <p:nvPr>
            <p:ph type="sldNum" sz="quarter" idx="12"/>
          </p:nvPr>
        </p:nvSpPr>
        <p:spPr/>
        <p:txBody>
          <a:bodyPr/>
          <a:lstStyle>
            <a:lvl1pPr>
              <a:defRPr/>
            </a:lvl1pPr>
          </a:lstStyle>
          <a:p>
            <a:fld id="{9F00CFED-1D80-4000-88C4-93D48549441A}" type="slidenum">
              <a:rPr lang="pt-BR" altLang="en-US"/>
              <a:pPr/>
              <a:t>‹nº›</a:t>
            </a:fld>
            <a:endParaRPr lang="pt-BR" altLang="en-US"/>
          </a:p>
        </p:txBody>
      </p:sp>
    </p:spTree>
    <p:extLst>
      <p:ext uri="{BB962C8B-B14F-4D97-AF65-F5344CB8AC3E}">
        <p14:creationId xmlns:p14="http://schemas.microsoft.com/office/powerpoint/2010/main" val="299910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endParaRPr lang="en-US"/>
          </a:p>
        </p:txBody>
      </p:sp>
      <p:sp>
        <p:nvSpPr>
          <p:cNvPr id="3" name="Espaço Reservado para Imagem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p:cNvSpPr>
            <a:spLocks noGrp="1"/>
          </p:cNvSpPr>
          <p:nvPr>
            <p:ph type="dt" sz="half" idx="10"/>
          </p:nvPr>
        </p:nvSpPr>
        <p:spPr/>
        <p:txBody>
          <a:bodyPr/>
          <a:lstStyle>
            <a:lvl1pPr>
              <a:defRPr/>
            </a:lvl1pPr>
          </a:lstStyle>
          <a:p>
            <a:endParaRPr lang="pt-BR" altLang="en-US"/>
          </a:p>
        </p:txBody>
      </p:sp>
      <p:sp>
        <p:nvSpPr>
          <p:cNvPr id="6" name="Espaço Reservado para Rodapé 5"/>
          <p:cNvSpPr>
            <a:spLocks noGrp="1"/>
          </p:cNvSpPr>
          <p:nvPr>
            <p:ph type="ftr" sz="quarter" idx="11"/>
          </p:nvPr>
        </p:nvSpPr>
        <p:spPr/>
        <p:txBody>
          <a:bodyPr/>
          <a:lstStyle>
            <a:lvl1pPr>
              <a:defRPr/>
            </a:lvl1pPr>
          </a:lstStyle>
          <a:p>
            <a:endParaRPr lang="pt-BR" altLang="en-US"/>
          </a:p>
        </p:txBody>
      </p:sp>
      <p:sp>
        <p:nvSpPr>
          <p:cNvPr id="7" name="Espaço Reservado para Número de Slide 6"/>
          <p:cNvSpPr>
            <a:spLocks noGrp="1"/>
          </p:cNvSpPr>
          <p:nvPr>
            <p:ph type="sldNum" sz="quarter" idx="12"/>
          </p:nvPr>
        </p:nvSpPr>
        <p:spPr/>
        <p:txBody>
          <a:bodyPr/>
          <a:lstStyle>
            <a:lvl1pPr>
              <a:defRPr/>
            </a:lvl1pPr>
          </a:lstStyle>
          <a:p>
            <a:fld id="{74325533-05A9-4F80-926C-378843C67C2B}" type="slidenum">
              <a:rPr lang="pt-BR" altLang="en-US"/>
              <a:pPr/>
              <a:t>‹nº›</a:t>
            </a:fld>
            <a:endParaRPr lang="pt-BR" altLang="en-US"/>
          </a:p>
        </p:txBody>
      </p:sp>
    </p:spTree>
    <p:extLst>
      <p:ext uri="{BB962C8B-B14F-4D97-AF65-F5344CB8AC3E}">
        <p14:creationId xmlns:p14="http://schemas.microsoft.com/office/powerpoint/2010/main" val="67459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lvl1pPr>
              <a:defRPr/>
            </a:lvl1pPr>
          </a:lstStyle>
          <a:p>
            <a:endParaRPr lang="pt-BR" altLang="en-US"/>
          </a:p>
        </p:txBody>
      </p:sp>
      <p:sp>
        <p:nvSpPr>
          <p:cNvPr id="5" name="Espaço Reservado para Rodapé 4"/>
          <p:cNvSpPr>
            <a:spLocks noGrp="1"/>
          </p:cNvSpPr>
          <p:nvPr>
            <p:ph type="ftr" sz="quarter" idx="11"/>
          </p:nvPr>
        </p:nvSpPr>
        <p:spPr/>
        <p:txBody>
          <a:bodyPr/>
          <a:lstStyle>
            <a:lvl1pPr>
              <a:defRPr/>
            </a:lvl1pPr>
          </a:lstStyle>
          <a:p>
            <a:endParaRPr lang="pt-BR" altLang="en-US"/>
          </a:p>
        </p:txBody>
      </p:sp>
      <p:sp>
        <p:nvSpPr>
          <p:cNvPr id="6" name="Espaço Reservado para Número de Slide 5"/>
          <p:cNvSpPr>
            <a:spLocks noGrp="1"/>
          </p:cNvSpPr>
          <p:nvPr>
            <p:ph type="sldNum" sz="quarter" idx="12"/>
          </p:nvPr>
        </p:nvSpPr>
        <p:spPr/>
        <p:txBody>
          <a:bodyPr/>
          <a:lstStyle>
            <a:lvl1pPr>
              <a:defRPr/>
            </a:lvl1pPr>
          </a:lstStyle>
          <a:p>
            <a:fld id="{8F43384B-C5AF-46E5-A5BC-0AFA84012B6E}" type="slidenum">
              <a:rPr lang="pt-BR" altLang="en-US"/>
              <a:pPr/>
              <a:t>‹nº›</a:t>
            </a:fld>
            <a:endParaRPr lang="pt-BR" altLang="en-US"/>
          </a:p>
        </p:txBody>
      </p:sp>
    </p:spTree>
    <p:extLst>
      <p:ext uri="{BB962C8B-B14F-4D97-AF65-F5344CB8AC3E}">
        <p14:creationId xmlns:p14="http://schemas.microsoft.com/office/powerpoint/2010/main" val="4050164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lvl1pPr>
              <a:defRPr/>
            </a:lvl1pPr>
          </a:lstStyle>
          <a:p>
            <a:endParaRPr lang="pt-BR" altLang="en-US"/>
          </a:p>
        </p:txBody>
      </p:sp>
      <p:sp>
        <p:nvSpPr>
          <p:cNvPr id="5" name="Espaço Reservado para Rodapé 4"/>
          <p:cNvSpPr>
            <a:spLocks noGrp="1"/>
          </p:cNvSpPr>
          <p:nvPr>
            <p:ph type="ftr" sz="quarter" idx="11"/>
          </p:nvPr>
        </p:nvSpPr>
        <p:spPr/>
        <p:txBody>
          <a:bodyPr/>
          <a:lstStyle>
            <a:lvl1pPr>
              <a:defRPr/>
            </a:lvl1pPr>
          </a:lstStyle>
          <a:p>
            <a:endParaRPr lang="pt-BR" altLang="en-US"/>
          </a:p>
        </p:txBody>
      </p:sp>
      <p:sp>
        <p:nvSpPr>
          <p:cNvPr id="6" name="Espaço Reservado para Número de Slide 5"/>
          <p:cNvSpPr>
            <a:spLocks noGrp="1"/>
          </p:cNvSpPr>
          <p:nvPr>
            <p:ph type="sldNum" sz="quarter" idx="12"/>
          </p:nvPr>
        </p:nvSpPr>
        <p:spPr/>
        <p:txBody>
          <a:bodyPr/>
          <a:lstStyle>
            <a:lvl1pPr>
              <a:defRPr/>
            </a:lvl1pPr>
          </a:lstStyle>
          <a:p>
            <a:fld id="{B140635F-0B01-42A7-91FE-7A435A192D04}" type="slidenum">
              <a:rPr lang="pt-BR" altLang="en-US"/>
              <a:pPr/>
              <a:t>‹nº›</a:t>
            </a:fld>
            <a:endParaRPr lang="pt-BR" altLang="en-US"/>
          </a:p>
        </p:txBody>
      </p:sp>
    </p:spTree>
    <p:extLst>
      <p:ext uri="{BB962C8B-B14F-4D97-AF65-F5344CB8AC3E}">
        <p14:creationId xmlns:p14="http://schemas.microsoft.com/office/powerpoint/2010/main" val="902367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3" name="Picture 9" descr="interna_clara"/>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9050" y="0"/>
            <a:ext cx="9163050" cy="6877050"/>
          </a:xfrm>
          <a:prstGeom prst="rect">
            <a:avLst/>
          </a:prstGeom>
          <a:noFill/>
          <a:extLst>
            <a:ext uri="{909E8E84-426E-40DD-AFC4-6F175D3DCCD1}">
              <a14:hiddenFill xmlns:a14="http://schemas.microsoft.com/office/drawing/2010/main">
                <a:solidFill>
                  <a:srgbClr val="FFFFFF"/>
                </a:solidFill>
              </a14:hiddenFill>
            </a:ext>
          </a:extLst>
        </p:spPr>
      </p:pic>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pt-BR" altLang="en-US" smtClean="0"/>
              <a:t>Clique para editar o estilo do título mestre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pt-BR" altLang="en-US" smtClean="0"/>
              <a:t>Clique para editar os estilos do texto mestre</a:t>
            </a:r>
          </a:p>
          <a:p>
            <a:pPr lvl="1"/>
            <a:r>
              <a:rPr lang="pt-BR" altLang="en-US" smtClean="0"/>
              <a:t>Segundo nível</a:t>
            </a:r>
          </a:p>
          <a:p>
            <a:pPr lvl="2"/>
            <a:r>
              <a:rPr lang="pt-BR" altLang="en-US" smtClean="0"/>
              <a:t>Terceiro nível</a:t>
            </a:r>
          </a:p>
          <a:p>
            <a:pPr lvl="3"/>
            <a:r>
              <a:rPr lang="pt-BR" altLang="en-US" smtClean="0"/>
              <a:t>Quarto nível</a:t>
            </a:r>
          </a:p>
          <a:p>
            <a:pPr lvl="4"/>
            <a:r>
              <a:rPr lang="pt-BR" altLang="en-US" smtClean="0"/>
              <a:t>Quinto nível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lnSpc>
                <a:spcPct val="100000"/>
              </a:lnSpc>
              <a:spcBef>
                <a:spcPct val="0"/>
              </a:spcBef>
              <a:spcAft>
                <a:spcPct val="0"/>
              </a:spcAft>
              <a:defRPr sz="1400"/>
            </a:lvl1pPr>
          </a:lstStyle>
          <a:p>
            <a:endParaRPr lang="pt-BR"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lnSpc>
                <a:spcPct val="100000"/>
              </a:lnSpc>
              <a:spcBef>
                <a:spcPct val="0"/>
              </a:spcBef>
              <a:spcAft>
                <a:spcPct val="0"/>
              </a:spcAft>
              <a:defRPr sz="1400"/>
            </a:lvl1pPr>
          </a:lstStyle>
          <a:p>
            <a:endParaRPr lang="pt-BR"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spcAft>
                <a:spcPct val="0"/>
              </a:spcAft>
              <a:defRPr sz="1400"/>
            </a:lvl1pPr>
          </a:lstStyle>
          <a:p>
            <a:fld id="{B0AC5DE1-67D5-495B-BCB8-6F418BC3F5A7}" type="slidenum">
              <a:rPr lang="pt-BR" altLang="en-US"/>
              <a:pPr/>
              <a:t>‹nº›</a:t>
            </a:fld>
            <a:endParaRPr lang="pt-B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oracle.com/br/products/applications/ebusiness/overview/index.html"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lagos.cobra.com.br/11iMBL1224" TargetMode="External"/><Relationship Id="rId2" Type="http://schemas.openxmlformats.org/officeDocument/2006/relationships/hyperlink" Target="http://lagos.cobra.com.br/ebs1224" TargetMode="Externa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hyperlink" Target="https://docs.oracle.com/cd/E18727_01/doc.121/e13620/T450006T450009.htm#I_tx2Dcatx2Djrnlcat" TargetMode="External"/><Relationship Id="rId3" Type="http://schemas.openxmlformats.org/officeDocument/2006/relationships/hyperlink" Target="https://docs.oracle.com/cd/E18727_01/doc.121/e13620/T450006T450009.htm#I_px2Ddff" TargetMode="External"/><Relationship Id="rId7" Type="http://schemas.openxmlformats.org/officeDocument/2006/relationships/hyperlink" Target="https://docs.oracle.com/cd/E18727_01/doc.121/e13620/T450006T450009.htm#I_tx2Dsrcx2Djrnlsrc" TargetMode="External"/><Relationship Id="rId2" Type="http://schemas.openxmlformats.org/officeDocument/2006/relationships/hyperlink" Target="https://docs.oracle.com/cd/E18727_01/doc.121/e13620/T450006T450009.htm#I_px2Dcoa" TargetMode="External"/><Relationship Id="rId1" Type="http://schemas.openxmlformats.org/officeDocument/2006/relationships/slideLayout" Target="../slideLayouts/slideLayout6.xml"/><Relationship Id="rId6" Type="http://schemas.openxmlformats.org/officeDocument/2006/relationships/hyperlink" Target="https://docs.oracle.com/cd/E18727_01/doc.121/e13620/T450006T450009.htm#I_tx2Dadbx2Dtx78cal" TargetMode="External"/><Relationship Id="rId11" Type="http://schemas.openxmlformats.org/officeDocument/2006/relationships/image" Target="../media/image8.gif"/><Relationship Id="rId5" Type="http://schemas.openxmlformats.org/officeDocument/2006/relationships/hyperlink" Target="https://docs.oracle.com/cd/E18727_01/doc.121/e13620/T450006T450009.htm#I_tx2Dcal" TargetMode="External"/><Relationship Id="rId10" Type="http://schemas.openxmlformats.org/officeDocument/2006/relationships/hyperlink" Target="https://docs.oracle.com/cd/E18727_01/doc.121/e13620/T450006T450009.htm#glsudefaccesssets" TargetMode="External"/><Relationship Id="rId4" Type="http://schemas.openxmlformats.org/officeDocument/2006/relationships/hyperlink" Target="https://docs.oracle.com/cd/E18727_01/doc.121/e13620/T450006T450009.htm#I_tx2Dperx2Dpertyp" TargetMode="External"/><Relationship Id="rId9" Type="http://schemas.openxmlformats.org/officeDocument/2006/relationships/hyperlink" Target="https://docs.oracle.com/cd/E18727_01/doc.121/e13620/T450006T450009.htm#glsudataaccset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file:///C:\Documents%20and%20Settings\MetroPCS\25-Apr-2007\Sample%20CRP-1%20Guide.doc" TargetMode="External"/><Relationship Id="rId2" Type="http://schemas.openxmlformats.org/officeDocument/2006/relationships/hyperlink" Target="file:///C:\Documents%20and%20Settings\fwalker\Local%20Settings\Temp\Sample%20CRP-1%20Guide.doc" TargetMode="External"/><Relationship Id="rId1" Type="http://schemas.openxmlformats.org/officeDocument/2006/relationships/slideLayout" Target="../slideLayouts/slideLayout6.xml"/><Relationship Id="rId5" Type="http://schemas.openxmlformats.org/officeDocument/2006/relationships/hyperlink" Target="file:///C:\Documents%20and%20Settings\fwalker\Local%20Settings\Temp\XYZ%20Cut-Over%20Plan.doc" TargetMode="External"/><Relationship Id="rId4" Type="http://schemas.openxmlformats.org/officeDocument/2006/relationships/hyperlink" Target="file:///C:\Documents%20and%20Settings\fwalker\Local%20Settings\Temp\Sample_ACCELERATOR_QUESTIONS-%20Common%20Business%20Questions.doc"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file:///C:\Documents%20and%20Settings\MetroPCS\25-Apr-2007\Sample%20CRP-1%20Guide.doc" TargetMode="External"/><Relationship Id="rId2" Type="http://schemas.openxmlformats.org/officeDocument/2006/relationships/hyperlink" Target="file:///C:\Documents%20and%20Settings\fwalker\Local%20Settings\Temp\Sample%20CRP-1%20Guide.doc" TargetMode="External"/><Relationship Id="rId1" Type="http://schemas.openxmlformats.org/officeDocument/2006/relationships/slideLayout" Target="../slideLayouts/slideLayout6.xml"/><Relationship Id="rId4" Type="http://schemas.openxmlformats.org/officeDocument/2006/relationships/hyperlink" Target="file:///C:\Documents%20and%20Settings\fwalker\Local%20Settings\Temp\Sample_ACCELERATOR_QUESTIONS-%20Common%20Business%20Questions.doc"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file:///C:\Documents%20and%20Settings\MetroPCS\25-Apr-2007\Sample%20CRP-1%20Guide.doc" TargetMode="External"/><Relationship Id="rId2" Type="http://schemas.openxmlformats.org/officeDocument/2006/relationships/hyperlink" Target="file:///C:\Documents%20and%20Settings\fwalker\Local%20Settings\Temp\Sample%20CRP-1%20Guide.doc" TargetMode="External"/><Relationship Id="rId1" Type="http://schemas.openxmlformats.org/officeDocument/2006/relationships/slideLayout" Target="../slideLayouts/slideLayout6.xml"/><Relationship Id="rId4" Type="http://schemas.openxmlformats.org/officeDocument/2006/relationships/hyperlink" Target="file:///C:\Documents%20and%20Settings\fwalker\Local%20Settings\Temp\Sample_ACCELERATOR_QUESTIONS-%20Common%20Business%20Questions.doc"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file:///C:\Documents%20and%20Settings\MetroPCS\25-Apr-2007\Sample%20CRP-1%20Guide.doc" TargetMode="External"/><Relationship Id="rId2" Type="http://schemas.openxmlformats.org/officeDocument/2006/relationships/hyperlink" Target="file:///C:\Documents%20and%20Settings\fwalker\Local%20Settings\Temp\Sample%20CRP-1%20Guide.doc"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6.xml"/><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1.bp.blogspot.com/-1Jd3oRtGFaY/UKxtqgVjrPI/AAAAAAAAADk/TyeYUv_WePQ/s1600/Screen+Shot+2012-11-20+at+10.58.08+PM.png" TargetMode="Externa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alm.cobra.com.br:18080/svn/EBS_12_2_4" TargetMode="Externa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95536" y="1628800"/>
            <a:ext cx="7988300" cy="2173717"/>
          </a:xfrm>
          <a:effectLst>
            <a:outerShdw dist="17961" dir="2700000" algn="ctr" rotWithShape="0">
              <a:schemeClr val="tx1"/>
            </a:outerShdw>
          </a:effectLst>
        </p:spPr>
        <p:txBody>
          <a:bodyPr/>
          <a:lstStyle/>
          <a:p>
            <a:r>
              <a:rPr lang="pt-BR" altLang="en-US" b="1" dirty="0" err="1" smtClean="0">
                <a:solidFill>
                  <a:srgbClr val="FFCC00"/>
                </a:solidFill>
              </a:rPr>
              <a:t>Funcion</a:t>
            </a:r>
            <a:r>
              <a:rPr lang="en-US" altLang="en-US" b="1" dirty="0" err="1" smtClean="0">
                <a:solidFill>
                  <a:srgbClr val="FFCC00"/>
                </a:solidFill>
              </a:rPr>
              <a:t>ais</a:t>
            </a:r>
            <a:r>
              <a:rPr lang="en-US" altLang="en-US" b="1" dirty="0" smtClean="0">
                <a:solidFill>
                  <a:srgbClr val="FFCC00"/>
                </a:solidFill>
              </a:rPr>
              <a:t> </a:t>
            </a:r>
            <a:r>
              <a:rPr lang="en-US" altLang="en-US" b="1" dirty="0" err="1" smtClean="0">
                <a:solidFill>
                  <a:srgbClr val="FFCC00"/>
                </a:solidFill>
              </a:rPr>
              <a:t>Visão</a:t>
            </a:r>
            <a:r>
              <a:rPr lang="en-US" altLang="en-US" b="1" dirty="0" smtClean="0">
                <a:solidFill>
                  <a:srgbClr val="FFCC00"/>
                </a:solidFill>
              </a:rPr>
              <a:t> e </a:t>
            </a:r>
            <a:r>
              <a:rPr lang="en-US" altLang="en-US" b="1" dirty="0" err="1" smtClean="0">
                <a:solidFill>
                  <a:srgbClr val="FFCC00"/>
                </a:solidFill>
              </a:rPr>
              <a:t>Entendimento</a:t>
            </a:r>
            <a:r>
              <a:rPr lang="en-US" altLang="en-US" b="1" dirty="0" smtClean="0">
                <a:solidFill>
                  <a:srgbClr val="FFCC00"/>
                </a:solidFill>
              </a:rPr>
              <a:t/>
            </a:r>
            <a:br>
              <a:rPr lang="en-US" altLang="en-US" b="1" dirty="0" smtClean="0">
                <a:solidFill>
                  <a:srgbClr val="FFCC00"/>
                </a:solidFill>
              </a:rPr>
            </a:br>
            <a:r>
              <a:rPr lang="en-US" altLang="en-US" b="1" dirty="0" err="1" smtClean="0">
                <a:solidFill>
                  <a:srgbClr val="FFCC00"/>
                </a:solidFill>
              </a:rPr>
              <a:t>Projeto</a:t>
            </a:r>
            <a:r>
              <a:rPr lang="en-US" altLang="en-US" b="1" dirty="0" smtClean="0">
                <a:solidFill>
                  <a:srgbClr val="FFCC00"/>
                </a:solidFill>
              </a:rPr>
              <a:t> </a:t>
            </a:r>
            <a:r>
              <a:rPr lang="en-US" altLang="en-US" b="1" dirty="0" err="1" smtClean="0">
                <a:solidFill>
                  <a:srgbClr val="FFCC00"/>
                </a:solidFill>
              </a:rPr>
              <a:t>Reimplementação</a:t>
            </a:r>
            <a:endParaRPr lang="pt-BR" altLang="en-US" b="1" dirty="0">
              <a:solidFill>
                <a:srgbClr val="FFCC00"/>
              </a:solidFill>
            </a:endParaRPr>
          </a:p>
        </p:txBody>
      </p:sp>
      <p:sp>
        <p:nvSpPr>
          <p:cNvPr id="2051" name="Rectangle 3"/>
          <p:cNvSpPr>
            <a:spLocks noGrp="1" noChangeArrowheads="1"/>
          </p:cNvSpPr>
          <p:nvPr>
            <p:ph type="subTitle" idx="1"/>
          </p:nvPr>
        </p:nvSpPr>
        <p:spPr>
          <a:xfrm>
            <a:off x="539552" y="3645024"/>
            <a:ext cx="8393113" cy="2016224"/>
          </a:xfrm>
          <a:effectLst>
            <a:outerShdw dist="17961" dir="2700000" algn="ctr" rotWithShape="0">
              <a:schemeClr val="tx1"/>
            </a:outerShdw>
          </a:effectLst>
        </p:spPr>
        <p:txBody>
          <a:bodyPr/>
          <a:lstStyle/>
          <a:p>
            <a:pPr algn="r"/>
            <a:r>
              <a:rPr lang="pt-BR" altLang="en-US" dirty="0" smtClean="0">
                <a:solidFill>
                  <a:schemeClr val="bg1"/>
                </a:solidFill>
              </a:rPr>
              <a:t>PGE</a:t>
            </a:r>
          </a:p>
          <a:p>
            <a:pPr algn="r"/>
            <a:r>
              <a:rPr lang="pt-BR" altLang="en-US" dirty="0" smtClean="0">
                <a:solidFill>
                  <a:schemeClr val="bg1"/>
                </a:solidFill>
              </a:rPr>
              <a:t>Horácio Vasconcellos</a:t>
            </a:r>
            <a:endParaRPr lang="pt-BR" altLang="en-US"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endParaRPr lang="pt-BR" dirty="0"/>
          </a:p>
        </p:txBody>
      </p:sp>
      <p:sp>
        <p:nvSpPr>
          <p:cNvPr id="4" name="CaixaDeTexto 3"/>
          <p:cNvSpPr txBox="1"/>
          <p:nvPr/>
        </p:nvSpPr>
        <p:spPr>
          <a:xfrm>
            <a:off x="34662" y="908720"/>
            <a:ext cx="9109338" cy="4995214"/>
          </a:xfrm>
          <a:prstGeom prst="rect">
            <a:avLst/>
          </a:prstGeom>
          <a:noFill/>
        </p:spPr>
        <p:txBody>
          <a:bodyPr wrap="square" rtlCol="0">
            <a:spAutoFit/>
          </a:bodyPr>
          <a:lstStyle/>
          <a:p>
            <a:pPr marL="285750" indent="-285750">
              <a:buFont typeface="Wingdings" panose="05000000000000000000" pitchFamily="2" charset="2"/>
              <a:buChar char="q"/>
            </a:pPr>
            <a:r>
              <a:rPr lang="pt-BR" dirty="0"/>
              <a:t>Oracle E-Business </a:t>
            </a:r>
            <a:r>
              <a:rPr lang="pt-BR" dirty="0" err="1"/>
              <a:t>Suite</a:t>
            </a:r>
            <a:r>
              <a:rPr lang="pt-BR" dirty="0"/>
              <a:t> </a:t>
            </a:r>
            <a:r>
              <a:rPr lang="pt-BR" dirty="0" smtClean="0"/>
              <a:t>ou Oracle </a:t>
            </a:r>
            <a:r>
              <a:rPr lang="pt-BR" dirty="0" err="1" smtClean="0"/>
              <a:t>Applications</a:t>
            </a:r>
            <a:r>
              <a:rPr lang="pt-BR" dirty="0" smtClean="0"/>
              <a:t> é </a:t>
            </a:r>
            <a:r>
              <a:rPr lang="pt-BR" dirty="0"/>
              <a:t>o mais abrangente conjunto de aplicativos de negócios </a:t>
            </a:r>
            <a:r>
              <a:rPr lang="pt-BR" dirty="0" smtClean="0"/>
              <a:t>integrados, que </a:t>
            </a:r>
            <a:r>
              <a:rPr lang="pt-BR" dirty="0"/>
              <a:t>permite às organizações </a:t>
            </a:r>
            <a:r>
              <a:rPr lang="pt-BR" dirty="0" smtClean="0"/>
              <a:t>tomarem </a:t>
            </a:r>
            <a:r>
              <a:rPr lang="pt-BR" dirty="0"/>
              <a:t>decisões melhores, </a:t>
            </a:r>
            <a:r>
              <a:rPr lang="pt-BR" dirty="0" smtClean="0"/>
              <a:t>reduzindo custos </a:t>
            </a:r>
            <a:r>
              <a:rPr lang="pt-BR" dirty="0"/>
              <a:t>e </a:t>
            </a:r>
            <a:r>
              <a:rPr lang="pt-BR" dirty="0" err="1" smtClean="0"/>
              <a:t>melhorarando</a:t>
            </a:r>
            <a:r>
              <a:rPr lang="pt-BR" dirty="0" smtClean="0"/>
              <a:t> </a:t>
            </a:r>
            <a:r>
              <a:rPr lang="pt-BR" dirty="0"/>
              <a:t>o desempenho</a:t>
            </a:r>
            <a:r>
              <a:rPr lang="pt-BR" dirty="0" smtClean="0"/>
              <a:t>. </a:t>
            </a:r>
            <a:r>
              <a:rPr lang="pt-BR" dirty="0"/>
              <a:t>(</a:t>
            </a:r>
            <a:r>
              <a:rPr lang="pt-BR" dirty="0">
                <a:hlinkClick r:id="rId2"/>
              </a:rPr>
              <a:t>http://</a:t>
            </a:r>
            <a:r>
              <a:rPr lang="pt-BR" dirty="0" smtClean="0">
                <a:hlinkClick r:id="rId2"/>
              </a:rPr>
              <a:t>www.oracle.com/br/products/applications/ebusiness/overview/index.html</a:t>
            </a:r>
            <a:r>
              <a:rPr lang="pt-BR" dirty="0" smtClean="0"/>
              <a:t>)</a:t>
            </a:r>
          </a:p>
          <a:p>
            <a:pPr marL="285750" indent="-285750">
              <a:buFont typeface="Wingdings" panose="05000000000000000000" pitchFamily="2" charset="2"/>
              <a:buChar char="q"/>
            </a:pPr>
            <a:r>
              <a:rPr lang="pt-BR" dirty="0"/>
              <a:t>A Oracle inicialmente lançou sua suíte de </a:t>
            </a:r>
            <a:r>
              <a:rPr lang="pt-BR" dirty="0" smtClean="0"/>
              <a:t>aplicativos para FINANÇAS no </a:t>
            </a:r>
            <a:r>
              <a:rPr lang="pt-BR" dirty="0"/>
              <a:t>final de 1980</a:t>
            </a:r>
            <a:r>
              <a:rPr lang="pt-BR" dirty="0" smtClean="0"/>
              <a:t>.</a:t>
            </a:r>
          </a:p>
          <a:p>
            <a:pPr marL="285750" indent="-285750">
              <a:buFont typeface="Wingdings" panose="05000000000000000000" pitchFamily="2" charset="2"/>
              <a:buChar char="q"/>
            </a:pPr>
            <a:r>
              <a:rPr lang="pt-BR" dirty="0" smtClean="0"/>
              <a:t>Na Cobra Tecnologia (BB Tecnologia e Serviços)</a:t>
            </a:r>
          </a:p>
          <a:p>
            <a:pPr marL="742950" lvl="1" indent="-285750">
              <a:spcBef>
                <a:spcPts val="0"/>
              </a:spcBef>
              <a:spcAft>
                <a:spcPts val="0"/>
              </a:spcAft>
              <a:buFont typeface="Wingdings" panose="05000000000000000000" pitchFamily="2" charset="2"/>
              <a:buChar char="q"/>
            </a:pPr>
            <a:r>
              <a:rPr lang="pt-BR" dirty="0" smtClean="0"/>
              <a:t>Indicado pela Consultoria Venturi – 1998;</a:t>
            </a:r>
          </a:p>
          <a:p>
            <a:pPr marL="742950" lvl="1" indent="-285750">
              <a:spcBef>
                <a:spcPts val="0"/>
              </a:spcBef>
              <a:spcAft>
                <a:spcPts val="0"/>
              </a:spcAft>
              <a:buFont typeface="Wingdings" panose="05000000000000000000" pitchFamily="2" charset="2"/>
              <a:buChar char="q"/>
            </a:pPr>
            <a:r>
              <a:rPr lang="pt-BR" dirty="0" smtClean="0"/>
              <a:t>Início em maio </a:t>
            </a:r>
            <a:r>
              <a:rPr lang="pt-BR" dirty="0"/>
              <a:t>de 2000, interrompido em abril de 2001, retomado em agosto de </a:t>
            </a:r>
            <a:r>
              <a:rPr lang="pt-BR" dirty="0" smtClean="0"/>
              <a:t>2002 e Implantado em 2002;</a:t>
            </a:r>
          </a:p>
          <a:p>
            <a:pPr marL="742950" lvl="1" indent="-285750">
              <a:spcBef>
                <a:spcPts val="0"/>
              </a:spcBef>
              <a:spcAft>
                <a:spcPts val="0"/>
              </a:spcAft>
              <a:buFont typeface="Wingdings" panose="05000000000000000000" pitchFamily="2" charset="2"/>
              <a:buChar char="q"/>
            </a:pPr>
            <a:r>
              <a:rPr lang="pt-BR" dirty="0" smtClean="0"/>
              <a:t>Migrado em 2009;</a:t>
            </a:r>
          </a:p>
          <a:p>
            <a:pPr marL="742950" lvl="1" indent="-285750">
              <a:spcBef>
                <a:spcPts val="0"/>
              </a:spcBef>
              <a:spcAft>
                <a:spcPts val="0"/>
              </a:spcAft>
              <a:buFont typeface="Wingdings" panose="05000000000000000000" pitchFamily="2" charset="2"/>
              <a:buChar char="q"/>
            </a:pPr>
            <a:r>
              <a:rPr lang="pt-BR" dirty="0" err="1" smtClean="0"/>
              <a:t>Reimplementação</a:t>
            </a:r>
            <a:r>
              <a:rPr lang="pt-BR" dirty="0" smtClean="0"/>
              <a:t> em 2015.</a:t>
            </a:r>
          </a:p>
          <a:p>
            <a:pPr marL="742950" lvl="1" indent="-285750">
              <a:buFont typeface="Wingdings" panose="05000000000000000000" pitchFamily="2" charset="2"/>
              <a:buChar char="q"/>
            </a:pPr>
            <a:endParaRPr lang="pt-BR" dirty="0" smtClean="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550938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34662" y="0"/>
            <a:ext cx="9109337" cy="66491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endParaRPr lang="pt-BR" dirty="0"/>
          </a:p>
        </p:txBody>
      </p:sp>
      <p:cxnSp>
        <p:nvCxnSpPr>
          <p:cNvPr id="3" name="Conector reto 2"/>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CaixaDeTexto 3"/>
          <p:cNvSpPr txBox="1"/>
          <p:nvPr/>
        </p:nvSpPr>
        <p:spPr>
          <a:xfrm>
            <a:off x="-833" y="908720"/>
            <a:ext cx="9109337" cy="3582519"/>
          </a:xfrm>
          <a:prstGeom prst="rect">
            <a:avLst/>
          </a:prstGeom>
          <a:noFill/>
        </p:spPr>
        <p:txBody>
          <a:bodyPr wrap="square" rtlCol="0">
            <a:spAutoFit/>
          </a:bodyPr>
          <a:lstStyle/>
          <a:p>
            <a:pPr marL="285750" indent="-285750">
              <a:buFont typeface="Wingdings" panose="05000000000000000000" pitchFamily="2" charset="2"/>
              <a:buChar char="Ø"/>
            </a:pPr>
            <a:r>
              <a:rPr lang="pt-BR" dirty="0" smtClean="0"/>
              <a:t>Documentação</a:t>
            </a:r>
          </a:p>
          <a:p>
            <a:pPr marL="742950" lvl="1" indent="-285750">
              <a:buFont typeface="Wingdings" panose="05000000000000000000" pitchFamily="2" charset="2"/>
              <a:buChar char="Ø"/>
            </a:pPr>
            <a:r>
              <a:rPr lang="pt-BR" dirty="0" smtClean="0">
                <a:hlinkClick r:id="rId2"/>
              </a:rPr>
              <a:t>http://lagos.cobra.com.br/ebs1224</a:t>
            </a:r>
            <a:r>
              <a:rPr lang="pt-BR" dirty="0" smtClean="0"/>
              <a:t> - Documentação Oracle da versão 12.2.x</a:t>
            </a:r>
          </a:p>
          <a:p>
            <a:pPr marL="742950" lvl="1" indent="-285750">
              <a:buFont typeface="Wingdings" panose="05000000000000000000" pitchFamily="2" charset="2"/>
              <a:buChar char="Ø"/>
            </a:pPr>
            <a:r>
              <a:rPr lang="pt-BR" dirty="0">
                <a:hlinkClick r:id="rId3"/>
              </a:rPr>
              <a:t>http://</a:t>
            </a:r>
            <a:r>
              <a:rPr lang="pt-BR" dirty="0" smtClean="0">
                <a:hlinkClick r:id="rId3"/>
              </a:rPr>
              <a:t>lagos.cobra.com.br/11iMBL1224</a:t>
            </a:r>
            <a:r>
              <a:rPr lang="pt-BR" dirty="0" smtClean="0"/>
              <a:t> - Diferença das tabelas 11.5.x para 12.2.x</a:t>
            </a:r>
          </a:p>
          <a:p>
            <a:pPr marL="285750" indent="-285750">
              <a:buFont typeface="Wingdings" panose="05000000000000000000" pitchFamily="2" charset="2"/>
              <a:buChar char="Ø"/>
            </a:pPr>
            <a:r>
              <a:rPr lang="pt-BR" dirty="0" smtClean="0"/>
              <a:t>Metodologia </a:t>
            </a:r>
            <a:r>
              <a:rPr lang="pt-BR" dirty="0"/>
              <a:t>Oracle </a:t>
            </a:r>
            <a:r>
              <a:rPr lang="pt-BR" dirty="0" smtClean="0"/>
              <a:t>(</a:t>
            </a:r>
            <a:r>
              <a:rPr lang="pt-BR" dirty="0" err="1" smtClean="0"/>
              <a:t>RUP,OpenUP,AIM</a:t>
            </a:r>
            <a:r>
              <a:rPr lang="pt-BR" dirty="0" smtClean="0"/>
              <a:t> e OUM</a:t>
            </a:r>
            <a:r>
              <a:rPr lang="pt-BR" dirty="0"/>
              <a:t>)</a:t>
            </a:r>
            <a:endParaRPr lang="pt-BR" dirty="0" smtClean="0"/>
          </a:p>
          <a:p>
            <a:pPr marL="742950" lvl="1" indent="-285750">
              <a:buFont typeface="Wingdings" panose="05000000000000000000" pitchFamily="2" charset="2"/>
              <a:buChar char="Ø"/>
            </a:pPr>
            <a:r>
              <a:rPr lang="pt-BR" dirty="0"/>
              <a:t>AIM (</a:t>
            </a:r>
            <a:r>
              <a:rPr lang="pt-BR" dirty="0" err="1"/>
              <a:t>Application</a:t>
            </a:r>
            <a:r>
              <a:rPr lang="pt-BR" dirty="0"/>
              <a:t> </a:t>
            </a:r>
            <a:r>
              <a:rPr lang="pt-BR" dirty="0" err="1"/>
              <a:t>Implementation</a:t>
            </a:r>
            <a:r>
              <a:rPr lang="pt-BR" dirty="0"/>
              <a:t> </a:t>
            </a:r>
            <a:r>
              <a:rPr lang="pt-BR" dirty="0" err="1" smtClean="0"/>
              <a:t>Methodology</a:t>
            </a:r>
            <a:r>
              <a:rPr lang="pt-BR" dirty="0" smtClean="0"/>
              <a:t>);</a:t>
            </a:r>
          </a:p>
          <a:p>
            <a:pPr marL="742950" lvl="1" indent="-285750">
              <a:buFont typeface="Wingdings" panose="05000000000000000000" pitchFamily="2" charset="2"/>
              <a:buChar char="Ø"/>
            </a:pPr>
            <a:r>
              <a:rPr lang="pt-BR" dirty="0"/>
              <a:t>OUM (Oracle </a:t>
            </a:r>
            <a:r>
              <a:rPr lang="pt-BR" dirty="0" err="1"/>
              <a:t>Unified</a:t>
            </a:r>
            <a:r>
              <a:rPr lang="pt-BR" dirty="0"/>
              <a:t> </a:t>
            </a:r>
            <a:r>
              <a:rPr lang="pt-BR" dirty="0" err="1" smtClean="0"/>
              <a:t>Method</a:t>
            </a:r>
            <a:r>
              <a:rPr lang="pt-BR" dirty="0" smtClean="0"/>
              <a:t>);</a:t>
            </a:r>
          </a:p>
          <a:p>
            <a:pPr marL="285750" indent="-285750">
              <a:buFont typeface="Wingdings" panose="05000000000000000000" pitchFamily="2" charset="2"/>
              <a:buChar char="Ø"/>
            </a:pPr>
            <a:r>
              <a:rPr lang="pt-BR" dirty="0" smtClean="0"/>
              <a:t>‘</a:t>
            </a:r>
            <a:endParaRPr lang="en-US" dirty="0"/>
          </a:p>
        </p:txBody>
      </p:sp>
      <p:pic>
        <p:nvPicPr>
          <p:cNvPr id="6" name="Imagem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6144" y="3356992"/>
            <a:ext cx="4475470" cy="2961269"/>
          </a:xfrm>
          <a:prstGeom prst="rect">
            <a:avLst/>
          </a:prstGeom>
        </p:spPr>
      </p:pic>
    </p:spTree>
    <p:extLst>
      <p:ext uri="{BB962C8B-B14F-4D97-AF65-F5344CB8AC3E}">
        <p14:creationId xmlns:p14="http://schemas.microsoft.com/office/powerpoint/2010/main" val="313343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34662" y="0"/>
            <a:ext cx="9109337" cy="66491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Suíte (cont.)</a:t>
            </a:r>
            <a:endParaRPr lang="pt-BR" dirty="0"/>
          </a:p>
        </p:txBody>
      </p:sp>
      <p:cxnSp>
        <p:nvCxnSpPr>
          <p:cNvPr id="3" name="Conector reto 2"/>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5" name="Tabela 4"/>
          <p:cNvGraphicFramePr>
            <a:graphicFrameLocks noGrp="1"/>
          </p:cNvGraphicFramePr>
          <p:nvPr>
            <p:extLst/>
          </p:nvPr>
        </p:nvGraphicFramePr>
        <p:xfrm>
          <a:off x="34662" y="1052736"/>
          <a:ext cx="8929825" cy="5112576"/>
        </p:xfrm>
        <a:graphic>
          <a:graphicData uri="http://schemas.openxmlformats.org/drawingml/2006/table">
            <a:tbl>
              <a:tblPr>
                <a:tableStyleId>{5C22544A-7EE6-4342-B048-85BDC9FD1C3A}</a:tableStyleId>
              </a:tblPr>
              <a:tblGrid>
                <a:gridCol w="637566"/>
                <a:gridCol w="5073324"/>
                <a:gridCol w="1368435"/>
                <a:gridCol w="1850500"/>
              </a:tblGrid>
              <a:tr h="341212">
                <a:tc>
                  <a:txBody>
                    <a:bodyPr/>
                    <a:lstStyle/>
                    <a:p>
                      <a:pPr algn="just" fontAlgn="ctr"/>
                      <a:r>
                        <a:rPr lang="en-US" sz="1000" u="none" strike="noStrike" dirty="0">
                          <a:effectLst/>
                        </a:rPr>
                        <a:t>AIM</a:t>
                      </a:r>
                      <a:endParaRPr lang="en-US" sz="1000" b="1" i="0" u="none" strike="noStrike" dirty="0">
                        <a:solidFill>
                          <a:srgbClr val="000000"/>
                        </a:solidFill>
                        <a:effectLst/>
                        <a:latin typeface="Calibri" panose="020F0502020204030204" pitchFamily="34" charset="0"/>
                      </a:endParaRPr>
                    </a:p>
                  </a:txBody>
                  <a:tcPr marL="8704" marR="8704" marT="8704" marB="0" anchor="ctr"/>
                </a:tc>
                <a:tc>
                  <a:txBody>
                    <a:bodyPr/>
                    <a:lstStyle/>
                    <a:p>
                      <a:pPr algn="ctr" fontAlgn="ctr"/>
                      <a:r>
                        <a:rPr lang="en-US" sz="1000" u="none" strike="noStrike">
                          <a:effectLst/>
                        </a:rPr>
                        <a:t>OUM</a:t>
                      </a:r>
                      <a:endParaRPr lang="en-US" sz="1000" b="1" i="0" u="none" strike="noStrike">
                        <a:solidFill>
                          <a:srgbClr val="000000"/>
                        </a:solidFill>
                        <a:effectLst/>
                        <a:latin typeface="Calibri" panose="020F0502020204030204" pitchFamily="34" charset="0"/>
                      </a:endParaRPr>
                    </a:p>
                  </a:txBody>
                  <a:tcPr marL="8704" marR="8704" marT="8704" marB="0" anchor="ctr"/>
                </a:tc>
                <a:tc>
                  <a:txBody>
                    <a:bodyPr/>
                    <a:lstStyle/>
                    <a:p>
                      <a:pPr algn="ctr" fontAlgn="ctr"/>
                      <a:r>
                        <a:rPr lang="en-US" sz="1000" u="none" strike="noStrike">
                          <a:effectLst/>
                        </a:rPr>
                        <a:t>Fase de utilização</a:t>
                      </a:r>
                      <a:endParaRPr lang="en-US" sz="1000" b="1" i="0" u="none" strike="noStrike">
                        <a:solidFill>
                          <a:srgbClr val="000000"/>
                        </a:solidFill>
                        <a:effectLst/>
                        <a:latin typeface="Calibri" panose="020F0502020204030204" pitchFamily="34" charset="0"/>
                      </a:endParaRPr>
                    </a:p>
                  </a:txBody>
                  <a:tcPr marL="8704" marR="8704" marT="8704" marB="0" anchor="ctr"/>
                </a:tc>
                <a:tc>
                  <a:txBody>
                    <a:bodyPr/>
                    <a:lstStyle/>
                    <a:p>
                      <a:pPr algn="ctr" fontAlgn="ctr"/>
                      <a:r>
                        <a:rPr lang="en-US" sz="1000" u="none" strike="noStrike">
                          <a:effectLst/>
                        </a:rPr>
                        <a:t>Obrigatório ou Opcional</a:t>
                      </a:r>
                      <a:endParaRPr lang="en-US" sz="1000" b="1" i="0" u="none" strike="noStrike">
                        <a:solidFill>
                          <a:srgbClr val="000000"/>
                        </a:solidFill>
                        <a:effectLst/>
                        <a:latin typeface="Calibri" panose="020F0502020204030204" pitchFamily="34" charset="0"/>
                      </a:endParaRPr>
                    </a:p>
                  </a:txBody>
                  <a:tcPr marL="8704" marR="8704" marT="8704" marB="0" anchor="ctr"/>
                </a:tc>
              </a:tr>
              <a:tr h="189460">
                <a:tc>
                  <a:txBody>
                    <a:bodyPr/>
                    <a:lstStyle/>
                    <a:p>
                      <a:pPr algn="l" fontAlgn="t"/>
                      <a:r>
                        <a:rPr lang="en-US" sz="1000" u="none" strike="noStrike">
                          <a:effectLst/>
                        </a:rPr>
                        <a:t>BP.080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RD-011_FUTURE_PROCESS_MODEL.DOC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Inicial</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Opcional</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RD.010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RD-012_PRESENT_AND_FUTURE_ORG_STRUCTURES.DOC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Inicial</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BP.060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RD-020_HIGH_LEVEL_BUSINESS_DESCRIPTIONS.DOC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Inicial</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BP.040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RD-030_CURRENT_PROCESS_MODEL.DOC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Inicial</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Opcional</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RD.020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RD-034_CURRENT_BUSINESS_BASELINE_METRICS.DOC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Inicial</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Opcional</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 </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RD-045_MOSCOW_LIST.XLS</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Inicial</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 </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dirty="0">
                          <a:effectLst/>
                        </a:rPr>
                        <a:t>RD-140_REQUIREMENTS_SPECIFICATION.DOC</a:t>
                      </a:r>
                      <a:endParaRPr lang="en-US" sz="1000" b="0" i="0" u="none" strike="noStrike" dirty="0">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Inicial</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RD.050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RA-023_USE_CASE_MODEL.DOC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Inicial</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BR.100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RA-040_BUSINESS_DATA_STRUCTURES</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Inicial</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RD.050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RA-024_USE_CASE_SPECIFICATION.DOC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BR.070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RA-090_REPORTING_FIT_ANALYSIS.XLS</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Opcional</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BR.030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AN-010_BUSINESS_REQUIREMENTS_MAPPING_FORM.DOC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MD.050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AN-050_ANALYSIS_MODEL.DOC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MD.050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AN-100_ANALYSIS_SPECIFICATION.DOC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MD.070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DS-140_DESIGN_SPECIFICATION.DOC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MD.060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DS-150_LOGICAL_DATABASE_DESIGN.DOC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Opcional</a:t>
                      </a:r>
                      <a:endParaRPr lang="en-US" sz="1000" b="0" i="0" u="none" strike="noStrike">
                        <a:solidFill>
                          <a:srgbClr val="000000"/>
                        </a:solidFill>
                        <a:effectLst/>
                        <a:latin typeface="Calibri" panose="020F0502020204030204" pitchFamily="34" charset="0"/>
                      </a:endParaRPr>
                    </a:p>
                  </a:txBody>
                  <a:tcPr marL="8704" marR="8704" marT="8704" marB="0"/>
                </a:tc>
              </a:tr>
              <a:tr h="224324">
                <a:tc>
                  <a:txBody>
                    <a:bodyPr/>
                    <a:lstStyle/>
                    <a:p>
                      <a:pPr algn="l" fontAlgn="t"/>
                      <a:r>
                        <a:rPr lang="en-US" sz="1000" u="none" strike="noStrike">
                          <a:effectLst/>
                        </a:rPr>
                        <a:t>TA.030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TA-070_INITIAL_ARCHITECTURE_AND_APPLICATION_MAPPING.DOC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Opcional</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BR.100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DS-030_APPLICATION_SETUP_DOCUMENT.DOC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TE.020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TE-020_UNIT_TEST_SCENARIOS.DOC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TE.030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TE-035_INTEGRATION_TEST_SCENARIOS.DOC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Opcional</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TE.040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TE-025_SYSTEM_TEST_SCENARIOS.DOC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Elaboração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CV.040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CV-027_DATA_MAPPING.DOC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Construção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CV.060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CV-040_CONVERSION_COMPONENT_DESIGNS.DOC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Construção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DO.070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DO-070_USER_GUIDE V1.0.DOC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Construção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Obrigatório</a:t>
                      </a:r>
                      <a:endParaRPr lang="en-US" sz="1000" b="0" i="0" u="none" strike="noStrike">
                        <a:solidFill>
                          <a:srgbClr val="000000"/>
                        </a:solidFill>
                        <a:effectLst/>
                        <a:latin typeface="Calibri" panose="020F0502020204030204" pitchFamily="34" charset="0"/>
                      </a:endParaRPr>
                    </a:p>
                  </a:txBody>
                  <a:tcPr marL="8704" marR="8704" marT="8704" marB="0"/>
                </a:tc>
              </a:tr>
              <a:tr h="189460">
                <a:tc>
                  <a:txBody>
                    <a:bodyPr/>
                    <a:lstStyle/>
                    <a:p>
                      <a:pPr algn="l" fontAlgn="t"/>
                      <a:r>
                        <a:rPr lang="en-US" sz="1000" u="none" strike="noStrike">
                          <a:effectLst/>
                        </a:rPr>
                        <a:t>MD.100</a:t>
                      </a:r>
                      <a:endParaRPr lang="en-US" sz="1000" b="1"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IM-040_PHYSICAL_DATABASE_DESIGN.DOC</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a:effectLst/>
                        </a:rPr>
                        <a:t>Construção</a:t>
                      </a:r>
                      <a:endParaRPr lang="en-US" sz="1000" b="0" i="0" u="none" strike="noStrike">
                        <a:solidFill>
                          <a:srgbClr val="000000"/>
                        </a:solidFill>
                        <a:effectLst/>
                        <a:latin typeface="Calibri" panose="020F0502020204030204" pitchFamily="34" charset="0"/>
                      </a:endParaRPr>
                    </a:p>
                  </a:txBody>
                  <a:tcPr marL="8704" marR="8704" marT="8704" marB="0"/>
                </a:tc>
                <a:tc>
                  <a:txBody>
                    <a:bodyPr/>
                    <a:lstStyle/>
                    <a:p>
                      <a:pPr algn="l" fontAlgn="t"/>
                      <a:r>
                        <a:rPr lang="en-US" sz="1000" u="none" strike="noStrike" dirty="0" err="1">
                          <a:effectLst/>
                        </a:rPr>
                        <a:t>Opcional</a:t>
                      </a: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8704" marR="8704" marT="8704" marB="0"/>
                </a:tc>
              </a:tr>
            </a:tbl>
          </a:graphicData>
        </a:graphic>
      </p:graphicFrame>
    </p:spTree>
    <p:extLst>
      <p:ext uri="{BB962C8B-B14F-4D97-AF65-F5344CB8AC3E}">
        <p14:creationId xmlns:p14="http://schemas.microsoft.com/office/powerpoint/2010/main" val="19273467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560" y="904691"/>
            <a:ext cx="8496944" cy="5842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ítulo 1"/>
          <p:cNvSpPr txBox="1">
            <a:spLocks/>
          </p:cNvSpPr>
          <p:nvPr/>
        </p:nvSpPr>
        <p:spPr>
          <a:xfrm>
            <a:off x="34662" y="0"/>
            <a:ext cx="9109337" cy="66491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Projeto Rei</a:t>
            </a:r>
            <a:endParaRPr lang="pt-BR" dirty="0"/>
          </a:p>
        </p:txBody>
      </p:sp>
      <p:cxnSp>
        <p:nvCxnSpPr>
          <p:cNvPr id="4" name="Conector reto 3"/>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0084476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3689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076" y="3236986"/>
            <a:ext cx="9144000" cy="400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1"/>
          <p:cNvSpPr txBox="1">
            <a:spLocks/>
          </p:cNvSpPr>
          <p:nvPr/>
        </p:nvSpPr>
        <p:spPr>
          <a:xfrm>
            <a:off x="34662" y="0"/>
            <a:ext cx="9109337" cy="66491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Projeto Rei</a:t>
            </a:r>
            <a:endParaRPr lang="pt-BR" dirty="0"/>
          </a:p>
        </p:txBody>
      </p:sp>
      <p:cxnSp>
        <p:nvCxnSpPr>
          <p:cNvPr id="3" name="Conector reto 2"/>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 name="Imagem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0085" y="963042"/>
            <a:ext cx="8234363"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62305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0" y="1"/>
            <a:ext cx="9144000" cy="908720"/>
          </a:xfrm>
          <a:prstGeom prst="rect">
            <a:avLst/>
          </a:prstGeom>
        </p:spPr>
        <p:txBody>
          <a:bodyPr anchor="ct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en-US" altLang="en-US" b="1" dirty="0" err="1" smtClean="0">
                <a:solidFill>
                  <a:schemeClr val="tx1"/>
                </a:solidFill>
              </a:rPr>
              <a:t>Prototipação</a:t>
            </a:r>
            <a:endParaRPr lang="pt-BR" dirty="0">
              <a:solidFill>
                <a:schemeClr val="tx1"/>
              </a:solidFill>
            </a:endParaRPr>
          </a:p>
        </p:txBody>
      </p:sp>
      <p:pic>
        <p:nvPicPr>
          <p:cNvPr id="3" name="Image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52736"/>
            <a:ext cx="9144000" cy="3744250"/>
          </a:xfrm>
          <a:prstGeom prst="rect">
            <a:avLst/>
          </a:prstGeom>
        </p:spPr>
      </p:pic>
    </p:spTree>
    <p:extLst>
      <p:ext uri="{BB962C8B-B14F-4D97-AF65-F5344CB8AC3E}">
        <p14:creationId xmlns:p14="http://schemas.microsoft.com/office/powerpoint/2010/main" val="1348170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(Metodologia)</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Slide Number Placeholder 4"/>
          <p:cNvSpPr>
            <a:spLocks noGrp="1"/>
          </p:cNvSpPr>
          <p:nvPr>
            <p:ph type="sldNum" sz="quarter" idx="12"/>
          </p:nvPr>
        </p:nvSpPr>
        <p:spPr>
          <a:xfrm>
            <a:off x="8316913" y="6580188"/>
            <a:ext cx="374650" cy="134937"/>
          </a:xfrm>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fld id="{360A85AD-76CA-C14F-9B6C-B29554774D88}" type="slidenum">
              <a:rPr lang="en-US" altLang="pt-BR">
                <a:solidFill>
                  <a:srgbClr val="898989"/>
                </a:solidFill>
              </a:rPr>
              <a:pPr algn="ctr"/>
              <a:t>8</a:t>
            </a:fld>
            <a:endParaRPr lang="en-US" altLang="pt-BR">
              <a:solidFill>
                <a:srgbClr val="898989"/>
              </a:solidFill>
            </a:endParaRPr>
          </a:p>
        </p:txBody>
      </p:sp>
      <p:sp>
        <p:nvSpPr>
          <p:cNvPr id="42" name="Text Box 8"/>
          <p:cNvSpPr txBox="1">
            <a:spLocks noChangeArrowheads="1"/>
          </p:cNvSpPr>
          <p:nvPr/>
        </p:nvSpPr>
        <p:spPr bwMode="gray">
          <a:xfrm>
            <a:off x="8691563" y="6556375"/>
            <a:ext cx="452437"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nchor="ctr" anchorCtr="1"/>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eaLnBrk="0" hangingPunct="0">
              <a:lnSpc>
                <a:spcPct val="85000"/>
              </a:lnSpc>
            </a:pPr>
            <a:fld id="{C8A66C1E-B956-324D-B669-BB22736AEB22}" type="slidenum">
              <a:rPr lang="en-US" altLang="pt-BR" sz="800">
                <a:solidFill>
                  <a:schemeClr val="bg1"/>
                </a:solidFill>
                <a:latin typeface="Arial Narrow" charset="0"/>
              </a:rPr>
              <a:pPr algn="ctr" eaLnBrk="0" hangingPunct="0">
                <a:lnSpc>
                  <a:spcPct val="85000"/>
                </a:lnSpc>
              </a:pPr>
              <a:t>8</a:t>
            </a:fld>
            <a:endParaRPr lang="en-US" altLang="pt-BR" sz="800">
              <a:solidFill>
                <a:schemeClr val="bg1"/>
              </a:solidFill>
              <a:latin typeface="Arial Narrow" charset="0"/>
            </a:endParaRPr>
          </a:p>
        </p:txBody>
      </p:sp>
      <p:sp>
        <p:nvSpPr>
          <p:cNvPr id="4" name="CaixaDeTexto 3"/>
          <p:cNvSpPr txBox="1"/>
          <p:nvPr/>
        </p:nvSpPr>
        <p:spPr>
          <a:xfrm>
            <a:off x="-36513" y="908720"/>
            <a:ext cx="9180511" cy="2194703"/>
          </a:xfrm>
          <a:prstGeom prst="rect">
            <a:avLst/>
          </a:prstGeom>
          <a:noFill/>
        </p:spPr>
        <p:txBody>
          <a:bodyPr wrap="square" rtlCol="0">
            <a:spAutoFit/>
          </a:bodyPr>
          <a:lstStyle/>
          <a:p>
            <a:pPr marL="285750" indent="-285750">
              <a:buFont typeface="Wingdings" charset="2"/>
              <a:buChar char="q"/>
            </a:pPr>
            <a:r>
              <a:rPr lang="pt-BR" dirty="0" smtClean="0"/>
              <a:t>Todos os manuais do </a:t>
            </a:r>
            <a:r>
              <a:rPr lang="pt-BR" dirty="0" err="1" smtClean="0"/>
              <a:t>Financials</a:t>
            </a:r>
            <a:r>
              <a:rPr lang="pt-BR" dirty="0" smtClean="0"/>
              <a:t>, possuem:</a:t>
            </a:r>
          </a:p>
          <a:p>
            <a:pPr marL="742950" lvl="1" indent="-285750">
              <a:spcBef>
                <a:spcPts val="0"/>
              </a:spcBef>
              <a:spcAft>
                <a:spcPts val="0"/>
              </a:spcAft>
              <a:buFont typeface="Wingdings" charset="2"/>
              <a:buChar char="q"/>
            </a:pPr>
            <a:r>
              <a:rPr lang="pt-BR" dirty="0" err="1" smtClean="0"/>
              <a:t>FlowChart</a:t>
            </a:r>
            <a:r>
              <a:rPr lang="pt-BR" dirty="0" smtClean="0"/>
              <a:t> e </a:t>
            </a:r>
            <a:r>
              <a:rPr lang="pt-BR" dirty="0" err="1" smtClean="0"/>
              <a:t>Checklist</a:t>
            </a:r>
            <a:r>
              <a:rPr lang="pt-BR" dirty="0" smtClean="0"/>
              <a:t> Setup;</a:t>
            </a:r>
          </a:p>
          <a:p>
            <a:pPr marL="742950" lvl="1" indent="-285750">
              <a:spcBef>
                <a:spcPts val="0"/>
              </a:spcBef>
              <a:spcAft>
                <a:spcPts val="0"/>
              </a:spcAft>
              <a:buFont typeface="Wingdings" charset="2"/>
              <a:buChar char="q"/>
            </a:pPr>
            <a:r>
              <a:rPr lang="pt-BR" dirty="0" smtClean="0"/>
              <a:t>Normalmente </a:t>
            </a:r>
            <a:r>
              <a:rPr lang="en-US" dirty="0" smtClean="0"/>
              <a:t>a sequence-</a:t>
            </a:r>
            <a:r>
              <a:rPr lang="en-US" dirty="0" err="1" smtClean="0"/>
              <a:t>dependet</a:t>
            </a:r>
            <a:r>
              <a:rPr lang="en-US" dirty="0" smtClean="0"/>
              <a:t> setup </a:t>
            </a:r>
            <a:r>
              <a:rPr lang="en-US" dirty="0" err="1" smtClean="0"/>
              <a:t>ou</a:t>
            </a:r>
            <a:r>
              <a:rPr lang="en-US" dirty="0" smtClean="0"/>
              <a:t> sequence settings, </a:t>
            </a:r>
            <a:r>
              <a:rPr lang="en-US" dirty="0" err="1" smtClean="0"/>
              <a:t>definem</a:t>
            </a:r>
            <a:r>
              <a:rPr lang="en-US" dirty="0" smtClean="0"/>
              <a:t> as </a:t>
            </a:r>
            <a:r>
              <a:rPr lang="en-US" dirty="0" err="1" smtClean="0"/>
              <a:t>reuniões</a:t>
            </a:r>
            <a:r>
              <a:rPr lang="en-US" dirty="0" smtClean="0"/>
              <a:t>;</a:t>
            </a:r>
            <a:endParaRPr lang="pt-BR" dirty="0" smtClean="0"/>
          </a:p>
          <a:p>
            <a:pPr marL="742950" lvl="1" indent="-285750">
              <a:spcBef>
                <a:spcPts val="0"/>
              </a:spcBef>
              <a:spcAft>
                <a:spcPts val="0"/>
              </a:spcAft>
              <a:buFont typeface="Wingdings" charset="2"/>
              <a:buChar char="q"/>
            </a:pPr>
            <a:r>
              <a:rPr lang="pt-BR" dirty="0" smtClean="0"/>
              <a:t>Alguns Flowchart foram colocados no </a:t>
            </a:r>
            <a:r>
              <a:rPr lang="pt-BR" dirty="0" err="1" smtClean="0"/>
              <a:t>Versionados</a:t>
            </a:r>
            <a:r>
              <a:rPr lang="pt-BR" dirty="0" smtClean="0"/>
              <a:t> ebs12_2_4, mas podem ser pegos no </a:t>
            </a:r>
            <a:r>
              <a:rPr lang="pt-BR" dirty="0" err="1" smtClean="0"/>
              <a:t>endere</a:t>
            </a:r>
            <a:r>
              <a:rPr lang="en-US" dirty="0" err="1" smtClean="0"/>
              <a:t>ço</a:t>
            </a:r>
            <a:r>
              <a:rPr lang="en-US" dirty="0" smtClean="0"/>
              <a:t> da Lagos e serve de </a:t>
            </a:r>
            <a:r>
              <a:rPr lang="en-US" dirty="0" err="1" smtClean="0"/>
              <a:t>modelo</a:t>
            </a:r>
            <a:r>
              <a:rPr lang="en-US" dirty="0" smtClean="0"/>
              <a:t> de </a:t>
            </a:r>
            <a:r>
              <a:rPr lang="en-US" dirty="0" err="1" smtClean="0"/>
              <a:t>implementação</a:t>
            </a:r>
            <a:r>
              <a:rPr lang="en-US" dirty="0" smtClean="0"/>
              <a:t>.</a:t>
            </a:r>
            <a:endParaRPr lang="pt-BR" dirty="0" smtClean="0"/>
          </a:p>
        </p:txBody>
      </p:sp>
    </p:spTree>
    <p:extLst>
      <p:ext uri="{BB962C8B-B14F-4D97-AF65-F5344CB8AC3E}">
        <p14:creationId xmlns:p14="http://schemas.microsoft.com/office/powerpoint/2010/main" val="13940201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(EXEMPLO)</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Slide Number Placeholder 4"/>
          <p:cNvSpPr>
            <a:spLocks noGrp="1"/>
          </p:cNvSpPr>
          <p:nvPr>
            <p:ph type="sldNum" sz="quarter" idx="12"/>
          </p:nvPr>
        </p:nvSpPr>
        <p:spPr>
          <a:xfrm>
            <a:off x="8316913" y="6580188"/>
            <a:ext cx="374650" cy="134937"/>
          </a:xfrm>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fld id="{360A85AD-76CA-C14F-9B6C-B29554774D88}" type="slidenum">
              <a:rPr lang="en-US" altLang="pt-BR">
                <a:solidFill>
                  <a:srgbClr val="898989"/>
                </a:solidFill>
              </a:rPr>
              <a:pPr algn="ctr"/>
              <a:t>9</a:t>
            </a:fld>
            <a:endParaRPr lang="en-US" altLang="pt-BR">
              <a:solidFill>
                <a:srgbClr val="898989"/>
              </a:solidFill>
            </a:endParaRPr>
          </a:p>
        </p:txBody>
      </p:sp>
      <p:sp>
        <p:nvSpPr>
          <p:cNvPr id="42" name="Text Box 8"/>
          <p:cNvSpPr txBox="1">
            <a:spLocks noChangeArrowheads="1"/>
          </p:cNvSpPr>
          <p:nvPr/>
        </p:nvSpPr>
        <p:spPr bwMode="gray">
          <a:xfrm>
            <a:off x="8691563" y="6556375"/>
            <a:ext cx="452437"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nchor="ctr" anchorCtr="1"/>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eaLnBrk="0" hangingPunct="0">
              <a:lnSpc>
                <a:spcPct val="85000"/>
              </a:lnSpc>
            </a:pPr>
            <a:fld id="{C8A66C1E-B956-324D-B669-BB22736AEB22}" type="slidenum">
              <a:rPr lang="en-US" altLang="pt-BR" sz="800">
                <a:solidFill>
                  <a:schemeClr val="bg1"/>
                </a:solidFill>
                <a:latin typeface="Arial Narrow" charset="0"/>
              </a:rPr>
              <a:pPr algn="ctr" eaLnBrk="0" hangingPunct="0">
                <a:lnSpc>
                  <a:spcPct val="85000"/>
                </a:lnSpc>
              </a:pPr>
              <a:t>9</a:t>
            </a:fld>
            <a:endParaRPr lang="en-US" altLang="pt-BR" sz="800">
              <a:solidFill>
                <a:schemeClr val="bg1"/>
              </a:solidFill>
              <a:latin typeface="Arial Narrow" charset="0"/>
            </a:endParaRPr>
          </a:p>
        </p:txBody>
      </p:sp>
      <p:graphicFrame>
        <p:nvGraphicFramePr>
          <p:cNvPr id="2" name="Tabela 1"/>
          <p:cNvGraphicFramePr>
            <a:graphicFrameLocks noGrp="1"/>
          </p:cNvGraphicFramePr>
          <p:nvPr>
            <p:extLst>
              <p:ext uri="{D42A27DB-BD31-4B8C-83A1-F6EECF244321}">
                <p14:modId xmlns:p14="http://schemas.microsoft.com/office/powerpoint/2010/main" val="1815626"/>
              </p:ext>
            </p:extLst>
          </p:nvPr>
        </p:nvGraphicFramePr>
        <p:xfrm>
          <a:off x="107505" y="1000027"/>
          <a:ext cx="8856982" cy="4949252"/>
        </p:xfrm>
        <a:graphic>
          <a:graphicData uri="http://schemas.openxmlformats.org/drawingml/2006/table">
            <a:tbl>
              <a:tblPr/>
              <a:tblGrid>
                <a:gridCol w="403644"/>
                <a:gridCol w="403644"/>
                <a:gridCol w="8049694"/>
              </a:tblGrid>
              <a:tr h="126904">
                <a:tc>
                  <a:txBody>
                    <a:bodyPr/>
                    <a:lstStyle/>
                    <a:p>
                      <a:pPr algn="l" fontAlgn="b"/>
                      <a:r>
                        <a:rPr lang="pt-BR" sz="800" b="1" i="0" u="none" strike="noStrike" dirty="0" err="1">
                          <a:solidFill>
                            <a:srgbClr val="000000"/>
                          </a:solidFill>
                          <a:effectLst/>
                          <a:latin typeface="Calibri" charset="0"/>
                        </a:rPr>
                        <a:t>Step</a:t>
                      </a:r>
                      <a:r>
                        <a:rPr lang="pt-BR" sz="800" b="1" i="0" u="none" strike="noStrike" dirty="0">
                          <a:solidFill>
                            <a:srgbClr val="000000"/>
                          </a:solidFill>
                          <a:effectLst/>
                          <a:latin typeface="Calibri" charset="0"/>
                        </a:rPr>
                        <a:t> No.</a:t>
                      </a:r>
                    </a:p>
                  </a:txBody>
                  <a:tcPr marL="0" marR="0" marT="0" marB="0" anchor="b">
                    <a:lnL>
                      <a:noFill/>
                    </a:lnL>
                    <a:lnR>
                      <a:noFill/>
                    </a:lnR>
                    <a:lnT>
                      <a:noFill/>
                    </a:lnT>
                    <a:lnB>
                      <a:noFill/>
                    </a:lnB>
                  </a:tcPr>
                </a:tc>
                <a:tc>
                  <a:txBody>
                    <a:bodyPr/>
                    <a:lstStyle/>
                    <a:p>
                      <a:pPr algn="l" fontAlgn="b"/>
                      <a:r>
                        <a:rPr lang="pt-BR" sz="800" b="1" i="0" u="none" strike="noStrike">
                          <a:solidFill>
                            <a:srgbClr val="000000"/>
                          </a:solidFill>
                          <a:effectLst/>
                          <a:latin typeface="Calibri" charset="0"/>
                        </a:rPr>
                        <a:t>Required</a:t>
                      </a:r>
                    </a:p>
                  </a:txBody>
                  <a:tcPr marL="0" marR="0" marT="0" marB="0" anchor="b">
                    <a:lnL>
                      <a:noFill/>
                    </a:lnL>
                    <a:lnR>
                      <a:noFill/>
                    </a:lnR>
                    <a:lnT>
                      <a:noFill/>
                    </a:lnT>
                    <a:lnB>
                      <a:noFill/>
                    </a:lnB>
                  </a:tcPr>
                </a:tc>
                <a:tc>
                  <a:txBody>
                    <a:bodyPr/>
                    <a:lstStyle/>
                    <a:p>
                      <a:pPr algn="l" fontAlgn="b"/>
                      <a:r>
                        <a:rPr lang="pt-BR" sz="800" b="1" i="0" u="none" strike="noStrike">
                          <a:solidFill>
                            <a:srgbClr val="000000"/>
                          </a:solidFill>
                          <a:effectLst/>
                          <a:latin typeface="Calibri" charset="0"/>
                        </a:rPr>
                        <a:t>Step</a:t>
                      </a:r>
                    </a:p>
                  </a:txBody>
                  <a:tcPr marL="0" marR="0" marT="0" marB="0" anchor="b">
                    <a:lnL>
                      <a:noFill/>
                    </a:lnL>
                    <a:lnR>
                      <a:noFill/>
                    </a:lnR>
                    <a:lnT>
                      <a:noFill/>
                    </a:lnT>
                    <a:lnB>
                      <a:noFill/>
                    </a:lnB>
                  </a:tcPr>
                </a:tc>
              </a:tr>
              <a:tr h="126904">
                <a:tc>
                  <a:txBody>
                    <a:bodyPr/>
                    <a:lstStyle/>
                    <a:p>
                      <a:pPr algn="l" fontAlgn="b"/>
                      <a:r>
                        <a:rPr lang="pt-BR" sz="800" b="0" i="0" u="none" strike="noStrike">
                          <a:solidFill>
                            <a:srgbClr val="000000"/>
                          </a:solidFill>
                          <a:effectLst/>
                          <a:latin typeface="Calibri" charset="0"/>
                        </a:rPr>
                        <a:t>Step 1</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Required</a:t>
                      </a:r>
                    </a:p>
                  </a:txBody>
                  <a:tcPr marL="0" marR="0" marT="0" marB="0" anchor="b">
                    <a:lnL>
                      <a:noFill/>
                    </a:lnL>
                    <a:lnR>
                      <a:noFill/>
                    </a:lnR>
                    <a:lnT>
                      <a:noFill/>
                    </a:lnT>
                    <a:lnB>
                      <a:noFill/>
                    </a:lnB>
                  </a:tcPr>
                </a:tc>
                <a:tc>
                  <a:txBody>
                    <a:bodyPr/>
                    <a:lstStyle/>
                    <a:p>
                      <a:pPr algn="l" fontAlgn="b"/>
                      <a:r>
                        <a:rPr lang="pt-BR" sz="800" b="0" i="0" u="sng" strike="noStrike">
                          <a:solidFill>
                            <a:srgbClr val="0563C1"/>
                          </a:solidFill>
                          <a:effectLst/>
                          <a:latin typeface="Calibri" charset="0"/>
                          <a:hlinkClick r:id="rId2"/>
                        </a:rPr>
                        <a:t>Define your chart of accounts. See: Defining Your Chart of Accounts.</a:t>
                      </a:r>
                      <a:endParaRPr lang="pt-BR" sz="800" b="0" i="0" u="sng" strike="noStrike">
                        <a:solidFill>
                          <a:srgbClr val="0563C1"/>
                        </a:solidFill>
                        <a:effectLst/>
                        <a:latin typeface="Calibri" charset="0"/>
                      </a:endParaRPr>
                    </a:p>
                  </a:txBody>
                  <a:tcPr marL="0" marR="0" marT="0" marB="0" anchor="b">
                    <a:lnL>
                      <a:noFill/>
                    </a:lnL>
                    <a:lnR>
                      <a:noFill/>
                    </a:lnR>
                    <a:lnT>
                      <a:noFill/>
                    </a:lnT>
                    <a:lnB>
                      <a:noFill/>
                    </a:lnB>
                  </a:tcPr>
                </a:tc>
              </a:tr>
              <a:tr h="126904">
                <a:tc>
                  <a:txBody>
                    <a:bodyPr/>
                    <a:lstStyle/>
                    <a:p>
                      <a:pPr algn="l" fontAlgn="b"/>
                      <a:r>
                        <a:rPr lang="pt-BR" sz="800" b="0" i="0" u="none" strike="noStrike">
                          <a:solidFill>
                            <a:srgbClr val="000000"/>
                          </a:solidFill>
                          <a:effectLst/>
                          <a:latin typeface="Calibri" charset="0"/>
                        </a:rPr>
                        <a:t>Step 2</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Cross-Validation Rules to prevent certain account combinations from being created.</a:t>
                      </a:r>
                    </a:p>
                  </a:txBody>
                  <a:tcPr marL="0" marR="0" marT="0" marB="0" anchor="b">
                    <a:lnL>
                      <a:noFill/>
                    </a:lnL>
                    <a:lnR>
                      <a:noFill/>
                    </a:lnR>
                    <a:lnT>
                      <a:noFill/>
                    </a:lnT>
                    <a:lnB>
                      <a:noFill/>
                    </a:lnB>
                  </a:tcPr>
                </a:tc>
              </a:tr>
              <a:tr h="253807">
                <a:tc>
                  <a:txBody>
                    <a:bodyPr/>
                    <a:lstStyle/>
                    <a:p>
                      <a:pPr algn="l" fontAlgn="b"/>
                      <a:r>
                        <a:rPr lang="pt-BR" sz="800" b="0" i="0" u="none" strike="noStrike">
                          <a:solidFill>
                            <a:srgbClr val="000000"/>
                          </a:solidFill>
                          <a:effectLst/>
                          <a:latin typeface="Calibri" charset="0"/>
                        </a:rPr>
                        <a:t>Step 3</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a chart of accounts mapping to map two or more charts of accounts. The chart of accounts mapping is used by Accounting Setup Manager to complete the setup steps for secondary ledgers, and it is used by the Global Consolidation System (GCS) to consolidate data between ledgers.</a:t>
                      </a:r>
                    </a:p>
                  </a:txBody>
                  <a:tcPr marL="0" marR="0" marT="0" marB="0" anchor="b">
                    <a:lnL>
                      <a:noFill/>
                    </a:lnL>
                    <a:lnR>
                      <a:noFill/>
                    </a:lnR>
                    <a:lnT>
                      <a:noFill/>
                    </a:lnT>
                    <a:lnB>
                      <a:noFill/>
                    </a:lnB>
                  </a:tcPr>
                </a:tc>
              </a:tr>
              <a:tr h="126904">
                <a:tc rowSpan="2">
                  <a:txBody>
                    <a:bodyPr/>
                    <a:lstStyle/>
                    <a:p>
                      <a:pPr algn="l" fontAlgn="b"/>
                      <a:r>
                        <a:rPr lang="pt-BR" sz="800" b="0" i="0" u="none" strike="noStrike">
                          <a:solidFill>
                            <a:srgbClr val="000000"/>
                          </a:solidFill>
                          <a:effectLst/>
                          <a:latin typeface="Calibri" charset="0"/>
                        </a:rPr>
                        <a:t>Step 4</a:t>
                      </a:r>
                    </a:p>
                  </a:txBody>
                  <a:tcPr marL="0" marR="0" marT="0" marB="0" anchor="b">
                    <a:lnL>
                      <a:noFill/>
                    </a:lnL>
                    <a:lnR>
                      <a:noFill/>
                    </a:lnR>
                    <a:lnT>
                      <a:noFill/>
                    </a:lnT>
                    <a:lnB>
                      <a:noFill/>
                    </a:lnB>
                  </a:tcPr>
                </a:tc>
                <a:tc rowSpan="2">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Your Descriptive Flexfields</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sng" strike="noStrike">
                          <a:solidFill>
                            <a:srgbClr val="0563C1"/>
                          </a:solidFill>
                          <a:effectLst/>
                          <a:latin typeface="Calibri" charset="0"/>
                          <a:hlinkClick r:id="rId3"/>
                        </a:rPr>
                        <a:t>See: Defining Descriptive Flexfields for General Ledger</a:t>
                      </a:r>
                      <a:endParaRPr lang="pt-BR" sz="800" b="0" i="0" u="sng" strike="noStrike">
                        <a:solidFill>
                          <a:srgbClr val="0563C1"/>
                        </a:solidFill>
                        <a:effectLst/>
                        <a:latin typeface="Calibri" charset="0"/>
                      </a:endParaRPr>
                    </a:p>
                  </a:txBody>
                  <a:tcPr marL="0" marR="0" marT="0" marB="0" anchor="b">
                    <a:lnL>
                      <a:noFill/>
                    </a:lnL>
                    <a:lnR>
                      <a:noFill/>
                    </a:lnR>
                    <a:lnT>
                      <a:noFill/>
                    </a:lnT>
                    <a:lnB>
                      <a:noFill/>
                    </a:lnB>
                  </a:tcPr>
                </a:tc>
              </a:tr>
              <a:tr h="126904">
                <a:tc rowSpan="2">
                  <a:txBody>
                    <a:bodyPr/>
                    <a:lstStyle/>
                    <a:p>
                      <a:pPr algn="l" fontAlgn="b"/>
                      <a:r>
                        <a:rPr lang="pt-BR" sz="800" b="0" i="0" u="none" strike="noStrike">
                          <a:solidFill>
                            <a:srgbClr val="000000"/>
                          </a:solidFill>
                          <a:effectLst/>
                          <a:latin typeface="Calibri" charset="0"/>
                        </a:rPr>
                        <a:t>Step 5</a:t>
                      </a:r>
                    </a:p>
                  </a:txBody>
                  <a:tcPr marL="0" marR="0" marT="0" marB="0" anchor="b">
                    <a:lnL>
                      <a:noFill/>
                    </a:lnL>
                    <a:lnR>
                      <a:noFill/>
                    </a:lnR>
                    <a:lnT>
                      <a:noFill/>
                    </a:lnT>
                    <a:lnB>
                      <a:noFill/>
                    </a:lnB>
                  </a:tcPr>
                </a:tc>
                <a:tc rowSpan="2">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If you want to use period types not installed with General Ledger, define your accounting period types.</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sng" strike="noStrike">
                          <a:solidFill>
                            <a:srgbClr val="0563C1"/>
                          </a:solidFill>
                          <a:effectLst/>
                          <a:latin typeface="Calibri" charset="0"/>
                          <a:hlinkClick r:id="rId4"/>
                        </a:rPr>
                        <a:t>See: Period Types</a:t>
                      </a:r>
                      <a:endParaRPr lang="pt-BR" sz="800" b="0" i="0" u="sng" strike="noStrike">
                        <a:solidFill>
                          <a:srgbClr val="0563C1"/>
                        </a:solidFill>
                        <a:effectLst/>
                        <a:latin typeface="Calibri" charset="0"/>
                      </a:endParaRPr>
                    </a:p>
                  </a:txBody>
                  <a:tcPr marL="0" marR="0" marT="0" marB="0" anchor="b">
                    <a:lnL>
                      <a:noFill/>
                    </a:lnL>
                    <a:lnR>
                      <a:noFill/>
                    </a:lnR>
                    <a:lnT>
                      <a:noFill/>
                    </a:lnT>
                    <a:lnB>
                      <a:noFill/>
                    </a:lnB>
                  </a:tcPr>
                </a:tc>
              </a:tr>
              <a:tr h="126904">
                <a:tc rowSpan="2">
                  <a:txBody>
                    <a:bodyPr/>
                    <a:lstStyle/>
                    <a:p>
                      <a:pPr algn="l" fontAlgn="b"/>
                      <a:r>
                        <a:rPr lang="pt-BR" sz="800" b="0" i="0" u="none" strike="noStrike">
                          <a:solidFill>
                            <a:srgbClr val="000000"/>
                          </a:solidFill>
                          <a:effectLst/>
                          <a:latin typeface="Calibri" charset="0"/>
                        </a:rPr>
                        <a:t>Step 6</a:t>
                      </a:r>
                    </a:p>
                  </a:txBody>
                  <a:tcPr marL="0" marR="0" marT="0" marB="0" anchor="b">
                    <a:lnL>
                      <a:noFill/>
                    </a:lnL>
                    <a:lnR>
                      <a:noFill/>
                    </a:lnR>
                    <a:lnT>
                      <a:noFill/>
                    </a:lnT>
                    <a:lnB>
                      <a:noFill/>
                    </a:lnB>
                  </a:tcPr>
                </a:tc>
                <a:tc rowSpan="2">
                  <a:txBody>
                    <a:bodyPr/>
                    <a:lstStyle/>
                    <a:p>
                      <a:pPr algn="l" fontAlgn="b"/>
                      <a:r>
                        <a:rPr lang="pt-BR" sz="800" b="0" i="0" u="none" strike="noStrike">
                          <a:solidFill>
                            <a:srgbClr val="000000"/>
                          </a:solidFill>
                          <a:effectLst/>
                          <a:latin typeface="Calibri" charset="0"/>
                        </a:rPr>
                        <a:t>Required</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your accounting calendar. Review the Calendar Validation report to note common setup errors.</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sng" strike="noStrike">
                          <a:solidFill>
                            <a:srgbClr val="0563C1"/>
                          </a:solidFill>
                          <a:effectLst/>
                          <a:latin typeface="Calibri" charset="0"/>
                          <a:hlinkClick r:id="rId5"/>
                        </a:rPr>
                        <a:t>See: Defining Calendars</a:t>
                      </a:r>
                      <a:endParaRPr lang="pt-BR" sz="800" b="0" i="0" u="sng" strike="noStrike">
                        <a:solidFill>
                          <a:srgbClr val="0563C1"/>
                        </a:solidFill>
                        <a:effectLst/>
                        <a:latin typeface="Calibri" charset="0"/>
                      </a:endParaRPr>
                    </a:p>
                  </a:txBody>
                  <a:tcPr marL="0" marR="0" marT="0" marB="0" anchor="b">
                    <a:lnL>
                      <a:noFill/>
                    </a:lnL>
                    <a:lnR>
                      <a:noFill/>
                    </a:lnR>
                    <a:lnT>
                      <a:noFill/>
                    </a:lnT>
                    <a:lnB>
                      <a:noFill/>
                    </a:lnB>
                  </a:tcPr>
                </a:tc>
              </a:tr>
              <a:tr h="126904">
                <a:tc rowSpan="3">
                  <a:txBody>
                    <a:bodyPr/>
                    <a:lstStyle/>
                    <a:p>
                      <a:pPr algn="l" fontAlgn="b"/>
                      <a:r>
                        <a:rPr lang="pt-BR" sz="800" b="0" i="0" u="none" strike="noStrike">
                          <a:solidFill>
                            <a:srgbClr val="000000"/>
                          </a:solidFill>
                          <a:effectLst/>
                          <a:latin typeface="Calibri" charset="0"/>
                        </a:rPr>
                        <a:t>Step 7</a:t>
                      </a:r>
                    </a:p>
                  </a:txBody>
                  <a:tcPr marL="0" marR="0" marT="0" marB="0" anchor="b">
                    <a:lnL>
                      <a:noFill/>
                    </a:lnL>
                    <a:lnR>
                      <a:noFill/>
                    </a:lnR>
                    <a:lnT>
                      <a:noFill/>
                    </a:lnT>
                    <a:lnB>
                      <a:noFill/>
                    </a:lnB>
                  </a:tcPr>
                </a:tc>
                <a:tc rowSpan="3">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If you plan to use average balance processing, define a transaction calendar and valid business days for that calendar.</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none" strike="noStrike">
                          <a:solidFill>
                            <a:srgbClr val="000000"/>
                          </a:solidFill>
                          <a:effectLst/>
                          <a:latin typeface="Calibri" charset="0"/>
                        </a:rPr>
                        <a:t>The transaction calendar ensures that journals created in Oracle General Ledger and Oracle Subledger Accounting (SLA), if used, will be posted on valid business days.</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sng" strike="noStrike">
                          <a:solidFill>
                            <a:srgbClr val="0563C1"/>
                          </a:solidFill>
                          <a:effectLst/>
                          <a:latin typeface="Calibri" charset="0"/>
                          <a:hlinkClick r:id="rId6"/>
                        </a:rPr>
                        <a:t>See: Defining Transaction Calendars</a:t>
                      </a:r>
                      <a:endParaRPr lang="pt-BR" sz="800" b="0" i="0" u="sng" strike="noStrike">
                        <a:solidFill>
                          <a:srgbClr val="0563C1"/>
                        </a:solidFill>
                        <a:effectLst/>
                        <a:latin typeface="Calibri" charset="0"/>
                      </a:endParaRPr>
                    </a:p>
                  </a:txBody>
                  <a:tcPr marL="0" marR="0" marT="0" marB="0" anchor="b">
                    <a:lnL>
                      <a:noFill/>
                    </a:lnL>
                    <a:lnR>
                      <a:noFill/>
                    </a:lnR>
                    <a:lnT>
                      <a:noFill/>
                    </a:lnT>
                    <a:lnB>
                      <a:noFill/>
                    </a:lnB>
                  </a:tcPr>
                </a:tc>
              </a:tr>
              <a:tr h="126904">
                <a:tc rowSpan="2">
                  <a:txBody>
                    <a:bodyPr/>
                    <a:lstStyle/>
                    <a:p>
                      <a:pPr algn="l" fontAlgn="b"/>
                      <a:r>
                        <a:rPr lang="pt-BR" sz="800" b="0" i="0" u="none" strike="noStrike">
                          <a:solidFill>
                            <a:srgbClr val="000000"/>
                          </a:solidFill>
                          <a:effectLst/>
                          <a:latin typeface="Calibri" charset="0"/>
                        </a:rPr>
                        <a:t>Step 8</a:t>
                      </a:r>
                    </a:p>
                  </a:txBody>
                  <a:tcPr marL="0" marR="0" marT="0" marB="0" anchor="b">
                    <a:lnL>
                      <a:noFill/>
                    </a:lnL>
                    <a:lnR>
                      <a:noFill/>
                    </a:lnR>
                    <a:lnT>
                      <a:noFill/>
                    </a:lnT>
                    <a:lnB>
                      <a:noFill/>
                    </a:lnB>
                  </a:tcPr>
                </a:tc>
                <a:tc rowSpan="2">
                  <a:txBody>
                    <a:bodyPr/>
                    <a:lstStyle/>
                    <a:p>
                      <a:pPr algn="l" fontAlgn="b"/>
                      <a:r>
                        <a:rPr lang="pt-BR" sz="800" b="0" i="0" u="none" strike="noStrike">
                          <a:solidFill>
                            <a:srgbClr val="000000"/>
                          </a:solidFill>
                          <a:effectLst/>
                          <a:latin typeface="Calibri" charset="0"/>
                        </a:rPr>
                        <a:t>Required</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the currency for your ledger. Also define or enable any reporting currencies you plan to use.</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none" strike="noStrike">
                          <a:solidFill>
                            <a:srgbClr val="000000"/>
                          </a:solidFill>
                          <a:effectLst/>
                          <a:latin typeface="Calibri" charset="0"/>
                        </a:rPr>
                        <a:t>See: Oracle General Ledger User's Guide Defining Currencies, </a:t>
                      </a:r>
                      <a:r>
                        <a:rPr lang="pt-BR" sz="800" b="0" i="1" u="none" strike="noStrike">
                          <a:solidFill>
                            <a:srgbClr val="000000"/>
                          </a:solidFill>
                          <a:effectLst/>
                          <a:latin typeface="Calibri" charset="0"/>
                        </a:rPr>
                        <a:t>Oracle General Ledger User's Guide</a:t>
                      </a:r>
                      <a:endParaRPr lang="pt-BR" sz="800" b="0" i="0" u="none" strike="noStrike">
                        <a:solidFill>
                          <a:srgbClr val="000000"/>
                        </a:solidFill>
                        <a:effectLst/>
                        <a:latin typeface="Calibri" charset="0"/>
                      </a:endParaRPr>
                    </a:p>
                  </a:txBody>
                  <a:tcPr marL="0" marR="0" marT="0" marB="0" anchor="b">
                    <a:lnL>
                      <a:noFill/>
                    </a:lnL>
                    <a:lnR>
                      <a:noFill/>
                    </a:lnR>
                    <a:lnT>
                      <a:noFill/>
                    </a:lnT>
                    <a:lnB>
                      <a:noFill/>
                    </a:lnB>
                  </a:tcPr>
                </a:tc>
              </a:tr>
              <a:tr h="126904">
                <a:tc rowSpan="2">
                  <a:txBody>
                    <a:bodyPr/>
                    <a:lstStyle/>
                    <a:p>
                      <a:pPr algn="l" fontAlgn="b"/>
                      <a:r>
                        <a:rPr lang="pt-BR" sz="800" b="0" i="0" u="none" strike="noStrike">
                          <a:solidFill>
                            <a:srgbClr val="000000"/>
                          </a:solidFill>
                          <a:effectLst/>
                          <a:latin typeface="Calibri" charset="0"/>
                        </a:rPr>
                        <a:t>Step 9</a:t>
                      </a:r>
                    </a:p>
                  </a:txBody>
                  <a:tcPr marL="0" marR="0" marT="0" marB="0" anchor="b">
                    <a:lnL>
                      <a:noFill/>
                    </a:lnL>
                    <a:lnR>
                      <a:noFill/>
                    </a:lnR>
                    <a:lnT>
                      <a:noFill/>
                    </a:lnT>
                    <a:lnB>
                      <a:noFill/>
                    </a:lnB>
                  </a:tcPr>
                </a:tc>
                <a:tc rowSpan="2">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conversion rate types and conversion rates, such as daily rates and historical rates.</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none" strike="noStrike">
                          <a:solidFill>
                            <a:srgbClr val="000000"/>
                          </a:solidFill>
                          <a:effectLst/>
                          <a:latin typeface="Calibri" charset="0"/>
                        </a:rPr>
                        <a:t>See: Overview of Multi–Currency Accounting, </a:t>
                      </a:r>
                      <a:r>
                        <a:rPr lang="pt-BR" sz="800" b="0" i="1" u="none" strike="noStrike">
                          <a:solidFill>
                            <a:srgbClr val="000000"/>
                          </a:solidFill>
                          <a:effectLst/>
                          <a:latin typeface="Calibri" charset="0"/>
                        </a:rPr>
                        <a:t>Oracle General Ledger User's Guide</a:t>
                      </a:r>
                      <a:endParaRPr lang="pt-BR" sz="800" b="0" i="0" u="none" strike="noStrike">
                        <a:solidFill>
                          <a:srgbClr val="000000"/>
                        </a:solidFill>
                        <a:effectLst/>
                        <a:latin typeface="Calibri" charset="0"/>
                      </a:endParaRPr>
                    </a:p>
                  </a:txBody>
                  <a:tcPr marL="0" marR="0" marT="0" marB="0" anchor="b">
                    <a:lnL>
                      <a:noFill/>
                    </a:lnL>
                    <a:lnR>
                      <a:noFill/>
                    </a:lnR>
                    <a:lnT>
                      <a:noFill/>
                    </a:lnT>
                    <a:lnB>
                      <a:noFill/>
                    </a:lnB>
                  </a:tcPr>
                </a:tc>
              </a:tr>
              <a:tr h="126904">
                <a:tc rowSpan="2">
                  <a:txBody>
                    <a:bodyPr/>
                    <a:lstStyle/>
                    <a:p>
                      <a:pPr algn="l" fontAlgn="b"/>
                      <a:r>
                        <a:rPr lang="pt-BR" sz="800" b="0" i="0" u="none" strike="noStrike">
                          <a:solidFill>
                            <a:srgbClr val="000000"/>
                          </a:solidFill>
                          <a:effectLst/>
                          <a:latin typeface="Calibri" charset="0"/>
                        </a:rPr>
                        <a:t>Step 10</a:t>
                      </a:r>
                    </a:p>
                  </a:txBody>
                  <a:tcPr marL="0" marR="0" marT="0" marB="0" anchor="b">
                    <a:lnL>
                      <a:noFill/>
                    </a:lnL>
                    <a:lnR>
                      <a:noFill/>
                    </a:lnR>
                    <a:lnT>
                      <a:noFill/>
                    </a:lnT>
                    <a:lnB>
                      <a:noFill/>
                    </a:lnB>
                  </a:tcPr>
                </a:tc>
                <a:tc rowSpan="2">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additional journal entry sources. If you have enabled average balance processing, specify an Effective Date Rule for each journal source you define.</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sng" strike="noStrike">
                          <a:solidFill>
                            <a:srgbClr val="0563C1"/>
                          </a:solidFill>
                          <a:effectLst/>
                          <a:latin typeface="Calibri" charset="0"/>
                          <a:hlinkClick r:id="rId7"/>
                        </a:rPr>
                        <a:t>See: Journal Sources</a:t>
                      </a:r>
                      <a:endParaRPr lang="pt-BR" sz="800" b="0" i="0" u="sng" strike="noStrike">
                        <a:solidFill>
                          <a:srgbClr val="0563C1"/>
                        </a:solidFill>
                        <a:effectLst/>
                        <a:latin typeface="Calibri" charset="0"/>
                      </a:endParaRPr>
                    </a:p>
                  </a:txBody>
                  <a:tcPr marL="0" marR="0" marT="0" marB="0" anchor="b">
                    <a:lnL>
                      <a:noFill/>
                    </a:lnL>
                    <a:lnR>
                      <a:noFill/>
                    </a:lnR>
                    <a:lnT>
                      <a:noFill/>
                    </a:lnT>
                    <a:lnB>
                      <a:noFill/>
                    </a:lnB>
                  </a:tcPr>
                </a:tc>
              </a:tr>
              <a:tr h="126904">
                <a:tc rowSpan="2">
                  <a:txBody>
                    <a:bodyPr/>
                    <a:lstStyle/>
                    <a:p>
                      <a:pPr algn="l" fontAlgn="b"/>
                      <a:r>
                        <a:rPr lang="pt-BR" sz="800" b="0" i="0" u="none" strike="noStrike">
                          <a:solidFill>
                            <a:srgbClr val="000000"/>
                          </a:solidFill>
                          <a:effectLst/>
                          <a:latin typeface="Calibri" charset="0"/>
                        </a:rPr>
                        <a:t>Step 11</a:t>
                      </a:r>
                    </a:p>
                  </a:txBody>
                  <a:tcPr marL="0" marR="0" marT="0" marB="0" anchor="b">
                    <a:lnL>
                      <a:noFill/>
                    </a:lnL>
                    <a:lnR>
                      <a:noFill/>
                    </a:lnR>
                    <a:lnT>
                      <a:noFill/>
                    </a:lnT>
                    <a:lnB>
                      <a:noFill/>
                    </a:lnB>
                  </a:tcPr>
                </a:tc>
                <a:tc rowSpan="2">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additional journal categories.</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sng" strike="noStrike">
                          <a:solidFill>
                            <a:srgbClr val="0563C1"/>
                          </a:solidFill>
                          <a:effectLst/>
                          <a:latin typeface="Calibri" charset="0"/>
                          <a:hlinkClick r:id="rId8"/>
                        </a:rPr>
                        <a:t>See: Journal Categories</a:t>
                      </a:r>
                      <a:endParaRPr lang="pt-BR" sz="800" b="0" i="0" u="sng" strike="noStrike">
                        <a:solidFill>
                          <a:srgbClr val="0563C1"/>
                        </a:solidFill>
                        <a:effectLst/>
                        <a:latin typeface="Calibri" charset="0"/>
                      </a:endParaRPr>
                    </a:p>
                  </a:txBody>
                  <a:tcPr marL="0" marR="0" marT="0" marB="0" anchor="b">
                    <a:lnL>
                      <a:noFill/>
                    </a:lnL>
                    <a:lnR>
                      <a:noFill/>
                    </a:lnR>
                    <a:lnT>
                      <a:noFill/>
                    </a:lnT>
                    <a:lnB>
                      <a:noFill/>
                    </a:lnB>
                  </a:tcPr>
                </a:tc>
              </a:tr>
              <a:tr h="126904">
                <a:tc>
                  <a:txBody>
                    <a:bodyPr/>
                    <a:lstStyle/>
                    <a:p>
                      <a:pPr algn="l" fontAlgn="b"/>
                      <a:r>
                        <a:rPr lang="pt-BR" sz="800" b="0" i="0" u="none" strike="noStrike">
                          <a:solidFill>
                            <a:srgbClr val="000000"/>
                          </a:solidFill>
                          <a:effectLst/>
                          <a:latin typeface="Calibri" charset="0"/>
                        </a:rPr>
                        <a:t>Step 12</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Journal Reversal criteria. See: Automatic Journal Reversal Overview, </a:t>
                      </a:r>
                      <a:r>
                        <a:rPr lang="pt-BR" sz="800" b="0" i="1" u="none" strike="noStrike">
                          <a:solidFill>
                            <a:srgbClr val="000000"/>
                          </a:solidFill>
                          <a:effectLst/>
                          <a:latin typeface="Calibri" charset="0"/>
                        </a:rPr>
                        <a:t>Oracle General Ledger User's Guide</a:t>
                      </a:r>
                      <a:endParaRPr lang="pt-BR" sz="800" b="0" i="0" u="none" strike="noStrike">
                        <a:solidFill>
                          <a:srgbClr val="000000"/>
                        </a:solidFill>
                        <a:effectLst/>
                        <a:latin typeface="Calibri" charset="0"/>
                      </a:endParaRPr>
                    </a:p>
                  </a:txBody>
                  <a:tcPr marL="0" marR="0" marT="0" marB="0" anchor="b">
                    <a:lnL>
                      <a:noFill/>
                    </a:lnL>
                    <a:lnR>
                      <a:noFill/>
                    </a:lnR>
                    <a:lnT>
                      <a:noFill/>
                    </a:lnT>
                    <a:lnB>
                      <a:noFill/>
                    </a:lnB>
                  </a:tcPr>
                </a:tc>
              </a:tr>
              <a:tr h="126904">
                <a:tc rowSpan="4">
                  <a:txBody>
                    <a:bodyPr/>
                    <a:lstStyle/>
                    <a:p>
                      <a:pPr algn="l" fontAlgn="b"/>
                      <a:r>
                        <a:rPr lang="pt-BR" sz="800" b="0" i="0" u="none" strike="noStrike">
                          <a:solidFill>
                            <a:srgbClr val="000000"/>
                          </a:solidFill>
                          <a:effectLst/>
                          <a:latin typeface="Calibri" charset="0"/>
                        </a:rPr>
                        <a:t>Step 13</a:t>
                      </a:r>
                    </a:p>
                  </a:txBody>
                  <a:tcPr marL="0" marR="0" marT="0" marB="0" anchor="b">
                    <a:lnL>
                      <a:noFill/>
                    </a:lnL>
                    <a:lnR>
                      <a:noFill/>
                    </a:lnR>
                    <a:lnT>
                      <a:noFill/>
                    </a:lnT>
                    <a:lnB>
                      <a:noFill/>
                    </a:lnB>
                  </a:tcPr>
                </a:tc>
                <a:tc rowSpan="4">
                  <a:txBody>
                    <a:bodyPr/>
                    <a:lstStyle/>
                    <a:p>
                      <a:pPr algn="l" fontAlgn="b"/>
                      <a:r>
                        <a:rPr lang="pt-BR" sz="800" b="0" i="0" u="none" strike="noStrike">
                          <a:solidFill>
                            <a:srgbClr val="000000"/>
                          </a:solidFill>
                          <a:effectLst/>
                          <a:latin typeface="Calibri" charset="0"/>
                        </a:rPr>
                        <a:t>Required</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an accounting setup using Accounting Setup Manager to combine legal entities, ledgers, reporting currencies, subledger accounting methods, and other setup information.</a:t>
                      </a:r>
                    </a:p>
                  </a:txBody>
                  <a:tcPr marL="0" marR="0" marT="0" marB="0" anchor="b">
                    <a:lnL>
                      <a:noFill/>
                    </a:lnL>
                    <a:lnR>
                      <a:noFill/>
                    </a:lnR>
                    <a:lnT>
                      <a:noFill/>
                    </a:lnT>
                    <a:lnB>
                      <a:noFill/>
                    </a:lnB>
                  </a:tcPr>
                </a:tc>
              </a:tr>
              <a:tr h="253807">
                <a:tc vMerge="1">
                  <a:txBody>
                    <a:bodyPr/>
                    <a:lstStyle/>
                    <a:p>
                      <a:endParaRPr lang="pt-BR"/>
                    </a:p>
                  </a:txBody>
                  <a:tcPr/>
                </a:tc>
                <a:tc vMerge="1">
                  <a:txBody>
                    <a:bodyPr/>
                    <a:lstStyle/>
                    <a:p>
                      <a:endParaRPr lang="pt-BR"/>
                    </a:p>
                  </a:txBody>
                  <a:tcPr/>
                </a:tc>
                <a:tc>
                  <a:txBody>
                    <a:bodyPr/>
                    <a:lstStyle/>
                    <a:p>
                      <a:pPr algn="l" fontAlgn="b"/>
                      <a:r>
                        <a:rPr lang="pt-BR" sz="800" b="0" i="0" u="none" strike="noStrike">
                          <a:solidFill>
                            <a:srgbClr val="000000"/>
                          </a:solidFill>
                          <a:effectLst/>
                          <a:latin typeface="Calibri" charset="0"/>
                        </a:rPr>
                        <a:t>Before you can enter transactions and journal entries to ledgers, you must complete the ledger options for all ledgers assigned to an accounting setup and the accounting setup status must be complete.</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none" strike="noStrike">
                          <a:solidFill>
                            <a:srgbClr val="000000"/>
                          </a:solidFill>
                          <a:effectLst/>
                          <a:latin typeface="Calibri" charset="0"/>
                        </a:rPr>
                        <a:t>See: Creating Accounting Setups Oracle Financials Implementation Guide</a:t>
                      </a:r>
                    </a:p>
                  </a:txBody>
                  <a:tcPr marL="0" marR="0" marT="0" marB="0" anchor="b">
                    <a:lnL>
                      <a:noFill/>
                    </a:lnL>
                    <a:lnR>
                      <a:noFill/>
                    </a:lnR>
                    <a:lnT>
                      <a:noFill/>
                    </a:lnT>
                    <a:lnB>
                      <a:noFill/>
                    </a:lnB>
                  </a:tcPr>
                </a:tc>
              </a:tr>
              <a:tr h="253807">
                <a:tc vMerge="1">
                  <a:txBody>
                    <a:bodyPr/>
                    <a:lstStyle/>
                    <a:p>
                      <a:endParaRPr lang="pt-BR"/>
                    </a:p>
                  </a:txBody>
                  <a:tcPr/>
                </a:tc>
                <a:tc vMerge="1">
                  <a:txBody>
                    <a:bodyPr/>
                    <a:lstStyle/>
                    <a:p>
                      <a:endParaRPr lang="pt-BR"/>
                    </a:p>
                  </a:txBody>
                  <a:tcPr/>
                </a:tc>
                <a:tc>
                  <a:txBody>
                    <a:bodyPr/>
                    <a:lstStyle/>
                    <a:p>
                      <a:pPr algn="l" fontAlgn="b"/>
                      <a:r>
                        <a:rPr lang="pt-BR" sz="800" b="0" i="0" u="none" strike="noStrike">
                          <a:solidFill>
                            <a:srgbClr val="000000"/>
                          </a:solidFill>
                          <a:effectLst/>
                          <a:latin typeface="Calibri" charset="0"/>
                        </a:rPr>
                        <a:t>Define additional journal entry sources and categories. If you have enabled average balance processing, specify an Effective Date Rule for each journal source you define. See: Journal Sources and Journal Categories.</a:t>
                      </a:r>
                    </a:p>
                  </a:txBody>
                  <a:tcPr marL="0" marR="0" marT="0" marB="0" anchor="b">
                    <a:lnL>
                      <a:noFill/>
                    </a:lnL>
                    <a:lnR>
                      <a:noFill/>
                    </a:lnR>
                    <a:lnT>
                      <a:noFill/>
                    </a:lnT>
                    <a:lnB>
                      <a:noFill/>
                    </a:lnB>
                  </a:tcPr>
                </a:tc>
              </a:tr>
              <a:tr h="253807">
                <a:tc>
                  <a:txBody>
                    <a:bodyPr/>
                    <a:lstStyle/>
                    <a:p>
                      <a:pPr algn="l" fontAlgn="b"/>
                      <a:r>
                        <a:rPr lang="pt-BR" sz="800" b="0" i="0" u="none" strike="noStrike">
                          <a:solidFill>
                            <a:srgbClr val="000000"/>
                          </a:solidFill>
                          <a:effectLst/>
                          <a:latin typeface="Calibri" charset="0"/>
                        </a:rPr>
                        <a:t>Step 14</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Ledger Sets to group ledgers that share the same chart of accounts and accounting calendar/period type combination to take advantage of processing efficiencies, such as opening and closing periods across ledgers in a ledger set.</a:t>
                      </a:r>
                    </a:p>
                  </a:txBody>
                  <a:tcPr marL="0" marR="0" marT="0" marB="0" anchor="b">
                    <a:lnL>
                      <a:noFill/>
                    </a:lnL>
                    <a:lnR>
                      <a:noFill/>
                    </a:lnR>
                    <a:lnT>
                      <a:noFill/>
                    </a:lnT>
                    <a:lnB>
                      <a:noFill/>
                    </a:lnB>
                  </a:tcPr>
                </a:tc>
              </a:tr>
              <a:tr h="126904">
                <a:tc rowSpan="2">
                  <a:txBody>
                    <a:bodyPr/>
                    <a:lstStyle/>
                    <a:p>
                      <a:pPr algn="l" fontAlgn="b"/>
                      <a:r>
                        <a:rPr lang="pt-BR" sz="800" b="0" i="0" u="none" strike="noStrike">
                          <a:solidFill>
                            <a:srgbClr val="000000"/>
                          </a:solidFill>
                          <a:effectLst/>
                          <a:latin typeface="Calibri" charset="0"/>
                        </a:rPr>
                        <a:t>Step 15</a:t>
                      </a:r>
                    </a:p>
                  </a:txBody>
                  <a:tcPr marL="0" marR="0" marT="0" marB="0" anchor="b">
                    <a:lnL>
                      <a:noFill/>
                    </a:lnL>
                    <a:lnR>
                      <a:noFill/>
                    </a:lnR>
                    <a:lnT>
                      <a:noFill/>
                    </a:lnT>
                    <a:lnB>
                      <a:noFill/>
                    </a:lnB>
                  </a:tcPr>
                </a:tc>
                <a:tc rowSpan="2">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data access sets to secure read and write access to ledgers, balancing segment values, and management segment values for one or more ledgers.</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sng" strike="noStrike">
                          <a:solidFill>
                            <a:srgbClr val="0563C1"/>
                          </a:solidFill>
                          <a:effectLst/>
                          <a:latin typeface="Calibri" charset="0"/>
                          <a:hlinkClick r:id="rId9"/>
                        </a:rPr>
                        <a:t>See: Data Access Sets</a:t>
                      </a:r>
                      <a:endParaRPr lang="pt-BR" sz="800" b="0" i="0" u="sng" strike="noStrike">
                        <a:solidFill>
                          <a:srgbClr val="0563C1"/>
                        </a:solidFill>
                        <a:effectLst/>
                        <a:latin typeface="Calibri" charset="0"/>
                      </a:endParaRPr>
                    </a:p>
                  </a:txBody>
                  <a:tcPr marL="0" marR="0" marT="0" marB="0" anchor="b">
                    <a:lnL>
                      <a:noFill/>
                    </a:lnL>
                    <a:lnR>
                      <a:noFill/>
                    </a:lnR>
                    <a:lnT>
                      <a:noFill/>
                    </a:lnT>
                    <a:lnB>
                      <a:noFill/>
                    </a:lnB>
                  </a:tcPr>
                </a:tc>
              </a:tr>
              <a:tr h="126904">
                <a:tc>
                  <a:txBody>
                    <a:bodyPr/>
                    <a:lstStyle/>
                    <a:p>
                      <a:pPr algn="l" fontAlgn="b"/>
                      <a:r>
                        <a:rPr lang="pt-BR" sz="800" b="0" i="0" u="none" strike="noStrike">
                          <a:solidFill>
                            <a:srgbClr val="000000"/>
                          </a:solidFill>
                          <a:effectLst/>
                          <a:latin typeface="Calibri" charset="0"/>
                        </a:rPr>
                        <a:t>Step 16</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Required</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Assign a ledger to the profile option GL Ledger Name for each Oracle subledger. This profile option controls the ledger chart of accounts that each subledger will use for transaction processing.</a:t>
                      </a:r>
                    </a:p>
                  </a:txBody>
                  <a:tcPr marL="0" marR="0" marT="0" marB="0" anchor="b">
                    <a:lnL>
                      <a:noFill/>
                    </a:lnL>
                    <a:lnR>
                      <a:noFill/>
                    </a:lnR>
                    <a:lnT>
                      <a:noFill/>
                    </a:lnT>
                    <a:lnB>
                      <a:noFill/>
                    </a:lnB>
                  </a:tcPr>
                </a:tc>
              </a:tr>
              <a:tr h="126904">
                <a:tc rowSpan="3">
                  <a:txBody>
                    <a:bodyPr/>
                    <a:lstStyle/>
                    <a:p>
                      <a:pPr algn="l" fontAlgn="b"/>
                      <a:r>
                        <a:rPr lang="pt-BR" sz="800" b="0" i="0" u="none" strike="noStrike">
                          <a:solidFill>
                            <a:srgbClr val="000000"/>
                          </a:solidFill>
                          <a:effectLst/>
                          <a:latin typeface="Calibri" charset="0"/>
                        </a:rPr>
                        <a:t>Step 17</a:t>
                      </a:r>
                    </a:p>
                  </a:txBody>
                  <a:tcPr marL="0" marR="0" marT="0" marB="0" anchor="b">
                    <a:lnL>
                      <a:noFill/>
                    </a:lnL>
                    <a:lnR>
                      <a:noFill/>
                    </a:lnR>
                    <a:lnT>
                      <a:noFill/>
                    </a:lnT>
                    <a:lnB>
                      <a:noFill/>
                    </a:lnB>
                  </a:tcPr>
                </a:tc>
                <a:tc rowSpan="3">
                  <a:txBody>
                    <a:bodyPr/>
                    <a:lstStyle/>
                    <a:p>
                      <a:pPr algn="l" fontAlgn="b"/>
                      <a:r>
                        <a:rPr lang="pt-BR" sz="800" b="0" i="0" u="none" strike="noStrike">
                          <a:solidFill>
                            <a:srgbClr val="000000"/>
                          </a:solidFill>
                          <a:effectLst/>
                          <a:latin typeface="Calibri" charset="0"/>
                        </a:rPr>
                        <a:t>Required</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Assign a data access set to the profile option GL: Data Access Set for each General Ledger responsibility.</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sng" strike="noStrike">
                          <a:solidFill>
                            <a:srgbClr val="0563C1"/>
                          </a:solidFill>
                          <a:effectLst/>
                          <a:latin typeface="Calibri" charset="0"/>
                          <a:hlinkClick r:id="rId9"/>
                        </a:rPr>
                        <a:t>See: Data Access Sets</a:t>
                      </a:r>
                      <a:endParaRPr lang="pt-BR" sz="800" b="0" i="0" u="sng" strike="noStrike">
                        <a:solidFill>
                          <a:srgbClr val="0563C1"/>
                        </a:solidFill>
                        <a:effectLst/>
                        <a:latin typeface="Calibri" charset="0"/>
                      </a:endParaRP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none" strike="noStrike">
                          <a:solidFill>
                            <a:srgbClr val="000000"/>
                          </a:solidFill>
                          <a:effectLst/>
                          <a:latin typeface="Calibri" charset="0"/>
                        </a:rPr>
                        <a:t>See: Setting General Ledger Profile Options, </a:t>
                      </a:r>
                      <a:r>
                        <a:rPr lang="pt-BR" sz="800" b="0" i="1" u="none" strike="noStrike">
                          <a:solidFill>
                            <a:srgbClr val="000000"/>
                          </a:solidFill>
                          <a:effectLst/>
                          <a:latin typeface="Calibri" charset="0"/>
                        </a:rPr>
                        <a:t>Oracle General Ledger Reference Guide</a:t>
                      </a:r>
                      <a:endParaRPr lang="pt-BR" sz="800" b="0" i="0" u="none" strike="noStrike">
                        <a:solidFill>
                          <a:srgbClr val="000000"/>
                        </a:solidFill>
                        <a:effectLst/>
                        <a:latin typeface="Calibri" charset="0"/>
                      </a:endParaRPr>
                    </a:p>
                  </a:txBody>
                  <a:tcPr marL="0" marR="0" marT="0" marB="0" anchor="b">
                    <a:lnL>
                      <a:noFill/>
                    </a:lnL>
                    <a:lnR>
                      <a:noFill/>
                    </a:lnR>
                    <a:lnT>
                      <a:noFill/>
                    </a:lnT>
                    <a:lnB>
                      <a:noFill/>
                    </a:lnB>
                  </a:tcPr>
                </a:tc>
              </a:tr>
              <a:tr h="126904">
                <a:tc rowSpan="2">
                  <a:txBody>
                    <a:bodyPr/>
                    <a:lstStyle/>
                    <a:p>
                      <a:pPr algn="l" fontAlgn="b"/>
                      <a:r>
                        <a:rPr lang="pt-BR" sz="800" b="0" i="0" u="none" strike="noStrike">
                          <a:solidFill>
                            <a:srgbClr val="000000"/>
                          </a:solidFill>
                          <a:effectLst/>
                          <a:latin typeface="Calibri" charset="0"/>
                        </a:rPr>
                        <a:t>Step 18</a:t>
                      </a:r>
                    </a:p>
                  </a:txBody>
                  <a:tcPr marL="0" marR="0" marT="0" marB="0" anchor="b">
                    <a:lnL>
                      <a:noFill/>
                    </a:lnL>
                    <a:lnR>
                      <a:noFill/>
                    </a:lnR>
                    <a:lnT>
                      <a:noFill/>
                    </a:lnT>
                    <a:lnB>
                      <a:noFill/>
                    </a:lnB>
                  </a:tcPr>
                </a:tc>
                <a:tc rowSpan="2">
                  <a:txBody>
                    <a:bodyPr/>
                    <a:lstStyle/>
                    <a:p>
                      <a:pPr algn="l" fontAlgn="b"/>
                      <a:r>
                        <a:rPr lang="pt-BR" sz="800" b="0" i="0" u="none" strike="noStrike">
                          <a:solidFill>
                            <a:srgbClr val="000000"/>
                          </a:solidFill>
                          <a:effectLst/>
                          <a:latin typeface="Calibri" charset="0"/>
                        </a:rPr>
                        <a:t>Optional</a:t>
                      </a:r>
                    </a:p>
                  </a:txBody>
                  <a:tcPr marL="0" marR="0" marT="0" marB="0" anchor="b">
                    <a:lnL>
                      <a:noFill/>
                    </a:lnL>
                    <a:lnR>
                      <a:noFill/>
                    </a:lnR>
                    <a:lnT>
                      <a:noFill/>
                    </a:lnT>
                    <a:lnB>
                      <a:noFill/>
                    </a:lnB>
                  </a:tcPr>
                </a:tc>
                <a:tc>
                  <a:txBody>
                    <a:bodyPr/>
                    <a:lstStyle/>
                    <a:p>
                      <a:pPr algn="l" fontAlgn="b"/>
                      <a:r>
                        <a:rPr lang="pt-BR" sz="800" b="0" i="0" u="none" strike="noStrike">
                          <a:solidFill>
                            <a:srgbClr val="000000"/>
                          </a:solidFill>
                          <a:effectLst/>
                          <a:latin typeface="Calibri" charset="0"/>
                        </a:rPr>
                        <a:t>Define Definition Access Sets and assign them to responsibilities. Once you begin securing your definitions, you can assign the Definition Access Sets assigned to your responsibilities.</a:t>
                      </a:r>
                    </a:p>
                  </a:txBody>
                  <a:tcPr marL="0" marR="0" marT="0" marB="0" anchor="b">
                    <a:lnL>
                      <a:noFill/>
                    </a:lnL>
                    <a:lnR>
                      <a:noFill/>
                    </a:lnR>
                    <a:lnT>
                      <a:noFill/>
                    </a:lnT>
                    <a:lnB>
                      <a:noFill/>
                    </a:lnB>
                  </a:tcPr>
                </a:tc>
              </a:tr>
              <a:tr h="126904">
                <a:tc vMerge="1">
                  <a:txBody>
                    <a:bodyPr/>
                    <a:lstStyle/>
                    <a:p>
                      <a:endParaRPr lang="pt-BR"/>
                    </a:p>
                  </a:txBody>
                  <a:tcPr/>
                </a:tc>
                <a:tc vMerge="1">
                  <a:txBody>
                    <a:bodyPr/>
                    <a:lstStyle/>
                    <a:p>
                      <a:endParaRPr lang="pt-BR"/>
                    </a:p>
                  </a:txBody>
                  <a:tcPr/>
                </a:tc>
                <a:tc>
                  <a:txBody>
                    <a:bodyPr/>
                    <a:lstStyle/>
                    <a:p>
                      <a:pPr algn="l" fontAlgn="b"/>
                      <a:r>
                        <a:rPr lang="pt-BR" sz="800" b="0" i="0" u="sng" strike="noStrike" dirty="0">
                          <a:solidFill>
                            <a:srgbClr val="0563C1"/>
                          </a:solidFill>
                          <a:effectLst/>
                          <a:latin typeface="Calibri" charset="0"/>
                          <a:hlinkClick r:id="rId10"/>
                        </a:rPr>
                        <a:t>See: Definition Access Sets</a:t>
                      </a:r>
                      <a:endParaRPr lang="pt-BR" sz="800" b="0" i="0" u="sng" strike="noStrike" dirty="0">
                        <a:solidFill>
                          <a:srgbClr val="0563C1"/>
                        </a:solidFill>
                        <a:effectLst/>
                        <a:latin typeface="Calibri" charset="0"/>
                      </a:endParaRPr>
                    </a:p>
                  </a:txBody>
                  <a:tcPr marL="0" marR="0" marT="0" marB="0" anchor="b">
                    <a:lnL>
                      <a:noFill/>
                    </a:lnL>
                    <a:lnR>
                      <a:noFill/>
                    </a:lnR>
                    <a:lnT>
                      <a:noFill/>
                    </a:lnT>
                    <a:lnB>
                      <a:noFill/>
                    </a:lnB>
                  </a:tcPr>
                </a:tc>
              </a:tr>
            </a:tbl>
          </a:graphicData>
        </a:graphic>
      </p:graphicFrame>
      <p:pic>
        <p:nvPicPr>
          <p:cNvPr id="9" name="Imagem 8"/>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6512" y="908720"/>
            <a:ext cx="9144000" cy="5759521"/>
          </a:xfrm>
          <a:prstGeom prst="rect">
            <a:avLst/>
          </a:prstGeom>
        </p:spPr>
      </p:pic>
    </p:spTree>
    <p:extLst>
      <p:ext uri="{BB962C8B-B14F-4D97-AF65-F5344CB8AC3E}">
        <p14:creationId xmlns:p14="http://schemas.microsoft.com/office/powerpoint/2010/main" val="152676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a:xfrm>
            <a:off x="8316913" y="6580188"/>
            <a:ext cx="374650" cy="134937"/>
          </a:xfrm>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fld id="{360A85AD-76CA-C14F-9B6C-B29554774D88}" type="slidenum">
              <a:rPr lang="en-US" altLang="pt-BR">
                <a:solidFill>
                  <a:srgbClr val="898989"/>
                </a:solidFill>
              </a:rPr>
              <a:pPr algn="ctr"/>
              <a:t>10</a:t>
            </a:fld>
            <a:endParaRPr lang="en-US" altLang="pt-BR">
              <a:solidFill>
                <a:srgbClr val="898989"/>
              </a:solidFill>
            </a:endParaRPr>
          </a:p>
        </p:txBody>
      </p:sp>
      <p:sp>
        <p:nvSpPr>
          <p:cNvPr id="7" name="AutoShape 2"/>
          <p:cNvSpPr>
            <a:spLocks noChangeArrowheads="1"/>
          </p:cNvSpPr>
          <p:nvPr/>
        </p:nvSpPr>
        <p:spPr bwMode="auto">
          <a:xfrm>
            <a:off x="2933700" y="3352800"/>
            <a:ext cx="1600200" cy="762000"/>
          </a:xfrm>
          <a:prstGeom prst="roundRect">
            <a:avLst>
              <a:gd name="adj" fmla="val 16667"/>
            </a:avLst>
          </a:prstGeom>
          <a:solidFill>
            <a:srgbClr val="CCFF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8" name="AutoShape 3"/>
          <p:cNvSpPr>
            <a:spLocks noChangeArrowheads="1"/>
          </p:cNvSpPr>
          <p:nvPr/>
        </p:nvSpPr>
        <p:spPr bwMode="auto">
          <a:xfrm>
            <a:off x="2857500" y="3276600"/>
            <a:ext cx="3467100" cy="9144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10" name="AutoShape 6">
            <a:hlinkClick r:id="rId2" action="ppaction://hlinkfile"/>
          </p:cNvPr>
          <p:cNvSpPr>
            <a:spLocks noChangeArrowheads="1"/>
          </p:cNvSpPr>
          <p:nvPr/>
        </p:nvSpPr>
        <p:spPr bwMode="auto">
          <a:xfrm>
            <a:off x="152400" y="1295400"/>
            <a:ext cx="1600200" cy="762000"/>
          </a:xfrm>
          <a:prstGeom prst="roundRect">
            <a:avLst>
              <a:gd name="adj" fmla="val 16667"/>
            </a:avLst>
          </a:prstGeom>
          <a:solidFill>
            <a:srgbClr val="CCEC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11" name="Text Box 7">
            <a:hlinkClick r:id="rId3" action="ppaction://hlinkfile"/>
          </p:cNvPr>
          <p:cNvSpPr txBox="1">
            <a:spLocks noChangeArrowheads="1"/>
          </p:cNvSpPr>
          <p:nvPr/>
        </p:nvSpPr>
        <p:spPr bwMode="auto">
          <a:xfrm>
            <a:off x="355600" y="1485900"/>
            <a:ext cx="1219200"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pt-BR" dirty="0"/>
              <a:t>CRP1</a:t>
            </a:r>
          </a:p>
        </p:txBody>
      </p:sp>
      <p:sp>
        <p:nvSpPr>
          <p:cNvPr id="12" name="AutoShape 8"/>
          <p:cNvSpPr>
            <a:spLocks noChangeArrowheads="1"/>
          </p:cNvSpPr>
          <p:nvPr/>
        </p:nvSpPr>
        <p:spPr bwMode="auto">
          <a:xfrm>
            <a:off x="1828800" y="1371600"/>
            <a:ext cx="762000" cy="609600"/>
          </a:xfrm>
          <a:custGeom>
            <a:avLst/>
            <a:gdLst>
              <a:gd name="T0" fmla="*/ 571500 w 21600"/>
              <a:gd name="T1" fmla="*/ 0 h 21600"/>
              <a:gd name="T2" fmla="*/ 0 w 21600"/>
              <a:gd name="T3" fmla="*/ 304800 h 21600"/>
              <a:gd name="T4" fmla="*/ 571500 w 21600"/>
              <a:gd name="T5" fmla="*/ 609600 h 21600"/>
              <a:gd name="T6" fmla="*/ 762000 w 21600"/>
              <a:gd name="T7" fmla="*/ 3048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p>
            <a:endParaRPr lang="pt-BR"/>
          </a:p>
        </p:txBody>
      </p:sp>
      <p:sp>
        <p:nvSpPr>
          <p:cNvPr id="13" name="AutoShape 9"/>
          <p:cNvSpPr>
            <a:spLocks noChangeArrowheads="1"/>
          </p:cNvSpPr>
          <p:nvPr/>
        </p:nvSpPr>
        <p:spPr bwMode="auto">
          <a:xfrm>
            <a:off x="5029200" y="1295400"/>
            <a:ext cx="1600200" cy="762000"/>
          </a:xfrm>
          <a:prstGeom prst="roundRect">
            <a:avLst>
              <a:gd name="adj" fmla="val 16667"/>
            </a:avLst>
          </a:prstGeom>
          <a:solidFill>
            <a:srgbClr val="CCEC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14" name="Text Box 10"/>
          <p:cNvSpPr txBox="1">
            <a:spLocks noChangeArrowheads="1"/>
          </p:cNvSpPr>
          <p:nvPr/>
        </p:nvSpPr>
        <p:spPr bwMode="auto">
          <a:xfrm>
            <a:off x="5181600" y="1485900"/>
            <a:ext cx="1219200"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pt-BR" dirty="0"/>
              <a:t>CRP2</a:t>
            </a:r>
          </a:p>
        </p:txBody>
      </p:sp>
      <p:sp>
        <p:nvSpPr>
          <p:cNvPr id="15" name="AutoShape 11"/>
          <p:cNvSpPr>
            <a:spLocks noChangeArrowheads="1"/>
          </p:cNvSpPr>
          <p:nvPr/>
        </p:nvSpPr>
        <p:spPr bwMode="auto">
          <a:xfrm>
            <a:off x="2743200" y="1219200"/>
            <a:ext cx="1371600" cy="914400"/>
          </a:xfrm>
          <a:prstGeom prst="foldedCorner">
            <a:avLst>
              <a:gd name="adj" fmla="val 12500"/>
            </a:avLst>
          </a:prstGeom>
          <a:solidFill>
            <a:srgbClr val="FFCC66"/>
          </a:solidFill>
          <a:ln w="9525">
            <a:solidFill>
              <a:schemeClr val="tx1"/>
            </a:solidFill>
            <a:round/>
            <a:headEnd/>
            <a:tailEnd/>
          </a:ln>
        </p:spPr>
        <p:txBody>
          <a:bodyPr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16" name="Text Box 12">
            <a:hlinkClick r:id="rId4" action="ppaction://hlinkfile"/>
          </p:cNvPr>
          <p:cNvSpPr txBox="1">
            <a:spLocks noChangeArrowheads="1"/>
          </p:cNvSpPr>
          <p:nvPr/>
        </p:nvSpPr>
        <p:spPr bwMode="auto">
          <a:xfrm>
            <a:off x="2743200" y="1295400"/>
            <a:ext cx="1371600" cy="31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pt-BR" sz="1200" dirty="0" err="1" smtClean="0"/>
              <a:t>Questionamentos</a:t>
            </a:r>
            <a:endParaRPr lang="en-US" altLang="pt-BR" sz="1200" dirty="0"/>
          </a:p>
        </p:txBody>
      </p:sp>
      <p:sp>
        <p:nvSpPr>
          <p:cNvPr id="17" name="Line 13"/>
          <p:cNvSpPr>
            <a:spLocks noChangeShapeType="1"/>
          </p:cNvSpPr>
          <p:nvPr/>
        </p:nvSpPr>
        <p:spPr bwMode="auto">
          <a:xfrm>
            <a:off x="2743200" y="17526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spAutoFit/>
          </a:bodyPr>
          <a:lstStyle/>
          <a:p>
            <a:endParaRPr lang="pt-BR"/>
          </a:p>
        </p:txBody>
      </p:sp>
      <p:sp>
        <p:nvSpPr>
          <p:cNvPr id="18" name="Text Box 14"/>
          <p:cNvSpPr txBox="1">
            <a:spLocks noChangeArrowheads="1"/>
          </p:cNvSpPr>
          <p:nvPr/>
        </p:nvSpPr>
        <p:spPr bwMode="auto">
          <a:xfrm>
            <a:off x="2743200" y="1800225"/>
            <a:ext cx="13716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pt-BR" sz="1200"/>
              <a:t>Workshop</a:t>
            </a:r>
          </a:p>
        </p:txBody>
      </p:sp>
      <p:sp>
        <p:nvSpPr>
          <p:cNvPr id="19" name="AutoShape 15"/>
          <p:cNvSpPr>
            <a:spLocks noChangeArrowheads="1"/>
          </p:cNvSpPr>
          <p:nvPr/>
        </p:nvSpPr>
        <p:spPr bwMode="auto">
          <a:xfrm>
            <a:off x="4191000" y="1371600"/>
            <a:ext cx="762000" cy="609600"/>
          </a:xfrm>
          <a:custGeom>
            <a:avLst/>
            <a:gdLst>
              <a:gd name="T0" fmla="*/ 571500 w 21600"/>
              <a:gd name="T1" fmla="*/ 0 h 21600"/>
              <a:gd name="T2" fmla="*/ 0 w 21600"/>
              <a:gd name="T3" fmla="*/ 304800 h 21600"/>
              <a:gd name="T4" fmla="*/ 571500 w 21600"/>
              <a:gd name="T5" fmla="*/ 609600 h 21600"/>
              <a:gd name="T6" fmla="*/ 762000 w 21600"/>
              <a:gd name="T7" fmla="*/ 3048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p>
            <a:endParaRPr lang="pt-BR"/>
          </a:p>
        </p:txBody>
      </p:sp>
      <p:sp>
        <p:nvSpPr>
          <p:cNvPr id="20" name="AutoShape 16"/>
          <p:cNvSpPr>
            <a:spLocks noChangeArrowheads="1"/>
          </p:cNvSpPr>
          <p:nvPr/>
        </p:nvSpPr>
        <p:spPr bwMode="auto">
          <a:xfrm>
            <a:off x="381000" y="3352800"/>
            <a:ext cx="1600200" cy="762000"/>
          </a:xfrm>
          <a:prstGeom prst="roundRect">
            <a:avLst>
              <a:gd name="adj" fmla="val 16667"/>
            </a:avLst>
          </a:prstGeom>
          <a:solidFill>
            <a:srgbClr val="CCEC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21" name="Text Box 17"/>
          <p:cNvSpPr txBox="1">
            <a:spLocks noChangeArrowheads="1"/>
          </p:cNvSpPr>
          <p:nvPr/>
        </p:nvSpPr>
        <p:spPr bwMode="auto">
          <a:xfrm>
            <a:off x="533400" y="3543300"/>
            <a:ext cx="1219200"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pt-BR" dirty="0" err="1" smtClean="0"/>
              <a:t>CRPn</a:t>
            </a:r>
            <a:endParaRPr lang="en-US" altLang="pt-BR" dirty="0"/>
          </a:p>
        </p:txBody>
      </p:sp>
      <p:sp>
        <p:nvSpPr>
          <p:cNvPr id="22" name="AutoShape 18"/>
          <p:cNvSpPr>
            <a:spLocks noChangeArrowheads="1"/>
          </p:cNvSpPr>
          <p:nvPr/>
        </p:nvSpPr>
        <p:spPr bwMode="auto">
          <a:xfrm>
            <a:off x="7543800" y="1219200"/>
            <a:ext cx="1371600" cy="914400"/>
          </a:xfrm>
          <a:prstGeom prst="foldedCorner">
            <a:avLst>
              <a:gd name="adj" fmla="val 12500"/>
            </a:avLst>
          </a:prstGeom>
          <a:solidFill>
            <a:srgbClr val="FFCC66"/>
          </a:solidFill>
          <a:ln w="9525">
            <a:solidFill>
              <a:schemeClr val="tx1"/>
            </a:solidFill>
            <a:round/>
            <a:headEnd/>
            <a:tailEnd/>
          </a:ln>
        </p:spPr>
        <p:txBody>
          <a:bodyPr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23" name="Text Box 19"/>
          <p:cNvSpPr txBox="1">
            <a:spLocks noChangeArrowheads="1"/>
          </p:cNvSpPr>
          <p:nvPr/>
        </p:nvSpPr>
        <p:spPr bwMode="auto">
          <a:xfrm>
            <a:off x="7543800" y="1295400"/>
            <a:ext cx="1371600" cy="31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pt-BR" sz="1200" dirty="0" err="1" smtClean="0"/>
              <a:t>Questionamento</a:t>
            </a:r>
            <a:endParaRPr lang="en-US" altLang="pt-BR" sz="1200" dirty="0"/>
          </a:p>
        </p:txBody>
      </p:sp>
      <p:sp>
        <p:nvSpPr>
          <p:cNvPr id="24" name="Line 20"/>
          <p:cNvSpPr>
            <a:spLocks noChangeShapeType="1"/>
          </p:cNvSpPr>
          <p:nvPr/>
        </p:nvSpPr>
        <p:spPr bwMode="auto">
          <a:xfrm>
            <a:off x="7543800" y="17526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spAutoFit/>
          </a:bodyPr>
          <a:lstStyle/>
          <a:p>
            <a:endParaRPr lang="pt-BR"/>
          </a:p>
        </p:txBody>
      </p:sp>
      <p:sp>
        <p:nvSpPr>
          <p:cNvPr id="25" name="Text Box 21"/>
          <p:cNvSpPr txBox="1">
            <a:spLocks noChangeArrowheads="1"/>
          </p:cNvSpPr>
          <p:nvPr/>
        </p:nvSpPr>
        <p:spPr bwMode="auto">
          <a:xfrm>
            <a:off x="7543800" y="1800225"/>
            <a:ext cx="1371600" cy="31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pt-BR" sz="1200" i="1" dirty="0" smtClean="0">
                <a:solidFill>
                  <a:sysClr val="windowText" lastClr="000000"/>
                </a:solidFill>
              </a:rPr>
              <a:t>GAPs</a:t>
            </a:r>
            <a:endParaRPr lang="en-US" altLang="pt-BR" sz="1200" i="1" dirty="0">
              <a:solidFill>
                <a:sysClr val="windowText" lastClr="000000"/>
              </a:solidFill>
            </a:endParaRPr>
          </a:p>
        </p:txBody>
      </p:sp>
      <p:sp>
        <p:nvSpPr>
          <p:cNvPr id="26" name="AutoShape 22"/>
          <p:cNvSpPr>
            <a:spLocks noChangeArrowheads="1"/>
          </p:cNvSpPr>
          <p:nvPr/>
        </p:nvSpPr>
        <p:spPr bwMode="auto">
          <a:xfrm>
            <a:off x="6705600" y="1371600"/>
            <a:ext cx="762000" cy="609600"/>
          </a:xfrm>
          <a:custGeom>
            <a:avLst/>
            <a:gdLst>
              <a:gd name="T0" fmla="*/ 571500 w 21600"/>
              <a:gd name="T1" fmla="*/ 0 h 21600"/>
              <a:gd name="T2" fmla="*/ 0 w 21600"/>
              <a:gd name="T3" fmla="*/ 304800 h 21600"/>
              <a:gd name="T4" fmla="*/ 571500 w 21600"/>
              <a:gd name="T5" fmla="*/ 609600 h 21600"/>
              <a:gd name="T6" fmla="*/ 762000 w 21600"/>
              <a:gd name="T7" fmla="*/ 3048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p>
            <a:endParaRPr lang="pt-BR"/>
          </a:p>
        </p:txBody>
      </p:sp>
      <p:cxnSp>
        <p:nvCxnSpPr>
          <p:cNvPr id="27" name="AutoShape 23"/>
          <p:cNvCxnSpPr>
            <a:cxnSpLocks noChangeShapeType="1"/>
          </p:cNvCxnSpPr>
          <p:nvPr/>
        </p:nvCxnSpPr>
        <p:spPr bwMode="auto">
          <a:xfrm flipH="1">
            <a:off x="381000" y="1423988"/>
            <a:ext cx="8534400" cy="2309812"/>
          </a:xfrm>
          <a:prstGeom prst="bentConnector5">
            <a:avLst>
              <a:gd name="adj1" fmla="val -2681"/>
              <a:gd name="adj2" fmla="val 44537"/>
              <a:gd name="adj3" fmla="val 102681"/>
            </a:avLst>
          </a:prstGeom>
          <a:noFill/>
          <a:ln w="38100">
            <a:solidFill>
              <a:schemeClr val="accent1"/>
            </a:solidFill>
            <a:miter lim="800000"/>
            <a:headEnd/>
            <a:tailEnd type="triangle" w="med" len="med"/>
          </a:ln>
          <a:extLst>
            <a:ext uri="{909E8E84-426E-40DD-AFC4-6F175D3DCCD1}">
              <a14:hiddenFill xmlns:a14="http://schemas.microsoft.com/office/drawing/2010/main">
                <a:noFill/>
              </a14:hiddenFill>
            </a:ext>
          </a:extLst>
        </p:spPr>
      </p:cxnSp>
      <p:sp>
        <p:nvSpPr>
          <p:cNvPr id="28" name="AutoShape 24"/>
          <p:cNvSpPr>
            <a:spLocks noChangeArrowheads="1"/>
          </p:cNvSpPr>
          <p:nvPr/>
        </p:nvSpPr>
        <p:spPr bwMode="auto">
          <a:xfrm>
            <a:off x="2057400" y="3429000"/>
            <a:ext cx="762000" cy="609600"/>
          </a:xfrm>
          <a:custGeom>
            <a:avLst/>
            <a:gdLst>
              <a:gd name="T0" fmla="*/ 571500 w 21600"/>
              <a:gd name="T1" fmla="*/ 0 h 21600"/>
              <a:gd name="T2" fmla="*/ 0 w 21600"/>
              <a:gd name="T3" fmla="*/ 304800 h 21600"/>
              <a:gd name="T4" fmla="*/ 571500 w 21600"/>
              <a:gd name="T5" fmla="*/ 609600 h 21600"/>
              <a:gd name="T6" fmla="*/ 762000 w 21600"/>
              <a:gd name="T7" fmla="*/ 3048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p>
            <a:endParaRPr lang="pt-BR"/>
          </a:p>
        </p:txBody>
      </p:sp>
      <p:sp>
        <p:nvSpPr>
          <p:cNvPr id="29" name="Text Box 25"/>
          <p:cNvSpPr txBox="1">
            <a:spLocks noChangeArrowheads="1"/>
          </p:cNvSpPr>
          <p:nvPr/>
        </p:nvSpPr>
        <p:spPr bwMode="auto">
          <a:xfrm>
            <a:off x="3086100" y="3543300"/>
            <a:ext cx="1219200"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pt-BR" dirty="0"/>
              <a:t>SIT</a:t>
            </a:r>
          </a:p>
        </p:txBody>
      </p:sp>
      <p:sp>
        <p:nvSpPr>
          <p:cNvPr id="30" name="AutoShape 26"/>
          <p:cNvSpPr>
            <a:spLocks noChangeArrowheads="1"/>
          </p:cNvSpPr>
          <p:nvPr/>
        </p:nvSpPr>
        <p:spPr bwMode="auto">
          <a:xfrm>
            <a:off x="4648200" y="3352800"/>
            <a:ext cx="1600200" cy="762000"/>
          </a:xfrm>
          <a:prstGeom prst="roundRect">
            <a:avLst>
              <a:gd name="adj" fmla="val 16667"/>
            </a:avLst>
          </a:prstGeom>
          <a:solidFill>
            <a:srgbClr val="CCEC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31" name="Text Box 27"/>
          <p:cNvSpPr txBox="1">
            <a:spLocks noChangeArrowheads="1"/>
          </p:cNvSpPr>
          <p:nvPr/>
        </p:nvSpPr>
        <p:spPr bwMode="auto">
          <a:xfrm>
            <a:off x="4800600" y="3543300"/>
            <a:ext cx="1219200"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pt-BR" dirty="0"/>
              <a:t>UAT</a:t>
            </a:r>
          </a:p>
        </p:txBody>
      </p:sp>
      <p:sp>
        <p:nvSpPr>
          <p:cNvPr id="32" name="AutoShape 28"/>
          <p:cNvSpPr>
            <a:spLocks noChangeArrowheads="1"/>
          </p:cNvSpPr>
          <p:nvPr/>
        </p:nvSpPr>
        <p:spPr bwMode="auto">
          <a:xfrm>
            <a:off x="6400800" y="3429000"/>
            <a:ext cx="762000" cy="609600"/>
          </a:xfrm>
          <a:custGeom>
            <a:avLst/>
            <a:gdLst>
              <a:gd name="T0" fmla="*/ 571500 w 21600"/>
              <a:gd name="T1" fmla="*/ 0 h 21600"/>
              <a:gd name="T2" fmla="*/ 0 w 21600"/>
              <a:gd name="T3" fmla="*/ 304800 h 21600"/>
              <a:gd name="T4" fmla="*/ 571500 w 21600"/>
              <a:gd name="T5" fmla="*/ 609600 h 21600"/>
              <a:gd name="T6" fmla="*/ 762000 w 21600"/>
              <a:gd name="T7" fmla="*/ 3048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p>
            <a:endParaRPr lang="pt-BR"/>
          </a:p>
        </p:txBody>
      </p:sp>
      <p:sp>
        <p:nvSpPr>
          <p:cNvPr id="33" name="AutoShape 29"/>
          <p:cNvSpPr>
            <a:spLocks noChangeArrowheads="1"/>
          </p:cNvSpPr>
          <p:nvPr/>
        </p:nvSpPr>
        <p:spPr bwMode="auto">
          <a:xfrm>
            <a:off x="4864100" y="4876800"/>
            <a:ext cx="1295400" cy="914400"/>
          </a:xfrm>
          <a:prstGeom prst="horizontalScroll">
            <a:avLst>
              <a:gd name="adj" fmla="val 12500"/>
            </a:avLst>
          </a:prstGeom>
          <a:solidFill>
            <a:srgbClr val="0000CC"/>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34" name="Text Box 30"/>
          <p:cNvSpPr txBox="1">
            <a:spLocks noChangeArrowheads="1"/>
          </p:cNvSpPr>
          <p:nvPr/>
        </p:nvSpPr>
        <p:spPr bwMode="auto">
          <a:xfrm>
            <a:off x="4876800" y="4953000"/>
            <a:ext cx="1282700" cy="757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spcBef>
                <a:spcPts val="0"/>
              </a:spcBef>
              <a:spcAft>
                <a:spcPts val="0"/>
              </a:spcAft>
            </a:pPr>
            <a:r>
              <a:rPr lang="en-US" altLang="pt-BR" i="1" smtClean="0">
                <a:solidFill>
                  <a:schemeClr val="bg1"/>
                </a:solidFill>
              </a:rPr>
              <a:t>Produção</a:t>
            </a:r>
            <a:r>
              <a:rPr lang="en-US" altLang="pt-BR" i="1" dirty="0" smtClean="0">
                <a:solidFill>
                  <a:schemeClr val="bg1"/>
                </a:solidFill>
              </a:rPr>
              <a:t> </a:t>
            </a:r>
          </a:p>
          <a:p>
            <a:pPr algn="ctr">
              <a:spcBef>
                <a:spcPts val="0"/>
              </a:spcBef>
              <a:spcAft>
                <a:spcPts val="0"/>
              </a:spcAft>
            </a:pPr>
            <a:r>
              <a:rPr lang="en-US" altLang="pt-BR" i="1" dirty="0" smtClean="0">
                <a:solidFill>
                  <a:schemeClr val="bg1"/>
                </a:solidFill>
              </a:rPr>
              <a:t>Go </a:t>
            </a:r>
            <a:r>
              <a:rPr lang="en-US" altLang="pt-BR" i="1" dirty="0">
                <a:solidFill>
                  <a:schemeClr val="bg1"/>
                </a:solidFill>
              </a:rPr>
              <a:t>Live !</a:t>
            </a:r>
          </a:p>
        </p:txBody>
      </p:sp>
      <p:sp>
        <p:nvSpPr>
          <p:cNvPr id="35" name="AutoShape 31"/>
          <p:cNvSpPr>
            <a:spLocks noChangeArrowheads="1"/>
          </p:cNvSpPr>
          <p:nvPr/>
        </p:nvSpPr>
        <p:spPr bwMode="auto">
          <a:xfrm>
            <a:off x="7188200" y="3352800"/>
            <a:ext cx="1600200" cy="762000"/>
          </a:xfrm>
          <a:prstGeom prst="roundRect">
            <a:avLst>
              <a:gd name="adj" fmla="val 16667"/>
            </a:avLst>
          </a:prstGeom>
          <a:solidFill>
            <a:srgbClr val="CCEC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36" name="Text Box 32"/>
          <p:cNvSpPr txBox="1">
            <a:spLocks noChangeArrowheads="1"/>
          </p:cNvSpPr>
          <p:nvPr/>
        </p:nvSpPr>
        <p:spPr bwMode="auto">
          <a:xfrm>
            <a:off x="7391400" y="3505200"/>
            <a:ext cx="1371600"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pt-BR" dirty="0" err="1" smtClean="0"/>
              <a:t>Treinamento</a:t>
            </a:r>
            <a:endParaRPr lang="en-US" altLang="pt-BR" dirty="0"/>
          </a:p>
        </p:txBody>
      </p:sp>
      <p:sp>
        <p:nvSpPr>
          <p:cNvPr id="37" name="AutoShape 33">
            <a:hlinkClick r:id="rId5" action="ppaction://hlinkfile"/>
          </p:cNvPr>
          <p:cNvSpPr>
            <a:spLocks noChangeArrowheads="1"/>
          </p:cNvSpPr>
          <p:nvPr/>
        </p:nvSpPr>
        <p:spPr bwMode="auto">
          <a:xfrm>
            <a:off x="1905000" y="5029200"/>
            <a:ext cx="1600200" cy="762000"/>
          </a:xfrm>
          <a:prstGeom prst="roundRect">
            <a:avLst>
              <a:gd name="adj" fmla="val 16667"/>
            </a:avLst>
          </a:prstGeom>
          <a:solidFill>
            <a:srgbClr val="CCEC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38" name="Text Box 34">
            <a:hlinkClick r:id="rId5" action="ppaction://hlinkfile"/>
          </p:cNvPr>
          <p:cNvSpPr txBox="1">
            <a:spLocks noChangeArrowheads="1"/>
          </p:cNvSpPr>
          <p:nvPr/>
        </p:nvSpPr>
        <p:spPr bwMode="auto">
          <a:xfrm>
            <a:off x="1981200" y="5073650"/>
            <a:ext cx="1371600" cy="757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pt-BR" dirty="0" err="1" smtClean="0"/>
              <a:t>Transição</a:t>
            </a:r>
            <a:r>
              <a:rPr lang="en-US" altLang="pt-BR" dirty="0" smtClean="0"/>
              <a:t> </a:t>
            </a:r>
            <a:r>
              <a:rPr lang="en-US" altLang="pt-BR" dirty="0" err="1" smtClean="0"/>
              <a:t>Produção</a:t>
            </a:r>
            <a:endParaRPr lang="en-US" altLang="pt-BR" dirty="0"/>
          </a:p>
        </p:txBody>
      </p:sp>
      <p:sp>
        <p:nvSpPr>
          <p:cNvPr id="39" name="AutoShape 35"/>
          <p:cNvSpPr>
            <a:spLocks noChangeArrowheads="1"/>
          </p:cNvSpPr>
          <p:nvPr/>
        </p:nvSpPr>
        <p:spPr bwMode="auto">
          <a:xfrm>
            <a:off x="3810000" y="5029200"/>
            <a:ext cx="762000" cy="609600"/>
          </a:xfrm>
          <a:custGeom>
            <a:avLst/>
            <a:gdLst>
              <a:gd name="T0" fmla="*/ 571500 w 21600"/>
              <a:gd name="T1" fmla="*/ 0 h 21600"/>
              <a:gd name="T2" fmla="*/ 0 w 21600"/>
              <a:gd name="T3" fmla="*/ 304800 h 21600"/>
              <a:gd name="T4" fmla="*/ 571500 w 21600"/>
              <a:gd name="T5" fmla="*/ 609600 h 21600"/>
              <a:gd name="T6" fmla="*/ 762000 w 21600"/>
              <a:gd name="T7" fmla="*/ 3048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p>
            <a:endParaRPr lang="pt-BR"/>
          </a:p>
        </p:txBody>
      </p:sp>
      <p:cxnSp>
        <p:nvCxnSpPr>
          <p:cNvPr id="40" name="AutoShape 36"/>
          <p:cNvCxnSpPr>
            <a:cxnSpLocks noChangeShapeType="1"/>
          </p:cNvCxnSpPr>
          <p:nvPr/>
        </p:nvCxnSpPr>
        <p:spPr bwMode="auto">
          <a:xfrm flipH="1">
            <a:off x="1905000" y="3733800"/>
            <a:ext cx="6883400" cy="1676400"/>
          </a:xfrm>
          <a:prstGeom prst="bentConnector5">
            <a:avLst>
              <a:gd name="adj1" fmla="val -3319"/>
              <a:gd name="adj2" fmla="val 50000"/>
              <a:gd name="adj3" fmla="val 103319"/>
            </a:avLst>
          </a:prstGeom>
          <a:noFill/>
          <a:ln w="38100">
            <a:solidFill>
              <a:schemeClr val="accent1"/>
            </a:solidFill>
            <a:miter lim="800000"/>
            <a:headEnd/>
            <a:tailEnd type="triangle" w="med" len="med"/>
          </a:ln>
          <a:extLst>
            <a:ext uri="{909E8E84-426E-40DD-AFC4-6F175D3DCCD1}">
              <a14:hiddenFill xmlns:a14="http://schemas.microsoft.com/office/drawing/2010/main">
                <a:noFill/>
              </a14:hiddenFill>
            </a:ext>
          </a:extLst>
        </p:spPr>
      </p:cxnSp>
      <p:sp>
        <p:nvSpPr>
          <p:cNvPr id="42" name="Text Box 8"/>
          <p:cNvSpPr txBox="1">
            <a:spLocks noChangeArrowheads="1"/>
          </p:cNvSpPr>
          <p:nvPr/>
        </p:nvSpPr>
        <p:spPr bwMode="gray">
          <a:xfrm>
            <a:off x="8691563" y="6556375"/>
            <a:ext cx="452437"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nchor="ctr" anchorCtr="1"/>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eaLnBrk="0" hangingPunct="0">
              <a:lnSpc>
                <a:spcPct val="85000"/>
              </a:lnSpc>
            </a:pPr>
            <a:fld id="{C8A66C1E-B956-324D-B669-BB22736AEB22}" type="slidenum">
              <a:rPr lang="en-US" altLang="pt-BR" sz="800">
                <a:solidFill>
                  <a:schemeClr val="bg1"/>
                </a:solidFill>
                <a:latin typeface="Arial Narrow" charset="0"/>
              </a:rPr>
              <a:pPr algn="ctr" eaLnBrk="0" hangingPunct="0">
                <a:lnSpc>
                  <a:spcPct val="85000"/>
                </a:lnSpc>
              </a:pPr>
              <a:t>10</a:t>
            </a:fld>
            <a:endParaRPr lang="en-US" altLang="pt-BR" sz="800">
              <a:solidFill>
                <a:schemeClr val="bg1"/>
              </a:solidFill>
              <a:latin typeface="Arial Narrow" charset="0"/>
            </a:endParaRPr>
          </a:p>
        </p:txBody>
      </p:sp>
      <p:sp>
        <p:nvSpPr>
          <p:cNvPr id="2" name="CaixaDeTexto 1"/>
          <p:cNvSpPr txBox="1"/>
          <p:nvPr/>
        </p:nvSpPr>
        <p:spPr>
          <a:xfrm>
            <a:off x="152400" y="6093296"/>
            <a:ext cx="6553200" cy="424732"/>
          </a:xfrm>
          <a:prstGeom prst="rect">
            <a:avLst/>
          </a:prstGeom>
          <a:noFill/>
        </p:spPr>
        <p:txBody>
          <a:bodyPr wrap="square" rtlCol="0">
            <a:spAutoFit/>
          </a:bodyPr>
          <a:lstStyle/>
          <a:p>
            <a:pPr marL="285750" indent="-285750">
              <a:buFont typeface="Wingdings" charset="2"/>
              <a:buChar char="q"/>
            </a:pPr>
            <a:r>
              <a:rPr lang="pt-BR" dirty="0" smtClean="0"/>
              <a:t>Na BBTS estima-se que ser</a:t>
            </a:r>
            <a:r>
              <a:rPr lang="en-US" dirty="0" err="1" smtClean="0"/>
              <a:t>ão</a:t>
            </a:r>
            <a:r>
              <a:rPr lang="en-US" dirty="0" smtClean="0"/>
              <a:t> </a:t>
            </a:r>
            <a:r>
              <a:rPr lang="en-US" dirty="0" err="1" smtClean="0"/>
              <a:t>necessários</a:t>
            </a:r>
            <a:r>
              <a:rPr lang="en-US" dirty="0" smtClean="0"/>
              <a:t> 3 CRPs.</a:t>
            </a:r>
            <a:endParaRPr lang="pt-BR" dirty="0"/>
          </a:p>
        </p:txBody>
      </p:sp>
      <p:sp>
        <p:nvSpPr>
          <p:cNvPr id="46" name="Balão Retangular 45"/>
          <p:cNvSpPr/>
          <p:nvPr/>
        </p:nvSpPr>
        <p:spPr bwMode="auto">
          <a:xfrm>
            <a:off x="1259632" y="2133600"/>
            <a:ext cx="1674068" cy="683096"/>
          </a:xfrm>
          <a:prstGeom prst="wedgeRectCallout">
            <a:avLst>
              <a:gd name="adj1" fmla="val -67623"/>
              <a:gd name="adj2" fmla="val -63636"/>
            </a:avLst>
          </a:prstGeom>
          <a:noFill/>
          <a:ln>
            <a:solidFill>
              <a:schemeClr val="tx1"/>
            </a:solidFill>
          </a:ln>
          <a:effectLst>
            <a:softEdge rad="0"/>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20000"/>
              </a:lnSpc>
              <a:spcBef>
                <a:spcPts val="0"/>
              </a:spcBef>
              <a:spcAft>
                <a:spcPts val="0"/>
              </a:spcAft>
              <a:buClrTx/>
              <a:buSzTx/>
              <a:buFontTx/>
              <a:buNone/>
              <a:tabLst/>
            </a:pPr>
            <a:r>
              <a:rPr lang="pt-BR" sz="1600" dirty="0" err="1" smtClean="0"/>
              <a:t>VisioDemo</a:t>
            </a:r>
            <a:endParaRPr lang="pt-BR" sz="1600" dirty="0" smtClean="0"/>
          </a:p>
          <a:p>
            <a:pPr marL="0" marR="0" indent="0" algn="ctr" defTabSz="914400" rtl="0" eaLnBrk="1" fontAlgn="base" latinLnBrk="0" hangingPunct="1">
              <a:lnSpc>
                <a:spcPct val="120000"/>
              </a:lnSpc>
              <a:spcBef>
                <a:spcPts val="0"/>
              </a:spcBef>
              <a:spcAft>
                <a:spcPts val="0"/>
              </a:spcAft>
              <a:buClrTx/>
              <a:buSzTx/>
              <a:buFontTx/>
              <a:buNone/>
              <a:tabLst/>
            </a:pPr>
            <a:r>
              <a:rPr kumimoji="0" lang="pt-BR" sz="1600" b="0" i="0" u="none" strike="noStrike" cap="none" normalizeH="0" baseline="0" dirty="0" smtClean="0">
                <a:ln>
                  <a:noFill/>
                </a:ln>
                <a:solidFill>
                  <a:schemeClr val="tx1"/>
                </a:solidFill>
                <a:effectLst/>
              </a:rPr>
              <a:t>GAP</a:t>
            </a:r>
            <a:r>
              <a:rPr kumimoji="0" lang="pt-BR" sz="1600" b="0" i="0" u="none" strike="noStrike" cap="none" normalizeH="0" dirty="0" smtClean="0">
                <a:ln>
                  <a:noFill/>
                </a:ln>
                <a:solidFill>
                  <a:schemeClr val="tx1"/>
                </a:solidFill>
                <a:effectLst/>
              </a:rPr>
              <a:t> M</a:t>
            </a:r>
            <a:r>
              <a:rPr kumimoji="0" lang="en-US" sz="1600" b="0" i="0" u="none" strike="noStrike" cap="none" normalizeH="0" dirty="0" err="1" smtClean="0">
                <a:ln>
                  <a:noFill/>
                </a:ln>
                <a:solidFill>
                  <a:schemeClr val="tx1"/>
                </a:solidFill>
                <a:effectLst/>
              </a:rPr>
              <a:t>ódulos</a:t>
            </a:r>
            <a:endParaRPr kumimoji="0" lang="pt-BR" sz="1600" b="0" i="0" u="none" strike="noStrike" cap="none" normalizeH="0" baseline="0" dirty="0" smtClean="0">
              <a:ln>
                <a:noFill/>
              </a:ln>
              <a:solidFill>
                <a:schemeClr val="tx1"/>
              </a:solidFill>
              <a:effectLst/>
            </a:endParaRPr>
          </a:p>
        </p:txBody>
      </p:sp>
      <p:sp>
        <p:nvSpPr>
          <p:cNvPr id="47" name="Balão Retangular 46"/>
          <p:cNvSpPr/>
          <p:nvPr/>
        </p:nvSpPr>
        <p:spPr bwMode="auto">
          <a:xfrm>
            <a:off x="6066284" y="2132856"/>
            <a:ext cx="1674068" cy="683096"/>
          </a:xfrm>
          <a:prstGeom prst="wedgeRectCallout">
            <a:avLst>
              <a:gd name="adj1" fmla="val -67623"/>
              <a:gd name="adj2" fmla="val -63636"/>
            </a:avLst>
          </a:prstGeom>
          <a:noFill/>
          <a:ln>
            <a:solidFill>
              <a:schemeClr val="tx1"/>
            </a:solidFill>
          </a:ln>
          <a:effectLst>
            <a:softEdge rad="0"/>
          </a:effectLst>
          <a:extLst/>
        </p:spPr>
        <p:txBody>
          <a:bodyPr vert="horz" wrap="square" lIns="91440" tIns="45720" rIns="91440" bIns="45720" numCol="1" rtlCol="0" anchor="t" anchorCtr="0" compatLnSpc="1">
            <a:prstTxWarp prst="textNoShape">
              <a:avLst/>
            </a:prstTxWarp>
          </a:bodyPr>
          <a:lstStyle/>
          <a:p>
            <a:pPr algn="ctr">
              <a:spcBef>
                <a:spcPts val="0"/>
              </a:spcBef>
              <a:spcAft>
                <a:spcPts val="0"/>
              </a:spcAft>
            </a:pPr>
            <a:r>
              <a:rPr lang="pt-BR" sz="1600" dirty="0" smtClean="0"/>
              <a:t>Proposta, sem </a:t>
            </a:r>
            <a:r>
              <a:rPr lang="pt-BR" sz="1600" dirty="0">
                <a:sym typeface="Wingdings" panose="05000000000000000000" pitchFamily="2" charset="2"/>
              </a:rPr>
              <a:t>CEMLI</a:t>
            </a:r>
            <a:endParaRPr lang="pt-BR" sz="1600" dirty="0" smtClean="0"/>
          </a:p>
        </p:txBody>
      </p:sp>
      <p:sp>
        <p:nvSpPr>
          <p:cNvPr id="48" name="Balão Retangular 47"/>
          <p:cNvSpPr/>
          <p:nvPr/>
        </p:nvSpPr>
        <p:spPr bwMode="auto">
          <a:xfrm>
            <a:off x="1043608" y="4186064"/>
            <a:ext cx="2160240" cy="683096"/>
          </a:xfrm>
          <a:prstGeom prst="wedgeRectCallout">
            <a:avLst>
              <a:gd name="adj1" fmla="val -67623"/>
              <a:gd name="adj2" fmla="val -63636"/>
            </a:avLst>
          </a:prstGeom>
          <a:noFill/>
          <a:ln>
            <a:solidFill>
              <a:schemeClr val="tx1"/>
            </a:solidFill>
          </a:ln>
          <a:effectLst>
            <a:softEdge rad="0"/>
          </a:effectLst>
          <a:extLst/>
        </p:spPr>
        <p:txBody>
          <a:bodyPr vert="horz" wrap="square" lIns="91440" tIns="45720" rIns="91440" bIns="45720" numCol="1" rtlCol="0" anchor="t" anchorCtr="0" compatLnSpc="1">
            <a:prstTxWarp prst="textNoShape">
              <a:avLst/>
            </a:prstTxWarp>
          </a:bodyPr>
          <a:lstStyle/>
          <a:p>
            <a:pPr algn="ctr">
              <a:spcBef>
                <a:spcPts val="0"/>
              </a:spcBef>
              <a:spcAft>
                <a:spcPts val="0"/>
              </a:spcAft>
            </a:pPr>
            <a:r>
              <a:rPr lang="pt-BR" sz="1600" dirty="0" smtClean="0"/>
              <a:t>Fim-A-Fim </a:t>
            </a:r>
            <a:r>
              <a:rPr lang="pt-BR" sz="1600" dirty="0" err="1" smtClean="0"/>
              <a:t>Cen</a:t>
            </a:r>
            <a:r>
              <a:rPr lang="en-US" sz="1600" dirty="0" err="1" smtClean="0"/>
              <a:t>ário</a:t>
            </a:r>
            <a:r>
              <a:rPr lang="en-US" sz="1600" dirty="0" smtClean="0"/>
              <a:t> com </a:t>
            </a:r>
            <a:r>
              <a:rPr lang="en-US" sz="1600" dirty="0" err="1" smtClean="0"/>
              <a:t>alguns</a:t>
            </a:r>
            <a:r>
              <a:rPr lang="en-US" sz="1600" dirty="0" smtClean="0"/>
              <a:t> CEMLI</a:t>
            </a:r>
            <a:endParaRPr lang="pt-BR" sz="1600" dirty="0" smtClean="0"/>
          </a:p>
        </p:txBody>
      </p:sp>
      <p:sp>
        <p:nvSpPr>
          <p:cNvPr id="49" name="Balão Retangular 48"/>
          <p:cNvSpPr/>
          <p:nvPr/>
        </p:nvSpPr>
        <p:spPr bwMode="auto">
          <a:xfrm>
            <a:off x="5363591" y="4221088"/>
            <a:ext cx="3024833" cy="683096"/>
          </a:xfrm>
          <a:prstGeom prst="wedgeRectCallout">
            <a:avLst>
              <a:gd name="adj1" fmla="val -67623"/>
              <a:gd name="adj2" fmla="val -63636"/>
            </a:avLst>
          </a:prstGeom>
          <a:noFill/>
          <a:ln>
            <a:solidFill>
              <a:schemeClr val="tx1"/>
            </a:solidFill>
          </a:ln>
          <a:effectLst>
            <a:softEdge rad="0"/>
          </a:effectLst>
          <a:extLst/>
        </p:spPr>
        <p:txBody>
          <a:bodyPr vert="horz" wrap="square" lIns="91440" tIns="45720" rIns="91440" bIns="45720" numCol="1" rtlCol="0" anchor="t" anchorCtr="0" compatLnSpc="1">
            <a:prstTxWarp prst="textNoShape">
              <a:avLst/>
            </a:prstTxWarp>
          </a:bodyPr>
          <a:lstStyle/>
          <a:p>
            <a:pPr algn="ctr">
              <a:spcBef>
                <a:spcPts val="0"/>
              </a:spcBef>
              <a:spcAft>
                <a:spcPts val="0"/>
              </a:spcAft>
            </a:pPr>
            <a:r>
              <a:rPr lang="pt-BR" sz="1600" dirty="0" smtClean="0"/>
              <a:t>Fim-A-Fim </a:t>
            </a:r>
            <a:r>
              <a:rPr lang="pt-BR" sz="1600" dirty="0" err="1" smtClean="0"/>
              <a:t>Cen</a:t>
            </a:r>
            <a:r>
              <a:rPr lang="en-US" sz="1600" dirty="0" err="1" smtClean="0"/>
              <a:t>ário</a:t>
            </a:r>
            <a:r>
              <a:rPr lang="en-US" sz="1600" dirty="0" smtClean="0"/>
              <a:t>, com dados </a:t>
            </a:r>
            <a:r>
              <a:rPr lang="en-US" sz="1600" dirty="0" err="1" smtClean="0"/>
              <a:t>convertidos</a:t>
            </a:r>
            <a:r>
              <a:rPr lang="en-US" sz="1600" dirty="0" smtClean="0"/>
              <a:t> e  com RICE.</a:t>
            </a:r>
            <a:endParaRPr lang="pt-BR" sz="1600" dirty="0" smtClean="0"/>
          </a:p>
        </p:txBody>
      </p:sp>
    </p:spTree>
    <p:extLst>
      <p:ext uri="{BB962C8B-B14F-4D97-AF65-F5344CB8AC3E}">
        <p14:creationId xmlns:p14="http://schemas.microsoft.com/office/powerpoint/2010/main" val="25614400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Suíte (Metodologia)</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Slide Number Placeholder 4"/>
          <p:cNvSpPr>
            <a:spLocks noGrp="1"/>
          </p:cNvSpPr>
          <p:nvPr>
            <p:ph type="sldNum" sz="quarter" idx="12"/>
          </p:nvPr>
        </p:nvSpPr>
        <p:spPr>
          <a:xfrm>
            <a:off x="8316913" y="6580188"/>
            <a:ext cx="374650" cy="134937"/>
          </a:xfrm>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fld id="{360A85AD-76CA-C14F-9B6C-B29554774D88}" type="slidenum">
              <a:rPr lang="en-US" altLang="pt-BR">
                <a:solidFill>
                  <a:srgbClr val="898989"/>
                </a:solidFill>
              </a:rPr>
              <a:pPr algn="ctr"/>
              <a:t>11</a:t>
            </a:fld>
            <a:endParaRPr lang="en-US" altLang="pt-BR">
              <a:solidFill>
                <a:srgbClr val="898989"/>
              </a:solidFill>
            </a:endParaRPr>
          </a:p>
        </p:txBody>
      </p:sp>
      <p:sp>
        <p:nvSpPr>
          <p:cNvPr id="10" name="AutoShape 6">
            <a:hlinkClick r:id="rId2" action="ppaction://hlinkfile"/>
          </p:cNvPr>
          <p:cNvSpPr>
            <a:spLocks noChangeArrowheads="1"/>
          </p:cNvSpPr>
          <p:nvPr/>
        </p:nvSpPr>
        <p:spPr bwMode="auto">
          <a:xfrm>
            <a:off x="152400" y="1295400"/>
            <a:ext cx="1600200" cy="762000"/>
          </a:xfrm>
          <a:prstGeom prst="roundRect">
            <a:avLst>
              <a:gd name="adj" fmla="val 16667"/>
            </a:avLst>
          </a:prstGeom>
          <a:solidFill>
            <a:srgbClr val="CCEC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11" name="Text Box 7">
            <a:hlinkClick r:id="rId3" action="ppaction://hlinkfile"/>
          </p:cNvPr>
          <p:cNvSpPr txBox="1">
            <a:spLocks noChangeArrowheads="1"/>
          </p:cNvSpPr>
          <p:nvPr/>
        </p:nvSpPr>
        <p:spPr bwMode="auto">
          <a:xfrm>
            <a:off x="355600" y="1485900"/>
            <a:ext cx="1219200"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pt-BR" dirty="0"/>
              <a:t>CRP1</a:t>
            </a:r>
          </a:p>
        </p:txBody>
      </p:sp>
      <p:sp>
        <p:nvSpPr>
          <p:cNvPr id="12" name="AutoShape 8"/>
          <p:cNvSpPr>
            <a:spLocks noChangeArrowheads="1"/>
          </p:cNvSpPr>
          <p:nvPr/>
        </p:nvSpPr>
        <p:spPr bwMode="auto">
          <a:xfrm>
            <a:off x="1828800" y="1371600"/>
            <a:ext cx="762000" cy="609600"/>
          </a:xfrm>
          <a:custGeom>
            <a:avLst/>
            <a:gdLst>
              <a:gd name="T0" fmla="*/ 571500 w 21600"/>
              <a:gd name="T1" fmla="*/ 0 h 21600"/>
              <a:gd name="T2" fmla="*/ 0 w 21600"/>
              <a:gd name="T3" fmla="*/ 304800 h 21600"/>
              <a:gd name="T4" fmla="*/ 571500 w 21600"/>
              <a:gd name="T5" fmla="*/ 609600 h 21600"/>
              <a:gd name="T6" fmla="*/ 762000 w 21600"/>
              <a:gd name="T7" fmla="*/ 3048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p>
            <a:endParaRPr lang="pt-BR"/>
          </a:p>
        </p:txBody>
      </p:sp>
      <p:sp>
        <p:nvSpPr>
          <p:cNvPr id="15" name="AutoShape 11"/>
          <p:cNvSpPr>
            <a:spLocks noChangeArrowheads="1"/>
          </p:cNvSpPr>
          <p:nvPr/>
        </p:nvSpPr>
        <p:spPr bwMode="auto">
          <a:xfrm>
            <a:off x="2743200" y="1219200"/>
            <a:ext cx="1371600" cy="914400"/>
          </a:xfrm>
          <a:prstGeom prst="foldedCorner">
            <a:avLst>
              <a:gd name="adj" fmla="val 12500"/>
            </a:avLst>
          </a:prstGeom>
          <a:solidFill>
            <a:srgbClr val="FFCC66"/>
          </a:solidFill>
          <a:ln w="9525">
            <a:solidFill>
              <a:schemeClr val="tx1"/>
            </a:solidFill>
            <a:round/>
            <a:headEnd/>
            <a:tailEnd/>
          </a:ln>
        </p:spPr>
        <p:txBody>
          <a:bodyPr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16" name="Text Box 12">
            <a:hlinkClick r:id="rId4" action="ppaction://hlinkfile"/>
          </p:cNvPr>
          <p:cNvSpPr txBox="1">
            <a:spLocks noChangeArrowheads="1"/>
          </p:cNvSpPr>
          <p:nvPr/>
        </p:nvSpPr>
        <p:spPr bwMode="auto">
          <a:xfrm>
            <a:off x="2743200" y="1295400"/>
            <a:ext cx="1371600" cy="31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pt-BR" sz="1200" dirty="0" err="1" smtClean="0"/>
              <a:t>Questionamentos</a:t>
            </a:r>
            <a:endParaRPr lang="en-US" altLang="pt-BR" sz="1200" dirty="0"/>
          </a:p>
        </p:txBody>
      </p:sp>
      <p:sp>
        <p:nvSpPr>
          <p:cNvPr id="17" name="Line 13"/>
          <p:cNvSpPr>
            <a:spLocks noChangeShapeType="1"/>
          </p:cNvSpPr>
          <p:nvPr/>
        </p:nvSpPr>
        <p:spPr bwMode="auto">
          <a:xfrm>
            <a:off x="2743200" y="17526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spAutoFit/>
          </a:bodyPr>
          <a:lstStyle/>
          <a:p>
            <a:endParaRPr lang="pt-BR"/>
          </a:p>
        </p:txBody>
      </p:sp>
      <p:sp>
        <p:nvSpPr>
          <p:cNvPr id="18" name="Text Box 14"/>
          <p:cNvSpPr txBox="1">
            <a:spLocks noChangeArrowheads="1"/>
          </p:cNvSpPr>
          <p:nvPr/>
        </p:nvSpPr>
        <p:spPr bwMode="auto">
          <a:xfrm>
            <a:off x="2743200" y="1800225"/>
            <a:ext cx="13716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pt-BR" sz="1200"/>
              <a:t>Workshop</a:t>
            </a:r>
          </a:p>
        </p:txBody>
      </p:sp>
      <p:sp>
        <p:nvSpPr>
          <p:cNvPr id="42" name="Text Box 8"/>
          <p:cNvSpPr txBox="1">
            <a:spLocks noChangeArrowheads="1"/>
          </p:cNvSpPr>
          <p:nvPr/>
        </p:nvSpPr>
        <p:spPr bwMode="gray">
          <a:xfrm>
            <a:off x="8691563" y="6556375"/>
            <a:ext cx="452437"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nchor="ctr" anchorCtr="1"/>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eaLnBrk="0" hangingPunct="0">
              <a:lnSpc>
                <a:spcPct val="85000"/>
              </a:lnSpc>
            </a:pPr>
            <a:fld id="{C8A66C1E-B956-324D-B669-BB22736AEB22}" type="slidenum">
              <a:rPr lang="en-US" altLang="pt-BR" sz="800">
                <a:solidFill>
                  <a:schemeClr val="bg1"/>
                </a:solidFill>
                <a:latin typeface="Arial Narrow" charset="0"/>
              </a:rPr>
              <a:pPr algn="ctr" eaLnBrk="0" hangingPunct="0">
                <a:lnSpc>
                  <a:spcPct val="85000"/>
                </a:lnSpc>
              </a:pPr>
              <a:t>11</a:t>
            </a:fld>
            <a:endParaRPr lang="en-US" altLang="pt-BR" sz="800">
              <a:solidFill>
                <a:schemeClr val="bg1"/>
              </a:solidFill>
              <a:latin typeface="Arial Narrow" charset="0"/>
            </a:endParaRPr>
          </a:p>
        </p:txBody>
      </p:sp>
      <p:graphicFrame>
        <p:nvGraphicFramePr>
          <p:cNvPr id="9" name="Tabela 8"/>
          <p:cNvGraphicFramePr>
            <a:graphicFrameLocks noGrp="1"/>
          </p:cNvGraphicFramePr>
          <p:nvPr>
            <p:extLst>
              <p:ext uri="{D42A27DB-BD31-4B8C-83A1-F6EECF244321}">
                <p14:modId xmlns:p14="http://schemas.microsoft.com/office/powerpoint/2010/main" val="1934291105"/>
              </p:ext>
            </p:extLst>
          </p:nvPr>
        </p:nvGraphicFramePr>
        <p:xfrm>
          <a:off x="48981" y="2441490"/>
          <a:ext cx="8915508" cy="3571240"/>
        </p:xfrm>
        <a:graphic>
          <a:graphicData uri="http://schemas.openxmlformats.org/drawingml/2006/table">
            <a:tbl>
              <a:tblPr firstRow="1" bandRow="1">
                <a:tableStyleId>{00A15C55-8517-42AA-B614-E9B94910E393}</a:tableStyleId>
              </a:tblPr>
              <a:tblGrid>
                <a:gridCol w="850611"/>
                <a:gridCol w="8064897"/>
              </a:tblGrid>
              <a:tr h="370840">
                <a:tc>
                  <a:txBody>
                    <a:bodyPr/>
                    <a:lstStyle/>
                    <a:p>
                      <a:r>
                        <a:rPr lang="pt-BR" dirty="0" smtClean="0"/>
                        <a:t>CRP</a:t>
                      </a:r>
                      <a:endParaRPr lang="pt-BR" dirty="0"/>
                    </a:p>
                  </a:txBody>
                  <a:tcPr/>
                </a:tc>
                <a:tc>
                  <a:txBody>
                    <a:bodyPr/>
                    <a:lstStyle/>
                    <a:p>
                      <a:r>
                        <a:rPr lang="pt-BR" dirty="0" smtClean="0"/>
                        <a:t>Defini</a:t>
                      </a:r>
                      <a:r>
                        <a:rPr lang="en-US" dirty="0" err="1" smtClean="0"/>
                        <a:t>ção</a:t>
                      </a:r>
                      <a:endParaRPr lang="pt-BR" dirty="0"/>
                    </a:p>
                  </a:txBody>
                  <a:tcPr/>
                </a:tc>
              </a:tr>
              <a:tr h="370840">
                <a:tc>
                  <a:txBody>
                    <a:bodyPr/>
                    <a:lstStyle/>
                    <a:p>
                      <a:pPr algn="ctr"/>
                      <a:r>
                        <a:rPr lang="pt-BR" dirty="0" smtClean="0"/>
                        <a:t>1</a:t>
                      </a:r>
                      <a:endParaRPr lang="pt-BR" dirty="0"/>
                    </a:p>
                  </a:txBody>
                  <a:tcPr/>
                </a:tc>
                <a:tc>
                  <a:txBody>
                    <a:bodyPr/>
                    <a:lstStyle/>
                    <a:p>
                      <a:r>
                        <a:rPr lang="pt-BR" dirty="0" smtClean="0"/>
                        <a:t>Demonstração de um subconjunto da funcionalidade do Oracle R12 padrão.</a:t>
                      </a:r>
                    </a:p>
                    <a:p>
                      <a:r>
                        <a:rPr lang="pt-BR" dirty="0" smtClean="0"/>
                        <a:t>Oportunidade para os usuários fazerem perguntas e obterem feedback sobre a configuração e uso do software proposto.</a:t>
                      </a:r>
                    </a:p>
                    <a:p>
                      <a:r>
                        <a:rPr lang="pt-BR" dirty="0" smtClean="0"/>
                        <a:t>Identificar o quão o software preenche as necessidades do negócio e identificar os </a:t>
                      </a:r>
                      <a:r>
                        <a:rPr lang="pt-BR" dirty="0" err="1" smtClean="0"/>
                        <a:t>GAPs</a:t>
                      </a:r>
                      <a:r>
                        <a:rPr lang="pt-BR" dirty="0" smtClean="0"/>
                        <a:t>, embora ainda em fase de concepção do projeto.</a:t>
                      </a:r>
                      <a:endParaRPr lang="pt-BR" dirty="0"/>
                    </a:p>
                  </a:txBody>
                  <a:tcPr/>
                </a:tc>
              </a:tr>
              <a:tr h="370840">
                <a:tc>
                  <a:txBody>
                    <a:bodyPr/>
                    <a:lstStyle/>
                    <a:p>
                      <a:pPr algn="ctr"/>
                      <a:r>
                        <a:rPr lang="pt-BR" dirty="0" smtClean="0"/>
                        <a:t>1</a:t>
                      </a:r>
                      <a:r>
                        <a:rPr lang="en-US" dirty="0" smtClean="0"/>
                        <a:t>’ - &lt;2</a:t>
                      </a:r>
                      <a:endParaRPr lang="pt-BR" dirty="0"/>
                    </a:p>
                  </a:txBody>
                  <a:tcPr/>
                </a:tc>
                <a:tc>
                  <a:txBody>
                    <a:bodyPr/>
                    <a:lstStyle/>
                    <a:p>
                      <a:r>
                        <a:rPr lang="pt-BR" dirty="0" smtClean="0"/>
                        <a:t>Levantamento de Requisitos (Lembrar: </a:t>
                      </a:r>
                      <a:r>
                        <a:rPr lang="en-US" dirty="0" err="1" smtClean="0"/>
                        <a:t>Edital</a:t>
                      </a:r>
                      <a:r>
                        <a:rPr lang="en-US" dirty="0" smtClean="0"/>
                        <a:t> e</a:t>
                      </a:r>
                      <a:r>
                        <a:rPr lang="en-US" baseline="0" dirty="0" smtClean="0"/>
                        <a:t> CRIE);</a:t>
                      </a:r>
                    </a:p>
                    <a:p>
                      <a:r>
                        <a:rPr lang="en-US" dirty="0" smtClean="0"/>
                        <a:t>“As-Is” </a:t>
                      </a:r>
                      <a:r>
                        <a:rPr lang="en-US" dirty="0" err="1" smtClean="0"/>
                        <a:t>Modelagem</a:t>
                      </a:r>
                      <a:r>
                        <a:rPr lang="en-US" dirty="0" smtClean="0"/>
                        <a:t> do </a:t>
                      </a:r>
                      <a:r>
                        <a:rPr lang="en-US" dirty="0" err="1" smtClean="0"/>
                        <a:t>Processo</a:t>
                      </a:r>
                      <a:r>
                        <a:rPr lang="en-US" dirty="0" smtClean="0"/>
                        <a:t> de </a:t>
                      </a:r>
                      <a:r>
                        <a:rPr lang="en-US" dirty="0" err="1" smtClean="0"/>
                        <a:t>Negócio</a:t>
                      </a:r>
                      <a:r>
                        <a:rPr lang="en-US" dirty="0" smtClean="0"/>
                        <a:t> e </a:t>
                      </a:r>
                      <a:r>
                        <a:rPr lang="en-US" dirty="0" err="1" smtClean="0"/>
                        <a:t>Análise</a:t>
                      </a:r>
                      <a:r>
                        <a:rPr lang="en-US" dirty="0" smtClean="0"/>
                        <a:t>/</a:t>
                      </a:r>
                      <a:r>
                        <a:rPr lang="en-US" dirty="0" err="1" smtClean="0"/>
                        <a:t>Registro</a:t>
                      </a:r>
                      <a:r>
                        <a:rPr lang="en-US" dirty="0" smtClean="0"/>
                        <a:t> de GAPs;</a:t>
                      </a:r>
                    </a:p>
                    <a:p>
                      <a:r>
                        <a:rPr lang="pt-BR" dirty="0" smtClean="0"/>
                        <a:t>Rascunho do </a:t>
                      </a:r>
                      <a:r>
                        <a:rPr lang="en-US" dirty="0" smtClean="0"/>
                        <a:t>“To-Be”</a:t>
                      </a:r>
                      <a:r>
                        <a:rPr lang="en-US" baseline="0" dirty="0" smtClean="0"/>
                        <a:t> e </a:t>
                      </a:r>
                      <a:r>
                        <a:rPr lang="en-US" baseline="0" dirty="0" err="1" smtClean="0"/>
                        <a:t>configuração</a:t>
                      </a:r>
                      <a:r>
                        <a:rPr lang="en-US" baseline="0" dirty="0" smtClean="0"/>
                        <a:t> </a:t>
                      </a:r>
                      <a:r>
                        <a:rPr lang="en-US" baseline="0" dirty="0" err="1" smtClean="0"/>
                        <a:t>inicial</a:t>
                      </a:r>
                      <a:r>
                        <a:rPr lang="en-US" baseline="0" dirty="0" smtClean="0"/>
                        <a:t> do software, antes do CRP2;</a:t>
                      </a:r>
                    </a:p>
                    <a:p>
                      <a:r>
                        <a:rPr lang="en-US" baseline="0" dirty="0" err="1" smtClean="0"/>
                        <a:t>Priorização</a:t>
                      </a:r>
                      <a:r>
                        <a:rPr lang="en-US" baseline="0" dirty="0" smtClean="0"/>
                        <a:t> dos </a:t>
                      </a:r>
                      <a:r>
                        <a:rPr lang="en-US" baseline="0" dirty="0" err="1" smtClean="0"/>
                        <a:t>Requisitos</a:t>
                      </a:r>
                      <a:r>
                        <a:rPr lang="en-US" baseline="0" dirty="0" smtClean="0"/>
                        <a:t>, </a:t>
                      </a:r>
                      <a:r>
                        <a:rPr lang="en-US" baseline="0" dirty="0" err="1" smtClean="0"/>
                        <a:t>Configuração</a:t>
                      </a:r>
                      <a:r>
                        <a:rPr lang="en-US" baseline="0" dirty="0" smtClean="0"/>
                        <a:t> (Setup </a:t>
                      </a:r>
                      <a:r>
                        <a:rPr lang="en-US" baseline="0" dirty="0" err="1" smtClean="0"/>
                        <a:t>Lógico</a:t>
                      </a:r>
                      <a:r>
                        <a:rPr lang="en-US" baseline="0" dirty="0" smtClean="0"/>
                        <a:t> e </a:t>
                      </a:r>
                      <a:r>
                        <a:rPr lang="en-US" baseline="0" dirty="0" err="1" smtClean="0"/>
                        <a:t>Personalizações</a:t>
                      </a:r>
                      <a:r>
                        <a:rPr lang="en-US" baseline="0" dirty="0" smtClean="0"/>
                        <a:t>) e </a:t>
                      </a:r>
                      <a:r>
                        <a:rPr lang="en-US" baseline="0" dirty="0" err="1" smtClean="0"/>
                        <a:t>levantamento</a:t>
                      </a:r>
                      <a:r>
                        <a:rPr lang="en-US" baseline="0" dirty="0" smtClean="0"/>
                        <a:t> das </a:t>
                      </a:r>
                      <a:r>
                        <a:rPr lang="en-US" baseline="0" dirty="0" err="1" smtClean="0"/>
                        <a:t>Extensões</a:t>
                      </a:r>
                      <a:r>
                        <a:rPr lang="en-US" baseline="0" dirty="0" smtClean="0"/>
                        <a:t>.</a:t>
                      </a:r>
                    </a:p>
                    <a:p>
                      <a:r>
                        <a:rPr lang="en-US" baseline="0" dirty="0" err="1" smtClean="0"/>
                        <a:t>Conjunto</a:t>
                      </a:r>
                      <a:r>
                        <a:rPr lang="en-US" baseline="0" dirty="0" smtClean="0"/>
                        <a:t> de </a:t>
                      </a:r>
                      <a:r>
                        <a:rPr lang="en-US" baseline="0" dirty="0" err="1" smtClean="0"/>
                        <a:t>necessidades</a:t>
                      </a:r>
                      <a:r>
                        <a:rPr lang="en-US" baseline="0" dirty="0" smtClean="0"/>
                        <a:t> a </a:t>
                      </a:r>
                      <a:r>
                        <a:rPr lang="en-US" baseline="0" dirty="0" err="1" smtClean="0"/>
                        <a:t>serem</a:t>
                      </a:r>
                      <a:r>
                        <a:rPr lang="en-US" baseline="0" dirty="0" smtClean="0"/>
                        <a:t> </a:t>
                      </a:r>
                      <a:r>
                        <a:rPr lang="en-US" baseline="0" dirty="0" err="1" smtClean="0"/>
                        <a:t>entregues</a:t>
                      </a:r>
                      <a:r>
                        <a:rPr lang="en-US" baseline="0" dirty="0" smtClean="0"/>
                        <a:t> </a:t>
                      </a:r>
                      <a:r>
                        <a:rPr lang="en-US" baseline="0" dirty="0" err="1" smtClean="0"/>
                        <a:t>ao</a:t>
                      </a:r>
                      <a:r>
                        <a:rPr lang="en-US" baseline="0" dirty="0" smtClean="0"/>
                        <a:t> time de </a:t>
                      </a:r>
                      <a:r>
                        <a:rPr lang="en-US" baseline="0" dirty="0" err="1" smtClean="0"/>
                        <a:t>desenvolvimento</a:t>
                      </a:r>
                      <a:r>
                        <a:rPr lang="en-US" baseline="0" dirty="0" smtClean="0"/>
                        <a:t>.</a:t>
                      </a:r>
                      <a:endParaRPr lang="pt-BR" dirty="0"/>
                    </a:p>
                  </a:txBody>
                  <a:tcPr/>
                </a:tc>
              </a:tr>
            </a:tbl>
          </a:graphicData>
        </a:graphic>
      </p:graphicFrame>
    </p:spTree>
    <p:extLst>
      <p:ext uri="{BB962C8B-B14F-4D97-AF65-F5344CB8AC3E}">
        <p14:creationId xmlns:p14="http://schemas.microsoft.com/office/powerpoint/2010/main" val="15389478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Suíte (Metodologia)</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Slide Number Placeholder 4"/>
          <p:cNvSpPr>
            <a:spLocks noGrp="1"/>
          </p:cNvSpPr>
          <p:nvPr>
            <p:ph type="sldNum" sz="quarter" idx="12"/>
          </p:nvPr>
        </p:nvSpPr>
        <p:spPr>
          <a:xfrm>
            <a:off x="8316913" y="6580188"/>
            <a:ext cx="374650" cy="134937"/>
          </a:xfrm>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fld id="{360A85AD-76CA-C14F-9B6C-B29554774D88}" type="slidenum">
              <a:rPr lang="en-US" altLang="pt-BR">
                <a:solidFill>
                  <a:srgbClr val="898989"/>
                </a:solidFill>
              </a:rPr>
              <a:pPr algn="ctr"/>
              <a:t>12</a:t>
            </a:fld>
            <a:endParaRPr lang="en-US" altLang="pt-BR">
              <a:solidFill>
                <a:srgbClr val="898989"/>
              </a:solidFill>
            </a:endParaRPr>
          </a:p>
        </p:txBody>
      </p:sp>
      <p:sp>
        <p:nvSpPr>
          <p:cNvPr id="10" name="AutoShape 6">
            <a:hlinkClick r:id="rId2" action="ppaction://hlinkfile"/>
          </p:cNvPr>
          <p:cNvSpPr>
            <a:spLocks noChangeArrowheads="1"/>
          </p:cNvSpPr>
          <p:nvPr/>
        </p:nvSpPr>
        <p:spPr bwMode="auto">
          <a:xfrm>
            <a:off x="152400" y="1295400"/>
            <a:ext cx="1600200" cy="762000"/>
          </a:xfrm>
          <a:prstGeom prst="roundRect">
            <a:avLst>
              <a:gd name="adj" fmla="val 16667"/>
            </a:avLst>
          </a:prstGeom>
          <a:solidFill>
            <a:srgbClr val="CCEC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11" name="Text Box 7">
            <a:hlinkClick r:id="rId3" action="ppaction://hlinkfile"/>
          </p:cNvPr>
          <p:cNvSpPr txBox="1">
            <a:spLocks noChangeArrowheads="1"/>
          </p:cNvSpPr>
          <p:nvPr/>
        </p:nvSpPr>
        <p:spPr bwMode="auto">
          <a:xfrm>
            <a:off x="355600" y="1485900"/>
            <a:ext cx="1219200"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pt-BR" dirty="0" smtClean="0"/>
              <a:t>CRP2</a:t>
            </a:r>
            <a:endParaRPr lang="en-US" altLang="pt-BR" dirty="0"/>
          </a:p>
        </p:txBody>
      </p:sp>
      <p:sp>
        <p:nvSpPr>
          <p:cNvPr id="12" name="AutoShape 8"/>
          <p:cNvSpPr>
            <a:spLocks noChangeArrowheads="1"/>
          </p:cNvSpPr>
          <p:nvPr/>
        </p:nvSpPr>
        <p:spPr bwMode="auto">
          <a:xfrm>
            <a:off x="1828800" y="1371600"/>
            <a:ext cx="762000" cy="609600"/>
          </a:xfrm>
          <a:custGeom>
            <a:avLst/>
            <a:gdLst>
              <a:gd name="T0" fmla="*/ 571500 w 21600"/>
              <a:gd name="T1" fmla="*/ 0 h 21600"/>
              <a:gd name="T2" fmla="*/ 0 w 21600"/>
              <a:gd name="T3" fmla="*/ 304800 h 21600"/>
              <a:gd name="T4" fmla="*/ 571500 w 21600"/>
              <a:gd name="T5" fmla="*/ 609600 h 21600"/>
              <a:gd name="T6" fmla="*/ 762000 w 21600"/>
              <a:gd name="T7" fmla="*/ 3048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p>
            <a:endParaRPr lang="pt-BR"/>
          </a:p>
        </p:txBody>
      </p:sp>
      <p:sp>
        <p:nvSpPr>
          <p:cNvPr id="15" name="AutoShape 11"/>
          <p:cNvSpPr>
            <a:spLocks noChangeArrowheads="1"/>
          </p:cNvSpPr>
          <p:nvPr/>
        </p:nvSpPr>
        <p:spPr bwMode="auto">
          <a:xfrm>
            <a:off x="2743200" y="1219200"/>
            <a:ext cx="1371600" cy="914400"/>
          </a:xfrm>
          <a:prstGeom prst="foldedCorner">
            <a:avLst>
              <a:gd name="adj" fmla="val 12500"/>
            </a:avLst>
          </a:prstGeom>
          <a:solidFill>
            <a:srgbClr val="FFCC66"/>
          </a:solidFill>
          <a:ln w="9525">
            <a:solidFill>
              <a:schemeClr val="tx1"/>
            </a:solidFill>
            <a:round/>
            <a:headEnd/>
            <a:tailEnd/>
          </a:ln>
        </p:spPr>
        <p:txBody>
          <a:bodyPr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16" name="Text Box 12">
            <a:hlinkClick r:id="rId4" action="ppaction://hlinkfile"/>
          </p:cNvPr>
          <p:cNvSpPr txBox="1">
            <a:spLocks noChangeArrowheads="1"/>
          </p:cNvSpPr>
          <p:nvPr/>
        </p:nvSpPr>
        <p:spPr bwMode="auto">
          <a:xfrm>
            <a:off x="2743200" y="1295400"/>
            <a:ext cx="1371600" cy="31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pt-BR" sz="1200" dirty="0" err="1" smtClean="0"/>
              <a:t>Questionamentos</a:t>
            </a:r>
            <a:endParaRPr lang="en-US" altLang="pt-BR" sz="1200" dirty="0"/>
          </a:p>
        </p:txBody>
      </p:sp>
      <p:sp>
        <p:nvSpPr>
          <p:cNvPr id="17" name="Line 13"/>
          <p:cNvSpPr>
            <a:spLocks noChangeShapeType="1"/>
          </p:cNvSpPr>
          <p:nvPr/>
        </p:nvSpPr>
        <p:spPr bwMode="auto">
          <a:xfrm>
            <a:off x="2743200" y="17526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spAutoFit/>
          </a:bodyPr>
          <a:lstStyle/>
          <a:p>
            <a:endParaRPr lang="pt-BR"/>
          </a:p>
        </p:txBody>
      </p:sp>
      <p:sp>
        <p:nvSpPr>
          <p:cNvPr id="18" name="Text Box 14"/>
          <p:cNvSpPr txBox="1">
            <a:spLocks noChangeArrowheads="1"/>
          </p:cNvSpPr>
          <p:nvPr/>
        </p:nvSpPr>
        <p:spPr bwMode="auto">
          <a:xfrm>
            <a:off x="2743200" y="1800225"/>
            <a:ext cx="1371600" cy="31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pt-BR" sz="1200" dirty="0" smtClean="0"/>
              <a:t>GAPS</a:t>
            </a:r>
            <a:endParaRPr lang="en-US" altLang="pt-BR" sz="1200" dirty="0"/>
          </a:p>
        </p:txBody>
      </p:sp>
      <p:sp>
        <p:nvSpPr>
          <p:cNvPr id="42" name="Text Box 8"/>
          <p:cNvSpPr txBox="1">
            <a:spLocks noChangeArrowheads="1"/>
          </p:cNvSpPr>
          <p:nvPr/>
        </p:nvSpPr>
        <p:spPr bwMode="gray">
          <a:xfrm>
            <a:off x="8691563" y="6556375"/>
            <a:ext cx="452437"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nchor="ctr" anchorCtr="1"/>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eaLnBrk="0" hangingPunct="0">
              <a:lnSpc>
                <a:spcPct val="85000"/>
              </a:lnSpc>
            </a:pPr>
            <a:fld id="{C8A66C1E-B956-324D-B669-BB22736AEB22}" type="slidenum">
              <a:rPr lang="en-US" altLang="pt-BR" sz="800">
                <a:solidFill>
                  <a:schemeClr val="bg1"/>
                </a:solidFill>
                <a:latin typeface="Arial Narrow" charset="0"/>
              </a:rPr>
              <a:pPr algn="ctr" eaLnBrk="0" hangingPunct="0">
                <a:lnSpc>
                  <a:spcPct val="85000"/>
                </a:lnSpc>
              </a:pPr>
              <a:t>12</a:t>
            </a:fld>
            <a:endParaRPr lang="en-US" altLang="pt-BR" sz="800">
              <a:solidFill>
                <a:schemeClr val="bg1"/>
              </a:solidFill>
              <a:latin typeface="Arial Narrow" charset="0"/>
            </a:endParaRPr>
          </a:p>
        </p:txBody>
      </p:sp>
      <p:graphicFrame>
        <p:nvGraphicFramePr>
          <p:cNvPr id="9" name="Tabela 8"/>
          <p:cNvGraphicFramePr>
            <a:graphicFrameLocks noGrp="1"/>
          </p:cNvGraphicFramePr>
          <p:nvPr>
            <p:extLst>
              <p:ext uri="{D42A27DB-BD31-4B8C-83A1-F6EECF244321}">
                <p14:modId xmlns:p14="http://schemas.microsoft.com/office/powerpoint/2010/main" val="1703545548"/>
              </p:ext>
            </p:extLst>
          </p:nvPr>
        </p:nvGraphicFramePr>
        <p:xfrm>
          <a:off x="48981" y="2441490"/>
          <a:ext cx="8915508" cy="3296920"/>
        </p:xfrm>
        <a:graphic>
          <a:graphicData uri="http://schemas.openxmlformats.org/drawingml/2006/table">
            <a:tbl>
              <a:tblPr firstRow="1" bandRow="1">
                <a:tableStyleId>{00A15C55-8517-42AA-B614-E9B94910E393}</a:tableStyleId>
              </a:tblPr>
              <a:tblGrid>
                <a:gridCol w="850611"/>
                <a:gridCol w="8064897"/>
              </a:tblGrid>
              <a:tr h="370840">
                <a:tc>
                  <a:txBody>
                    <a:bodyPr/>
                    <a:lstStyle/>
                    <a:p>
                      <a:r>
                        <a:rPr lang="pt-BR" dirty="0" smtClean="0"/>
                        <a:t>CRP</a:t>
                      </a:r>
                      <a:endParaRPr lang="pt-BR" dirty="0"/>
                    </a:p>
                  </a:txBody>
                  <a:tcPr/>
                </a:tc>
                <a:tc>
                  <a:txBody>
                    <a:bodyPr/>
                    <a:lstStyle/>
                    <a:p>
                      <a:r>
                        <a:rPr lang="pt-BR" dirty="0" smtClean="0"/>
                        <a:t>Defini</a:t>
                      </a:r>
                      <a:r>
                        <a:rPr lang="en-US" dirty="0" err="1" smtClean="0"/>
                        <a:t>ção</a:t>
                      </a:r>
                      <a:endParaRPr lang="pt-BR" dirty="0"/>
                    </a:p>
                  </a:txBody>
                  <a:tcPr/>
                </a:tc>
              </a:tr>
              <a:tr h="370840">
                <a:tc>
                  <a:txBody>
                    <a:bodyPr/>
                    <a:lstStyle/>
                    <a:p>
                      <a:pPr algn="ctr"/>
                      <a:r>
                        <a:rPr lang="pt-BR" dirty="0" smtClean="0"/>
                        <a:t>2</a:t>
                      </a:r>
                      <a:endParaRPr lang="pt-BR" dirty="0"/>
                    </a:p>
                  </a:txBody>
                  <a:tcPr/>
                </a:tc>
                <a:tc>
                  <a:txBody>
                    <a:bodyPr/>
                    <a:lstStyle/>
                    <a:p>
                      <a:r>
                        <a:rPr lang="pt-BR" dirty="0" err="1" smtClean="0"/>
                        <a:t>Usu</a:t>
                      </a:r>
                      <a:r>
                        <a:rPr lang="en-US" dirty="0" err="1" smtClean="0"/>
                        <a:t>ários</a:t>
                      </a:r>
                      <a:r>
                        <a:rPr lang="en-US" dirty="0" smtClean="0"/>
                        <a:t> </a:t>
                      </a:r>
                      <a:r>
                        <a:rPr lang="en-US" dirty="0" err="1" smtClean="0"/>
                        <a:t>chaves</a:t>
                      </a:r>
                      <a:r>
                        <a:rPr lang="en-US" dirty="0" smtClean="0"/>
                        <a:t> e </a:t>
                      </a:r>
                      <a:r>
                        <a:rPr lang="en-US" dirty="0" err="1" smtClean="0"/>
                        <a:t>funcionais</a:t>
                      </a:r>
                      <a:r>
                        <a:rPr lang="en-US" dirty="0" smtClean="0"/>
                        <a:t>,</a:t>
                      </a:r>
                      <a:r>
                        <a:rPr lang="en-US" baseline="0" dirty="0" smtClean="0"/>
                        <a:t> </a:t>
                      </a:r>
                      <a:r>
                        <a:rPr lang="en-US" baseline="0" dirty="0" err="1" smtClean="0"/>
                        <a:t>avaliação</a:t>
                      </a:r>
                      <a:r>
                        <a:rPr lang="en-US" baseline="0" dirty="0" smtClean="0"/>
                        <a:t> de </a:t>
                      </a:r>
                      <a:r>
                        <a:rPr lang="en-US" baseline="0" dirty="0" err="1" smtClean="0"/>
                        <a:t>cenários</a:t>
                      </a:r>
                      <a:r>
                        <a:rPr lang="en-US" baseline="0" dirty="0" smtClean="0"/>
                        <a:t> (Como </a:t>
                      </a:r>
                      <a:r>
                        <a:rPr lang="en-US" baseline="0" dirty="0" err="1" smtClean="0"/>
                        <a:t>os</a:t>
                      </a:r>
                      <a:r>
                        <a:rPr lang="en-US" baseline="0" dirty="0" smtClean="0"/>
                        <a:t> </a:t>
                      </a:r>
                      <a:r>
                        <a:rPr lang="en-US" baseline="0" dirty="0" err="1" smtClean="0"/>
                        <a:t>processos</a:t>
                      </a:r>
                      <a:r>
                        <a:rPr lang="en-US" baseline="0" dirty="0" smtClean="0"/>
                        <a:t> de </a:t>
                      </a:r>
                      <a:r>
                        <a:rPr lang="en-US" baseline="0" dirty="0" err="1" smtClean="0"/>
                        <a:t>negócio</a:t>
                      </a:r>
                      <a:r>
                        <a:rPr lang="en-US" baseline="0" dirty="0" smtClean="0"/>
                        <a:t> </a:t>
                      </a:r>
                      <a:r>
                        <a:rPr lang="en-US" baseline="0" dirty="0" err="1" smtClean="0"/>
                        <a:t>estão</a:t>
                      </a:r>
                      <a:r>
                        <a:rPr lang="en-US" baseline="0" dirty="0" smtClean="0"/>
                        <a:t> </a:t>
                      </a:r>
                      <a:r>
                        <a:rPr lang="en-US" baseline="0" dirty="0" err="1" smtClean="0"/>
                        <a:t>sendo</a:t>
                      </a:r>
                      <a:r>
                        <a:rPr lang="en-US" baseline="0" dirty="0" smtClean="0"/>
                        <a:t> </a:t>
                      </a:r>
                      <a:r>
                        <a:rPr lang="en-US" baseline="0" dirty="0" err="1" smtClean="0"/>
                        <a:t>mapeados</a:t>
                      </a:r>
                      <a:r>
                        <a:rPr lang="en-US" baseline="0" dirty="0" smtClean="0"/>
                        <a:t> </a:t>
                      </a:r>
                      <a:r>
                        <a:rPr lang="en-US" baseline="0" dirty="0" err="1" smtClean="0"/>
                        <a:t>ppara</a:t>
                      </a:r>
                      <a:r>
                        <a:rPr lang="en-US" baseline="0" dirty="0" smtClean="0"/>
                        <a:t> a </a:t>
                      </a:r>
                      <a:r>
                        <a:rPr lang="en-US" baseline="0" dirty="0" err="1" smtClean="0"/>
                        <a:t>funcionalidade</a:t>
                      </a:r>
                      <a:r>
                        <a:rPr lang="en-US" baseline="0" dirty="0" smtClean="0"/>
                        <a:t> do </a:t>
                      </a:r>
                      <a:r>
                        <a:rPr lang="en-US" baseline="0" dirty="0" err="1" smtClean="0"/>
                        <a:t>sistema</a:t>
                      </a:r>
                      <a:r>
                        <a:rPr lang="en-US" baseline="0" dirty="0" smtClean="0"/>
                        <a:t>).</a:t>
                      </a:r>
                    </a:p>
                    <a:p>
                      <a:r>
                        <a:rPr lang="en-US" baseline="0" dirty="0" err="1" smtClean="0"/>
                        <a:t>Novos</a:t>
                      </a:r>
                      <a:r>
                        <a:rPr lang="en-US" baseline="0" dirty="0" smtClean="0"/>
                        <a:t> </a:t>
                      </a:r>
                      <a:r>
                        <a:rPr lang="en-US" baseline="0" dirty="0" err="1" smtClean="0"/>
                        <a:t>questionamentos</a:t>
                      </a:r>
                      <a:r>
                        <a:rPr lang="en-US" baseline="0" dirty="0" smtClean="0"/>
                        <a:t>, GAPs, </a:t>
                      </a:r>
                      <a:r>
                        <a:rPr lang="en-US" baseline="0" dirty="0" err="1" smtClean="0"/>
                        <a:t>serão</a:t>
                      </a:r>
                      <a:r>
                        <a:rPr lang="en-US" baseline="0" dirty="0" smtClean="0"/>
                        <a:t> </a:t>
                      </a:r>
                      <a:r>
                        <a:rPr lang="en-US" baseline="0" dirty="0" err="1" smtClean="0"/>
                        <a:t>levantados</a:t>
                      </a:r>
                      <a:r>
                        <a:rPr lang="en-US" baseline="0" dirty="0" smtClean="0"/>
                        <a:t> e </a:t>
                      </a:r>
                      <a:r>
                        <a:rPr lang="en-US" baseline="0" dirty="0" err="1" smtClean="0"/>
                        <a:t>testados</a:t>
                      </a:r>
                      <a:r>
                        <a:rPr lang="en-US" baseline="0" dirty="0" smtClean="0"/>
                        <a:t> </a:t>
                      </a:r>
                      <a:r>
                        <a:rPr lang="en-US" baseline="0" dirty="0" err="1" smtClean="0"/>
                        <a:t>ou</a:t>
                      </a:r>
                      <a:r>
                        <a:rPr lang="en-US" baseline="0" dirty="0" smtClean="0"/>
                        <a:t> </a:t>
                      </a:r>
                      <a:r>
                        <a:rPr lang="en-US" baseline="0" dirty="0" err="1" smtClean="0"/>
                        <a:t>formas</a:t>
                      </a:r>
                      <a:r>
                        <a:rPr lang="en-US" baseline="0" dirty="0" smtClean="0"/>
                        <a:t> </a:t>
                      </a:r>
                      <a:r>
                        <a:rPr lang="en-US" baseline="0" dirty="0" err="1" smtClean="0"/>
                        <a:t>alternativas</a:t>
                      </a:r>
                      <a:r>
                        <a:rPr lang="en-US" baseline="0" dirty="0" smtClean="0"/>
                        <a:t> (</a:t>
                      </a:r>
                      <a:r>
                        <a:rPr lang="en-US" baseline="0" dirty="0" err="1" smtClean="0"/>
                        <a:t>manuais</a:t>
                      </a:r>
                      <a:r>
                        <a:rPr lang="en-US" baseline="0" dirty="0" smtClean="0"/>
                        <a:t>, </a:t>
                      </a:r>
                      <a:r>
                        <a:rPr lang="en-US" baseline="0" dirty="0" err="1" smtClean="0"/>
                        <a:t>novos</a:t>
                      </a:r>
                      <a:r>
                        <a:rPr lang="en-US" baseline="0" dirty="0" smtClean="0"/>
                        <a:t> </a:t>
                      </a:r>
                      <a:r>
                        <a:rPr lang="en-US" baseline="0" dirty="0" err="1" smtClean="0"/>
                        <a:t>desenvolvimentos</a:t>
                      </a:r>
                      <a:r>
                        <a:rPr lang="en-US" baseline="0" dirty="0" smtClean="0"/>
                        <a:t> </a:t>
                      </a:r>
                      <a:r>
                        <a:rPr lang="en-US" baseline="0" dirty="0" err="1" smtClean="0"/>
                        <a:t>ou</a:t>
                      </a:r>
                      <a:r>
                        <a:rPr lang="en-US" baseline="0" dirty="0" smtClean="0"/>
                        <a:t> </a:t>
                      </a:r>
                      <a:r>
                        <a:rPr lang="en-US" baseline="0" dirty="0" err="1" smtClean="0"/>
                        <a:t>customizações</a:t>
                      </a:r>
                      <a:r>
                        <a:rPr lang="en-US" baseline="0" dirty="0" smtClean="0"/>
                        <a:t>).</a:t>
                      </a:r>
                    </a:p>
                    <a:p>
                      <a:r>
                        <a:rPr lang="en-US" baseline="0" dirty="0" err="1" smtClean="0"/>
                        <a:t>Mapa</a:t>
                      </a:r>
                      <a:r>
                        <a:rPr lang="en-US" baseline="0" dirty="0" smtClean="0"/>
                        <a:t> de </a:t>
                      </a:r>
                      <a:r>
                        <a:rPr lang="en-US" baseline="0" dirty="0" err="1" smtClean="0"/>
                        <a:t>priorização</a:t>
                      </a:r>
                      <a:r>
                        <a:rPr lang="en-US" baseline="0" dirty="0" smtClean="0"/>
                        <a:t> dos GAPs.</a:t>
                      </a:r>
                    </a:p>
                    <a:p>
                      <a:r>
                        <a:rPr lang="en-US" baseline="0" dirty="0" err="1" smtClean="0"/>
                        <a:t>Os</a:t>
                      </a:r>
                      <a:r>
                        <a:rPr lang="en-US" baseline="0" dirty="0" smtClean="0"/>
                        <a:t> </a:t>
                      </a:r>
                      <a:r>
                        <a:rPr lang="en-US" baseline="0" dirty="0" err="1" smtClean="0"/>
                        <a:t>pedidos</a:t>
                      </a:r>
                      <a:r>
                        <a:rPr lang="en-US" baseline="0" dirty="0" smtClean="0"/>
                        <a:t> de </a:t>
                      </a:r>
                      <a:r>
                        <a:rPr lang="en-US" baseline="0" dirty="0" err="1" smtClean="0"/>
                        <a:t>funcionalidades</a:t>
                      </a:r>
                      <a:r>
                        <a:rPr lang="en-US" baseline="0" dirty="0" smtClean="0"/>
                        <a:t> </a:t>
                      </a:r>
                      <a:r>
                        <a:rPr lang="en-US" baseline="0" dirty="0" err="1" smtClean="0"/>
                        <a:t>adicionais</a:t>
                      </a:r>
                      <a:r>
                        <a:rPr lang="en-US" baseline="0" dirty="0" smtClean="0"/>
                        <a:t> </a:t>
                      </a:r>
                      <a:r>
                        <a:rPr lang="en-US" baseline="0" dirty="0" err="1" smtClean="0"/>
                        <a:t>devem</a:t>
                      </a:r>
                      <a:r>
                        <a:rPr lang="en-US" baseline="0" dirty="0" smtClean="0"/>
                        <a:t> </a:t>
                      </a:r>
                      <a:r>
                        <a:rPr lang="en-US" baseline="0" dirty="0" err="1" smtClean="0"/>
                        <a:t>ser</a:t>
                      </a:r>
                      <a:r>
                        <a:rPr lang="en-US" baseline="0" dirty="0" smtClean="0"/>
                        <a:t> </a:t>
                      </a:r>
                      <a:r>
                        <a:rPr lang="en-US" baseline="0" dirty="0" err="1" smtClean="0"/>
                        <a:t>tratados</a:t>
                      </a:r>
                      <a:r>
                        <a:rPr lang="en-US" baseline="0" dirty="0" smtClean="0"/>
                        <a:t> e </a:t>
                      </a:r>
                      <a:r>
                        <a:rPr lang="en-US" baseline="0" dirty="0" err="1" smtClean="0"/>
                        <a:t>priorizados</a:t>
                      </a:r>
                      <a:r>
                        <a:rPr lang="en-US" baseline="0" dirty="0" smtClean="0"/>
                        <a:t>.</a:t>
                      </a:r>
                      <a:endParaRPr lang="pt-BR" dirty="0"/>
                    </a:p>
                  </a:txBody>
                  <a:tcPr/>
                </a:tc>
              </a:tr>
              <a:tr h="370840">
                <a:tc>
                  <a:txBody>
                    <a:bodyPr/>
                    <a:lstStyle/>
                    <a:p>
                      <a:pPr algn="ctr"/>
                      <a:r>
                        <a:rPr lang="pt-BR" dirty="0" smtClean="0"/>
                        <a:t>2</a:t>
                      </a:r>
                      <a:r>
                        <a:rPr lang="en-US" dirty="0" smtClean="0"/>
                        <a:t>’ - &lt;3</a:t>
                      </a:r>
                      <a:endParaRPr lang="pt-BR" dirty="0"/>
                    </a:p>
                  </a:txBody>
                  <a:tcPr/>
                </a:tc>
                <a:tc>
                  <a:txBody>
                    <a:bodyPr/>
                    <a:lstStyle/>
                    <a:p>
                      <a:r>
                        <a:rPr lang="pt-BR" dirty="0" smtClean="0"/>
                        <a:t>Finaliza</a:t>
                      </a:r>
                      <a:r>
                        <a:rPr lang="en-US" dirty="0" err="1" smtClean="0"/>
                        <a:t>ção</a:t>
                      </a:r>
                      <a:r>
                        <a:rPr lang="en-US" dirty="0" smtClean="0"/>
                        <a:t> do </a:t>
                      </a:r>
                      <a:r>
                        <a:rPr lang="en-US" dirty="0" err="1" smtClean="0"/>
                        <a:t>desenho</a:t>
                      </a:r>
                      <a:r>
                        <a:rPr lang="en-US" dirty="0" smtClean="0"/>
                        <a:t> do “To-Be”;</a:t>
                      </a:r>
                    </a:p>
                    <a:p>
                      <a:r>
                        <a:rPr lang="en-US" dirty="0" err="1" smtClean="0"/>
                        <a:t>Detalhamento</a:t>
                      </a:r>
                      <a:r>
                        <a:rPr lang="en-US" dirty="0" smtClean="0"/>
                        <a:t> da </a:t>
                      </a:r>
                      <a:r>
                        <a:rPr lang="en-US" dirty="0" err="1" smtClean="0"/>
                        <a:t>validação</a:t>
                      </a:r>
                      <a:r>
                        <a:rPr lang="en-US" dirty="0" smtClean="0"/>
                        <a:t> dos </a:t>
                      </a:r>
                      <a:r>
                        <a:rPr lang="en-US" dirty="0" err="1" smtClean="0"/>
                        <a:t>requistos</a:t>
                      </a:r>
                      <a:r>
                        <a:rPr lang="en-US" dirty="0" smtClean="0"/>
                        <a:t>,</a:t>
                      </a:r>
                      <a:r>
                        <a:rPr lang="en-US" baseline="0" dirty="0" smtClean="0"/>
                        <a:t> </a:t>
                      </a:r>
                      <a:r>
                        <a:rPr lang="en-US" baseline="0" dirty="0" err="1" smtClean="0"/>
                        <a:t>planos</a:t>
                      </a:r>
                      <a:r>
                        <a:rPr lang="en-US" baseline="0" dirty="0" smtClean="0"/>
                        <a:t> de testes (</a:t>
                      </a:r>
                      <a:r>
                        <a:rPr lang="en-US" baseline="0" dirty="0" err="1" smtClean="0"/>
                        <a:t>iníciais</a:t>
                      </a:r>
                      <a:r>
                        <a:rPr lang="en-US" baseline="0" dirty="0" smtClean="0"/>
                        <a:t>)</a:t>
                      </a:r>
                    </a:p>
                    <a:p>
                      <a:r>
                        <a:rPr lang="en-US" baseline="0" dirty="0" err="1" smtClean="0"/>
                        <a:t>Conjunto</a:t>
                      </a:r>
                      <a:r>
                        <a:rPr lang="en-US" baseline="0" dirty="0" smtClean="0"/>
                        <a:t> de </a:t>
                      </a:r>
                      <a:r>
                        <a:rPr lang="en-US" baseline="0" dirty="0" err="1" smtClean="0"/>
                        <a:t>necessidades</a:t>
                      </a:r>
                      <a:r>
                        <a:rPr lang="en-US" baseline="0" dirty="0" smtClean="0"/>
                        <a:t> a </a:t>
                      </a:r>
                      <a:r>
                        <a:rPr lang="en-US" baseline="0" dirty="0" err="1" smtClean="0"/>
                        <a:t>serem</a:t>
                      </a:r>
                      <a:r>
                        <a:rPr lang="en-US" baseline="0" dirty="0" smtClean="0"/>
                        <a:t> </a:t>
                      </a:r>
                      <a:r>
                        <a:rPr lang="en-US" baseline="0" dirty="0" err="1" smtClean="0"/>
                        <a:t>entregues</a:t>
                      </a:r>
                      <a:r>
                        <a:rPr lang="en-US" baseline="0" dirty="0" smtClean="0"/>
                        <a:t> </a:t>
                      </a:r>
                      <a:r>
                        <a:rPr lang="en-US" baseline="0" dirty="0" err="1" smtClean="0"/>
                        <a:t>ao</a:t>
                      </a:r>
                      <a:r>
                        <a:rPr lang="en-US" baseline="0" dirty="0" smtClean="0"/>
                        <a:t> time de </a:t>
                      </a:r>
                      <a:r>
                        <a:rPr lang="en-US" baseline="0" dirty="0" err="1" smtClean="0"/>
                        <a:t>desenvolvimento</a:t>
                      </a:r>
                      <a:r>
                        <a:rPr lang="en-US" baseline="0" dirty="0" smtClean="0"/>
                        <a:t>.</a:t>
                      </a:r>
                    </a:p>
                    <a:p>
                      <a:r>
                        <a:rPr lang="en-US" baseline="0" dirty="0" err="1" smtClean="0"/>
                        <a:t>Desenvolvimento</a:t>
                      </a:r>
                      <a:r>
                        <a:rPr lang="en-US" baseline="0" dirty="0" smtClean="0"/>
                        <a:t> de material para a </a:t>
                      </a:r>
                      <a:r>
                        <a:rPr lang="en-US" baseline="0" dirty="0" err="1" smtClean="0"/>
                        <a:t>Formação</a:t>
                      </a:r>
                      <a:endParaRPr lang="pt-BR" dirty="0"/>
                    </a:p>
                  </a:txBody>
                  <a:tcPr/>
                </a:tc>
              </a:tr>
            </a:tbl>
          </a:graphicData>
        </a:graphic>
      </p:graphicFrame>
    </p:spTree>
    <p:extLst>
      <p:ext uri="{BB962C8B-B14F-4D97-AF65-F5344CB8AC3E}">
        <p14:creationId xmlns:p14="http://schemas.microsoft.com/office/powerpoint/2010/main" val="8314234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Suíte (Metodologia)</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Slide Number Placeholder 4"/>
          <p:cNvSpPr>
            <a:spLocks noGrp="1"/>
          </p:cNvSpPr>
          <p:nvPr>
            <p:ph type="sldNum" sz="quarter" idx="12"/>
          </p:nvPr>
        </p:nvSpPr>
        <p:spPr>
          <a:xfrm>
            <a:off x="8316913" y="6580188"/>
            <a:ext cx="374650" cy="134937"/>
          </a:xfrm>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fld id="{360A85AD-76CA-C14F-9B6C-B29554774D88}" type="slidenum">
              <a:rPr lang="en-US" altLang="pt-BR">
                <a:solidFill>
                  <a:srgbClr val="898989"/>
                </a:solidFill>
              </a:rPr>
              <a:pPr algn="ctr"/>
              <a:t>13</a:t>
            </a:fld>
            <a:endParaRPr lang="en-US" altLang="pt-BR">
              <a:solidFill>
                <a:srgbClr val="898989"/>
              </a:solidFill>
            </a:endParaRPr>
          </a:p>
        </p:txBody>
      </p:sp>
      <p:sp>
        <p:nvSpPr>
          <p:cNvPr id="10" name="AutoShape 6">
            <a:hlinkClick r:id="rId2" action="ppaction://hlinkfile"/>
          </p:cNvPr>
          <p:cNvSpPr>
            <a:spLocks noChangeArrowheads="1"/>
          </p:cNvSpPr>
          <p:nvPr/>
        </p:nvSpPr>
        <p:spPr bwMode="auto">
          <a:xfrm>
            <a:off x="152400" y="1295400"/>
            <a:ext cx="1600200" cy="762000"/>
          </a:xfrm>
          <a:prstGeom prst="roundRect">
            <a:avLst>
              <a:gd name="adj" fmla="val 16667"/>
            </a:avLst>
          </a:prstGeom>
          <a:solidFill>
            <a:srgbClr val="CCEC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11" name="Text Box 7">
            <a:hlinkClick r:id="rId3" action="ppaction://hlinkfile"/>
          </p:cNvPr>
          <p:cNvSpPr txBox="1">
            <a:spLocks noChangeArrowheads="1"/>
          </p:cNvSpPr>
          <p:nvPr/>
        </p:nvSpPr>
        <p:spPr bwMode="auto">
          <a:xfrm>
            <a:off x="355600" y="1485900"/>
            <a:ext cx="1219200"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pt-BR" dirty="0" smtClean="0"/>
              <a:t>CRP3</a:t>
            </a:r>
            <a:endParaRPr lang="en-US" altLang="pt-BR" dirty="0"/>
          </a:p>
        </p:txBody>
      </p:sp>
      <p:sp>
        <p:nvSpPr>
          <p:cNvPr id="12" name="AutoShape 8"/>
          <p:cNvSpPr>
            <a:spLocks noChangeArrowheads="1"/>
          </p:cNvSpPr>
          <p:nvPr/>
        </p:nvSpPr>
        <p:spPr bwMode="auto">
          <a:xfrm>
            <a:off x="1828800" y="1371600"/>
            <a:ext cx="762000" cy="609600"/>
          </a:xfrm>
          <a:custGeom>
            <a:avLst/>
            <a:gdLst>
              <a:gd name="T0" fmla="*/ 571500 w 21600"/>
              <a:gd name="T1" fmla="*/ 0 h 21600"/>
              <a:gd name="T2" fmla="*/ 0 w 21600"/>
              <a:gd name="T3" fmla="*/ 304800 h 21600"/>
              <a:gd name="T4" fmla="*/ 571500 w 21600"/>
              <a:gd name="T5" fmla="*/ 609600 h 21600"/>
              <a:gd name="T6" fmla="*/ 762000 w 21600"/>
              <a:gd name="T7" fmla="*/ 3048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p>
            <a:endParaRPr lang="pt-BR"/>
          </a:p>
        </p:txBody>
      </p:sp>
      <p:sp>
        <p:nvSpPr>
          <p:cNvPr id="42" name="Text Box 8"/>
          <p:cNvSpPr txBox="1">
            <a:spLocks noChangeArrowheads="1"/>
          </p:cNvSpPr>
          <p:nvPr/>
        </p:nvSpPr>
        <p:spPr bwMode="gray">
          <a:xfrm>
            <a:off x="8691563" y="6556375"/>
            <a:ext cx="452437"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nchor="ctr" anchorCtr="1"/>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eaLnBrk="0" hangingPunct="0">
              <a:lnSpc>
                <a:spcPct val="85000"/>
              </a:lnSpc>
            </a:pPr>
            <a:fld id="{C8A66C1E-B956-324D-B669-BB22736AEB22}" type="slidenum">
              <a:rPr lang="en-US" altLang="pt-BR" sz="800">
                <a:solidFill>
                  <a:schemeClr val="bg1"/>
                </a:solidFill>
                <a:latin typeface="Arial Narrow" charset="0"/>
              </a:rPr>
              <a:pPr algn="ctr" eaLnBrk="0" hangingPunct="0">
                <a:lnSpc>
                  <a:spcPct val="85000"/>
                </a:lnSpc>
              </a:pPr>
              <a:t>13</a:t>
            </a:fld>
            <a:endParaRPr lang="en-US" altLang="pt-BR" sz="800">
              <a:solidFill>
                <a:schemeClr val="bg1"/>
              </a:solidFill>
              <a:latin typeface="Arial Narrow" charset="0"/>
            </a:endParaRPr>
          </a:p>
        </p:txBody>
      </p:sp>
      <p:graphicFrame>
        <p:nvGraphicFramePr>
          <p:cNvPr id="9" name="Tabela 8"/>
          <p:cNvGraphicFramePr>
            <a:graphicFrameLocks noGrp="1"/>
          </p:cNvGraphicFramePr>
          <p:nvPr>
            <p:extLst>
              <p:ext uri="{D42A27DB-BD31-4B8C-83A1-F6EECF244321}">
                <p14:modId xmlns:p14="http://schemas.microsoft.com/office/powerpoint/2010/main" val="828351533"/>
              </p:ext>
            </p:extLst>
          </p:nvPr>
        </p:nvGraphicFramePr>
        <p:xfrm>
          <a:off x="48981" y="2441490"/>
          <a:ext cx="8915508" cy="3022600"/>
        </p:xfrm>
        <a:graphic>
          <a:graphicData uri="http://schemas.openxmlformats.org/drawingml/2006/table">
            <a:tbl>
              <a:tblPr firstRow="1" bandRow="1">
                <a:tableStyleId>{00A15C55-8517-42AA-B614-E9B94910E393}</a:tableStyleId>
              </a:tblPr>
              <a:tblGrid>
                <a:gridCol w="994627"/>
                <a:gridCol w="7920881"/>
              </a:tblGrid>
              <a:tr h="370840">
                <a:tc>
                  <a:txBody>
                    <a:bodyPr/>
                    <a:lstStyle/>
                    <a:p>
                      <a:r>
                        <a:rPr lang="pt-BR" dirty="0" smtClean="0"/>
                        <a:t>CRP</a:t>
                      </a:r>
                      <a:endParaRPr lang="pt-BR" dirty="0"/>
                    </a:p>
                  </a:txBody>
                  <a:tcPr/>
                </a:tc>
                <a:tc>
                  <a:txBody>
                    <a:bodyPr/>
                    <a:lstStyle/>
                    <a:p>
                      <a:r>
                        <a:rPr lang="pt-BR" dirty="0" smtClean="0"/>
                        <a:t>Defini</a:t>
                      </a:r>
                      <a:r>
                        <a:rPr lang="en-US" dirty="0" err="1" smtClean="0"/>
                        <a:t>ção</a:t>
                      </a:r>
                      <a:endParaRPr lang="pt-BR" dirty="0"/>
                    </a:p>
                  </a:txBody>
                  <a:tcPr/>
                </a:tc>
              </a:tr>
              <a:tr h="370840">
                <a:tc>
                  <a:txBody>
                    <a:bodyPr/>
                    <a:lstStyle/>
                    <a:p>
                      <a:pPr algn="ctr"/>
                      <a:r>
                        <a:rPr lang="pt-BR" dirty="0" smtClean="0"/>
                        <a:t>3</a:t>
                      </a:r>
                      <a:endParaRPr lang="pt-BR" dirty="0"/>
                    </a:p>
                  </a:txBody>
                  <a:tcPr/>
                </a:tc>
                <a:tc>
                  <a:txBody>
                    <a:bodyPr/>
                    <a:lstStyle/>
                    <a:p>
                      <a:r>
                        <a:rPr lang="pt-BR" dirty="0" smtClean="0"/>
                        <a:t>Valida</a:t>
                      </a:r>
                      <a:r>
                        <a:rPr lang="en-US" dirty="0" err="1" smtClean="0"/>
                        <a:t>ção</a:t>
                      </a:r>
                      <a:r>
                        <a:rPr lang="en-US" dirty="0" smtClean="0"/>
                        <a:t> do “To-Be”;</a:t>
                      </a:r>
                    </a:p>
                    <a:p>
                      <a:r>
                        <a:rPr lang="en-US" dirty="0" err="1" smtClean="0"/>
                        <a:t>Maioria</a:t>
                      </a:r>
                      <a:r>
                        <a:rPr lang="en-US" dirty="0" smtClean="0"/>
                        <a:t> dos</a:t>
                      </a:r>
                      <a:r>
                        <a:rPr lang="en-US" baseline="0" dirty="0" smtClean="0"/>
                        <a:t> dados </a:t>
                      </a:r>
                      <a:r>
                        <a:rPr lang="en-US" baseline="0" dirty="0" err="1" smtClean="0"/>
                        <a:t>convertidos</a:t>
                      </a:r>
                      <a:r>
                        <a:rPr lang="en-US" baseline="0" dirty="0" smtClean="0"/>
                        <a:t>, </a:t>
                      </a:r>
                      <a:r>
                        <a:rPr lang="en-US" baseline="0" dirty="0" err="1" smtClean="0"/>
                        <a:t>migrados</a:t>
                      </a:r>
                      <a:r>
                        <a:rPr lang="en-US" baseline="0" dirty="0" smtClean="0"/>
                        <a:t>, </a:t>
                      </a:r>
                      <a:r>
                        <a:rPr lang="en-US" baseline="0" dirty="0" err="1" smtClean="0"/>
                        <a:t>higienizados</a:t>
                      </a:r>
                      <a:r>
                        <a:rPr lang="en-US" baseline="0" dirty="0" smtClean="0"/>
                        <a:t>.</a:t>
                      </a:r>
                    </a:p>
                    <a:p>
                      <a:r>
                        <a:rPr lang="en-US" baseline="0" dirty="0" err="1" smtClean="0"/>
                        <a:t>Alguns</a:t>
                      </a:r>
                      <a:r>
                        <a:rPr lang="en-US" baseline="0" dirty="0" smtClean="0"/>
                        <a:t> CEMLIs </a:t>
                      </a:r>
                      <a:r>
                        <a:rPr lang="en-US" baseline="0" dirty="0" err="1" smtClean="0"/>
                        <a:t>disponíveis</a:t>
                      </a:r>
                      <a:r>
                        <a:rPr lang="en-US" baseline="0" dirty="0" smtClean="0"/>
                        <a:t>;</a:t>
                      </a:r>
                    </a:p>
                    <a:p>
                      <a:r>
                        <a:rPr lang="en-US" baseline="0" dirty="0" err="1" smtClean="0"/>
                        <a:t>Realização</a:t>
                      </a:r>
                      <a:r>
                        <a:rPr lang="en-US" baseline="0" dirty="0" smtClean="0"/>
                        <a:t> dos </a:t>
                      </a:r>
                      <a:r>
                        <a:rPr lang="en-US" baseline="0" dirty="0" err="1" smtClean="0"/>
                        <a:t>Processos</a:t>
                      </a:r>
                      <a:r>
                        <a:rPr lang="en-US" baseline="0" dirty="0" smtClean="0"/>
                        <a:t> </a:t>
                      </a:r>
                      <a:r>
                        <a:rPr lang="en-US" baseline="0" dirty="0" err="1" smtClean="0"/>
                        <a:t>Fim</a:t>
                      </a:r>
                      <a:r>
                        <a:rPr lang="en-US" baseline="0" dirty="0" smtClean="0"/>
                        <a:t>-A-</a:t>
                      </a:r>
                      <a:r>
                        <a:rPr lang="en-US" baseline="0" dirty="0" err="1" smtClean="0"/>
                        <a:t>Fim</a:t>
                      </a:r>
                      <a:r>
                        <a:rPr lang="en-US" baseline="0" dirty="0" smtClean="0"/>
                        <a:t>, </a:t>
                      </a:r>
                      <a:r>
                        <a:rPr lang="en-US" baseline="0" dirty="0" err="1" smtClean="0"/>
                        <a:t>validação</a:t>
                      </a:r>
                      <a:r>
                        <a:rPr lang="en-US" baseline="0" dirty="0" smtClean="0"/>
                        <a:t> dos GAPs </a:t>
                      </a:r>
                      <a:r>
                        <a:rPr lang="en-US" baseline="0" dirty="0" err="1" smtClean="0"/>
                        <a:t>identificados</a:t>
                      </a:r>
                      <a:r>
                        <a:rPr lang="en-US" baseline="0" dirty="0" smtClean="0"/>
                        <a:t> CRP2’, </a:t>
                      </a:r>
                      <a:r>
                        <a:rPr lang="en-US" baseline="0" dirty="0" err="1" smtClean="0"/>
                        <a:t>execução</a:t>
                      </a:r>
                      <a:r>
                        <a:rPr lang="en-US" baseline="0" dirty="0" smtClean="0"/>
                        <a:t> dos testes </a:t>
                      </a:r>
                      <a:r>
                        <a:rPr lang="en-US" baseline="0" dirty="0" err="1" smtClean="0"/>
                        <a:t>fim</a:t>
                      </a:r>
                      <a:r>
                        <a:rPr lang="en-US" baseline="0" dirty="0" smtClean="0"/>
                        <a:t>-a-</a:t>
                      </a:r>
                      <a:r>
                        <a:rPr lang="en-US" baseline="0" dirty="0" err="1" smtClean="0"/>
                        <a:t>fim</a:t>
                      </a:r>
                      <a:r>
                        <a:rPr lang="en-US" baseline="0" dirty="0" smtClean="0"/>
                        <a:t> (</a:t>
                      </a:r>
                      <a:r>
                        <a:rPr lang="en-US" baseline="0" dirty="0" err="1" smtClean="0"/>
                        <a:t>Identificação</a:t>
                      </a:r>
                      <a:r>
                        <a:rPr lang="en-US" baseline="0" dirty="0" smtClean="0"/>
                        <a:t> de </a:t>
                      </a:r>
                      <a:r>
                        <a:rPr lang="en-US" baseline="0" dirty="0" err="1" smtClean="0"/>
                        <a:t>novos</a:t>
                      </a:r>
                      <a:r>
                        <a:rPr lang="en-US" baseline="0" dirty="0" smtClean="0"/>
                        <a:t> </a:t>
                      </a:r>
                      <a:r>
                        <a:rPr lang="en-US" baseline="0" dirty="0" err="1" smtClean="0"/>
                        <a:t>GAPs,modificação</a:t>
                      </a:r>
                      <a:r>
                        <a:rPr lang="en-US" baseline="0" dirty="0" smtClean="0"/>
                        <a:t> de </a:t>
                      </a:r>
                      <a:r>
                        <a:rPr lang="en-US" baseline="0" dirty="0" err="1" smtClean="0"/>
                        <a:t>processos</a:t>
                      </a:r>
                      <a:r>
                        <a:rPr lang="en-US" baseline="0" dirty="0" smtClean="0"/>
                        <a:t> e </a:t>
                      </a:r>
                      <a:r>
                        <a:rPr lang="en-US" baseline="0" dirty="0" err="1" smtClean="0"/>
                        <a:t>etc</a:t>
                      </a:r>
                      <a:r>
                        <a:rPr lang="en-US" baseline="0" dirty="0" smtClean="0"/>
                        <a:t> – DEVEM SER CONSIDERADOS APENAS OS ITENS CRÍTICOS).</a:t>
                      </a:r>
                      <a:endParaRPr lang="pt-BR" dirty="0"/>
                    </a:p>
                  </a:txBody>
                  <a:tcPr/>
                </a:tc>
              </a:tr>
              <a:tr h="370840">
                <a:tc>
                  <a:txBody>
                    <a:bodyPr/>
                    <a:lstStyle/>
                    <a:p>
                      <a:pPr algn="ctr"/>
                      <a:r>
                        <a:rPr lang="pt-BR" dirty="0" smtClean="0"/>
                        <a:t>3</a:t>
                      </a:r>
                      <a:r>
                        <a:rPr lang="en-US" dirty="0" smtClean="0"/>
                        <a:t>’-UAT</a:t>
                      </a:r>
                      <a:endParaRPr lang="pt-BR" dirty="0"/>
                    </a:p>
                  </a:txBody>
                  <a:tcPr/>
                </a:tc>
                <a:tc>
                  <a:txBody>
                    <a:bodyPr/>
                    <a:lstStyle/>
                    <a:p>
                      <a:r>
                        <a:rPr lang="pt-BR" dirty="0" err="1" smtClean="0"/>
                        <a:t>Resolu</a:t>
                      </a:r>
                      <a:r>
                        <a:rPr lang="en-US" dirty="0" err="1" smtClean="0"/>
                        <a:t>ção</a:t>
                      </a:r>
                      <a:r>
                        <a:rPr lang="en-US" dirty="0" smtClean="0"/>
                        <a:t> de </a:t>
                      </a:r>
                      <a:r>
                        <a:rPr lang="en-US" dirty="0" err="1" smtClean="0"/>
                        <a:t>pendencias</a:t>
                      </a:r>
                      <a:r>
                        <a:rPr lang="en-US" dirty="0" smtClean="0"/>
                        <a:t>,</a:t>
                      </a:r>
                      <a:r>
                        <a:rPr lang="en-US" baseline="0" dirty="0" smtClean="0"/>
                        <a:t> </a:t>
                      </a:r>
                      <a:r>
                        <a:rPr lang="en-US" baseline="0" dirty="0" err="1" smtClean="0"/>
                        <a:t>execução</a:t>
                      </a:r>
                      <a:r>
                        <a:rPr lang="en-US" baseline="0" dirty="0" smtClean="0"/>
                        <a:t> de </a:t>
                      </a:r>
                      <a:r>
                        <a:rPr lang="en-US" baseline="0" dirty="0" err="1" smtClean="0"/>
                        <a:t>funcionalidades</a:t>
                      </a:r>
                      <a:r>
                        <a:rPr lang="en-US" baseline="0" dirty="0" smtClean="0"/>
                        <a:t> </a:t>
                      </a:r>
                      <a:r>
                        <a:rPr lang="en-US" baseline="0" dirty="0" err="1" smtClean="0"/>
                        <a:t>fim</a:t>
                      </a:r>
                      <a:r>
                        <a:rPr lang="en-US" baseline="0" dirty="0" smtClean="0"/>
                        <a:t>-a-</a:t>
                      </a:r>
                      <a:r>
                        <a:rPr lang="en-US" baseline="0" dirty="0" err="1" smtClean="0"/>
                        <a:t>fim</a:t>
                      </a:r>
                      <a:r>
                        <a:rPr lang="en-US" baseline="0" dirty="0" smtClean="0"/>
                        <a:t>, testes dos RICEs</a:t>
                      </a:r>
                      <a:endParaRPr lang="pt-BR" dirty="0"/>
                    </a:p>
                  </a:txBody>
                  <a:tcPr/>
                </a:tc>
              </a:tr>
            </a:tbl>
          </a:graphicData>
        </a:graphic>
      </p:graphicFrame>
      <p:sp>
        <p:nvSpPr>
          <p:cNvPr id="14" name="AutoShape 2"/>
          <p:cNvSpPr>
            <a:spLocks noChangeArrowheads="1"/>
          </p:cNvSpPr>
          <p:nvPr/>
        </p:nvSpPr>
        <p:spPr bwMode="auto">
          <a:xfrm>
            <a:off x="2703984" y="1294656"/>
            <a:ext cx="1600200" cy="762000"/>
          </a:xfrm>
          <a:prstGeom prst="roundRect">
            <a:avLst>
              <a:gd name="adj" fmla="val 16667"/>
            </a:avLst>
          </a:prstGeom>
          <a:solidFill>
            <a:srgbClr val="CCFF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19" name="AutoShape 3"/>
          <p:cNvSpPr>
            <a:spLocks noChangeArrowheads="1"/>
          </p:cNvSpPr>
          <p:nvPr/>
        </p:nvSpPr>
        <p:spPr bwMode="auto">
          <a:xfrm>
            <a:off x="2627784" y="1218456"/>
            <a:ext cx="3467100" cy="9144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20" name="Text Box 25"/>
          <p:cNvSpPr txBox="1">
            <a:spLocks noChangeArrowheads="1"/>
          </p:cNvSpPr>
          <p:nvPr/>
        </p:nvSpPr>
        <p:spPr bwMode="auto">
          <a:xfrm>
            <a:off x="2856384" y="1485156"/>
            <a:ext cx="1219200"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pt-BR" dirty="0"/>
              <a:t>SIT</a:t>
            </a:r>
          </a:p>
        </p:txBody>
      </p:sp>
      <p:sp>
        <p:nvSpPr>
          <p:cNvPr id="21" name="AutoShape 26"/>
          <p:cNvSpPr>
            <a:spLocks noChangeArrowheads="1"/>
          </p:cNvSpPr>
          <p:nvPr/>
        </p:nvSpPr>
        <p:spPr bwMode="auto">
          <a:xfrm>
            <a:off x="4418484" y="1294656"/>
            <a:ext cx="1600200" cy="762000"/>
          </a:xfrm>
          <a:prstGeom prst="roundRect">
            <a:avLst>
              <a:gd name="adj" fmla="val 16667"/>
            </a:avLst>
          </a:prstGeom>
          <a:solidFill>
            <a:srgbClr val="CCECFF"/>
          </a:solidFill>
          <a:ln w="9525">
            <a:solidFill>
              <a:schemeClr val="tx1"/>
            </a:solidFill>
            <a:round/>
            <a:headEnd/>
            <a:tailEnd/>
          </a:ln>
        </p:spPr>
        <p:txBody>
          <a:bodyPr wrap="none" lIns="92075" tIns="46038" rIns="92075" bIns="46038" anchor="ct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pt-BR" altLang="pt-BR"/>
          </a:p>
        </p:txBody>
      </p:sp>
      <p:sp>
        <p:nvSpPr>
          <p:cNvPr id="22" name="Text Box 27"/>
          <p:cNvSpPr txBox="1">
            <a:spLocks noChangeArrowheads="1"/>
          </p:cNvSpPr>
          <p:nvPr/>
        </p:nvSpPr>
        <p:spPr bwMode="auto">
          <a:xfrm>
            <a:off x="4570884" y="1485156"/>
            <a:ext cx="1219200"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9063" indent="-119063">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pt-BR" dirty="0"/>
              <a:t>UAT</a:t>
            </a:r>
          </a:p>
        </p:txBody>
      </p:sp>
    </p:spTree>
    <p:extLst>
      <p:ext uri="{BB962C8B-B14F-4D97-AF65-F5344CB8AC3E}">
        <p14:creationId xmlns:p14="http://schemas.microsoft.com/office/powerpoint/2010/main" val="17022634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291318"/>
          </a:xfrm>
          <a:prstGeom prst="rect">
            <a:avLst/>
          </a:prstGeom>
        </p:spPr>
      </p:pic>
      <p:sp>
        <p:nvSpPr>
          <p:cNvPr id="2" name="Título 1"/>
          <p:cNvSpPr>
            <a:spLocks noGrp="1"/>
          </p:cNvSpPr>
          <p:nvPr>
            <p:ph type="title"/>
          </p:nvPr>
        </p:nvSpPr>
        <p:spPr>
          <a:xfrm>
            <a:off x="0" y="1"/>
            <a:ext cx="9144000" cy="908720"/>
          </a:xfrm>
        </p:spPr>
        <p:txBody>
          <a:bodyPr anchor="ctr"/>
          <a:lstStyle/>
          <a:p>
            <a:pPr algn="l"/>
            <a:r>
              <a:rPr lang="pt-BR" altLang="en-US" b="1" dirty="0" smtClean="0">
                <a:solidFill>
                  <a:schemeClr val="tx1"/>
                </a:solidFill>
              </a:rPr>
              <a:t>Customiza</a:t>
            </a:r>
            <a:r>
              <a:rPr lang="en-US" altLang="en-US" b="1" dirty="0" err="1" smtClean="0">
                <a:solidFill>
                  <a:schemeClr val="tx1"/>
                </a:solidFill>
              </a:rPr>
              <a:t>ção</a:t>
            </a:r>
            <a:endParaRPr lang="pt-BR" dirty="0">
              <a:solidFill>
                <a:schemeClr val="tx1"/>
              </a:solidFill>
            </a:endParaRPr>
          </a:p>
        </p:txBody>
      </p:sp>
    </p:spTree>
    <p:extLst>
      <p:ext uri="{BB962C8B-B14F-4D97-AF65-F5344CB8AC3E}">
        <p14:creationId xmlns:p14="http://schemas.microsoft.com/office/powerpoint/2010/main" val="15003995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Suite - Customização</a:t>
            </a:r>
            <a:endParaRPr lang="pt-BR" dirty="0"/>
          </a:p>
        </p:txBody>
      </p:sp>
      <p:sp>
        <p:nvSpPr>
          <p:cNvPr id="4" name="CaixaDeTexto 3"/>
          <p:cNvSpPr txBox="1"/>
          <p:nvPr/>
        </p:nvSpPr>
        <p:spPr>
          <a:xfrm>
            <a:off x="-1" y="908720"/>
            <a:ext cx="9144001" cy="5139869"/>
          </a:xfrm>
          <a:prstGeom prst="rect">
            <a:avLst/>
          </a:prstGeom>
          <a:noFill/>
        </p:spPr>
        <p:txBody>
          <a:bodyPr wrap="square" rtlCol="0">
            <a:spAutoFit/>
          </a:bodyPr>
          <a:lstStyle/>
          <a:p>
            <a:pPr marL="285750" indent="-285750">
              <a:buFont typeface="Wingdings" panose="05000000000000000000" pitchFamily="2" charset="2"/>
              <a:buChar char="q"/>
            </a:pPr>
            <a:r>
              <a:rPr lang="pt-BR" dirty="0" smtClean="0"/>
              <a:t>Definição: O que é CUSTOMIZAÇÃO?</a:t>
            </a:r>
          </a:p>
          <a:p>
            <a:pPr marL="742950" lvl="1" indent="-285750">
              <a:buFont typeface="Wingdings" panose="05000000000000000000" pitchFamily="2" charset="2"/>
              <a:buChar char="q"/>
            </a:pPr>
            <a:r>
              <a:rPr lang="pt-BR" sz="1400" dirty="0"/>
              <a:t> </a:t>
            </a:r>
            <a:r>
              <a:rPr lang="pt-BR" sz="1400" dirty="0" smtClean="0"/>
              <a:t>Customização </a:t>
            </a:r>
            <a:r>
              <a:rPr lang="pt-BR" sz="1400" dirty="0"/>
              <a:t>(do inglês customization) é empregada no sentido de P</a:t>
            </a:r>
            <a:r>
              <a:rPr lang="pt-BR" sz="1400" dirty="0" smtClean="0"/>
              <a:t>ersonalização</a:t>
            </a:r>
            <a:r>
              <a:rPr lang="pt-BR" sz="1400" dirty="0"/>
              <a:t>, </a:t>
            </a:r>
            <a:r>
              <a:rPr lang="pt-BR" sz="1400" dirty="0" smtClean="0"/>
              <a:t>Adaptação e Adequação</a:t>
            </a:r>
            <a:r>
              <a:rPr lang="pt-BR" sz="1400" dirty="0"/>
              <a:t>. </a:t>
            </a:r>
            <a:endParaRPr lang="pt-BR" sz="1400" dirty="0" smtClean="0"/>
          </a:p>
          <a:p>
            <a:pPr marL="742950" lvl="1" indent="-285750">
              <a:buFont typeface="Wingdings" panose="05000000000000000000" pitchFamily="2" charset="2"/>
              <a:buChar char="q"/>
            </a:pPr>
            <a:r>
              <a:rPr lang="pt-BR" sz="1400" dirty="0" smtClean="0"/>
              <a:t>Customizar </a:t>
            </a:r>
            <a:r>
              <a:rPr lang="pt-BR" sz="1400" dirty="0"/>
              <a:t>é adaptar ou adequar algo de acordo com o gosto ou necessidade de </a:t>
            </a:r>
            <a:r>
              <a:rPr lang="pt-BR" sz="1400" dirty="0" smtClean="0"/>
              <a:t>alguém.</a:t>
            </a:r>
          </a:p>
          <a:p>
            <a:pPr marL="742950" lvl="1" indent="-285750">
              <a:buFont typeface="Wingdings" panose="05000000000000000000" pitchFamily="2" charset="2"/>
              <a:buChar char="q"/>
            </a:pPr>
            <a:r>
              <a:rPr lang="pt-BR" sz="1400" dirty="0"/>
              <a:t>Existe uma </a:t>
            </a:r>
            <a:r>
              <a:rPr lang="pt-BR" sz="1400" b="1" u="sng" dirty="0"/>
              <a:t>única certeza</a:t>
            </a:r>
            <a:r>
              <a:rPr lang="pt-BR" sz="1400" dirty="0"/>
              <a:t> em software: </a:t>
            </a:r>
            <a:r>
              <a:rPr lang="pt-BR" sz="1400" dirty="0" smtClean="0"/>
              <a:t>Todo </a:t>
            </a:r>
            <a:r>
              <a:rPr lang="pt-BR" sz="1400" dirty="0"/>
              <a:t>software sofrerá mudanças no tempo – é mera questão do quando e do quanto custará. (ALM)</a:t>
            </a:r>
          </a:p>
          <a:p>
            <a:pPr marL="285750" indent="-285750">
              <a:buFont typeface="Wingdings" panose="05000000000000000000" pitchFamily="2" charset="2"/>
              <a:buChar char="q"/>
            </a:pPr>
            <a:r>
              <a:rPr lang="pt-BR" dirty="0" smtClean="0"/>
              <a:t>Principais </a:t>
            </a:r>
            <a:r>
              <a:rPr lang="pt-BR" dirty="0"/>
              <a:t>Técnicas de </a:t>
            </a:r>
            <a:r>
              <a:rPr lang="pt-BR" dirty="0" smtClean="0"/>
              <a:t>Customização </a:t>
            </a:r>
          </a:p>
          <a:p>
            <a:pPr marL="742950" lvl="1" indent="-285750">
              <a:buFont typeface="Wingdings" panose="05000000000000000000" pitchFamily="2" charset="2"/>
              <a:buChar char="q"/>
            </a:pPr>
            <a:r>
              <a:rPr lang="pt-BR" sz="1400" dirty="0" smtClean="0"/>
              <a:t>Metamodelos</a:t>
            </a:r>
            <a:r>
              <a:rPr lang="pt-BR" sz="1400" dirty="0"/>
              <a:t>, metadados e pontos de extensão</a:t>
            </a:r>
            <a:r>
              <a:rPr lang="pt-BR" sz="1400" dirty="0" smtClean="0"/>
              <a:t>;</a:t>
            </a:r>
            <a:endParaRPr lang="pt-BR" sz="1400" dirty="0"/>
          </a:p>
          <a:p>
            <a:pPr marL="742950" lvl="1" indent="-285750">
              <a:buFont typeface="Wingdings" panose="05000000000000000000" pitchFamily="2" charset="2"/>
              <a:buChar char="q"/>
            </a:pPr>
            <a:r>
              <a:rPr lang="pt-BR" sz="1400" dirty="0"/>
              <a:t>Mecanismos (como Herança e Interface) e Patterns de extensão (como Factory, Composite, Inversão de Dependência, etc</a:t>
            </a:r>
            <a:r>
              <a:rPr lang="pt-BR" sz="1400" dirty="0" smtClean="0"/>
              <a:t>.);</a:t>
            </a:r>
          </a:p>
          <a:p>
            <a:pPr marL="742950" lvl="1" indent="-285750">
              <a:buFont typeface="Wingdings" panose="05000000000000000000" pitchFamily="2" charset="2"/>
              <a:buChar char="q"/>
            </a:pPr>
            <a:r>
              <a:rPr lang="pt-BR" sz="1400" dirty="0" smtClean="0"/>
              <a:t>Avaliação </a:t>
            </a:r>
            <a:r>
              <a:rPr lang="pt-BR" sz="1400" dirty="0"/>
              <a:t>de regras (como fórmulas cadastradas pelo usuário e avaliadas em tempo de execução);</a:t>
            </a:r>
          </a:p>
          <a:p>
            <a:pPr marL="742950" lvl="1" indent="-285750">
              <a:buFont typeface="Wingdings" panose="05000000000000000000" pitchFamily="2" charset="2"/>
              <a:buChar char="q"/>
            </a:pPr>
            <a:r>
              <a:rPr lang="pt-BR" sz="1400" dirty="0" smtClean="0"/>
              <a:t>Linguagens </a:t>
            </a:r>
            <a:r>
              <a:rPr lang="pt-BR" sz="1400" dirty="0"/>
              <a:t>de </a:t>
            </a:r>
            <a:r>
              <a:rPr lang="pt-BR" sz="1400" dirty="0" smtClean="0"/>
              <a:t>Customização </a:t>
            </a:r>
            <a:r>
              <a:rPr lang="pt-BR" sz="1400" dirty="0"/>
              <a:t>(como macros do </a:t>
            </a:r>
            <a:r>
              <a:rPr lang="pt-BR" sz="1400" dirty="0" smtClean="0"/>
              <a:t>Office,Personalização PL_SQL,ou seja, onde </a:t>
            </a:r>
            <a:r>
              <a:rPr lang="pt-BR" sz="1400" dirty="0"/>
              <a:t>o cliente ou uma área de serviços pode estender </a:t>
            </a:r>
            <a:r>
              <a:rPr lang="pt-BR" sz="1400" dirty="0" smtClean="0"/>
              <a:t>as </a:t>
            </a:r>
            <a:r>
              <a:rPr lang="pt-BR" sz="1400" dirty="0"/>
              <a:t>funcionalidades de uma aplicação sem a necessidade de uma nova versão do </a:t>
            </a:r>
            <a:r>
              <a:rPr lang="pt-BR" sz="1400" dirty="0" smtClean="0"/>
              <a:t>produto ou modificação do produto).</a:t>
            </a:r>
            <a:endParaRPr lang="pt-BR" dirty="0" smtClean="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806503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Suite - Customização</a:t>
            </a:r>
            <a:endParaRPr lang="pt-BR" dirty="0"/>
          </a:p>
        </p:txBody>
      </p:sp>
      <p:sp>
        <p:nvSpPr>
          <p:cNvPr id="4" name="CaixaDeTexto 3"/>
          <p:cNvSpPr txBox="1"/>
          <p:nvPr/>
        </p:nvSpPr>
        <p:spPr>
          <a:xfrm>
            <a:off x="-2" y="1340768"/>
            <a:ext cx="9144001" cy="5780044"/>
          </a:xfrm>
          <a:prstGeom prst="rect">
            <a:avLst/>
          </a:prstGeom>
          <a:noFill/>
        </p:spPr>
        <p:txBody>
          <a:bodyPr wrap="square" rtlCol="0">
            <a:spAutoFit/>
          </a:bodyPr>
          <a:lstStyle/>
          <a:p>
            <a:pPr marL="285750" indent="-285750">
              <a:buFont typeface="Wingdings" panose="05000000000000000000" pitchFamily="2" charset="2"/>
              <a:buChar char="q"/>
            </a:pPr>
            <a:r>
              <a:rPr lang="pt-BR" b="1" u="sng" dirty="0" smtClean="0"/>
              <a:t>Customizações na BBTS – Visão ORACLE</a:t>
            </a:r>
          </a:p>
          <a:p>
            <a:pPr marL="742950" lvl="1" indent="-285750">
              <a:spcBef>
                <a:spcPts val="0"/>
              </a:spcBef>
              <a:spcAft>
                <a:spcPts val="0"/>
              </a:spcAft>
              <a:buFont typeface="Wingdings" panose="05000000000000000000" pitchFamily="2" charset="2"/>
              <a:buChar char="q"/>
            </a:pPr>
            <a:r>
              <a:rPr lang="pt-BR" dirty="0" smtClean="0"/>
              <a:t>Inúmeras </a:t>
            </a:r>
            <a:r>
              <a:rPr lang="pt-BR" b="1" dirty="0" smtClean="0">
                <a:solidFill>
                  <a:srgbClr val="FF0000"/>
                </a:solidFill>
              </a:rPr>
              <a:t>Configurações </a:t>
            </a:r>
            <a:r>
              <a:rPr lang="pt-BR" dirty="0" smtClean="0"/>
              <a:t>de Forms Personalizations,Lookups e Flexfields;</a:t>
            </a:r>
          </a:p>
          <a:p>
            <a:pPr marL="742950" lvl="1" indent="-285750">
              <a:spcBef>
                <a:spcPts val="0"/>
              </a:spcBef>
              <a:spcAft>
                <a:spcPts val="0"/>
              </a:spcAft>
              <a:buFont typeface="Wingdings" panose="05000000000000000000" pitchFamily="2" charset="2"/>
              <a:buChar char="q"/>
            </a:pPr>
            <a:r>
              <a:rPr lang="pt-BR" dirty="0" err="1" smtClean="0"/>
              <a:t>Baix</a:t>
            </a:r>
            <a:r>
              <a:rPr lang="en-US" dirty="0" err="1" smtClean="0"/>
              <a:t>íssimo</a:t>
            </a:r>
            <a:r>
              <a:rPr lang="en-US" dirty="0" smtClean="0"/>
              <a:t> </a:t>
            </a:r>
            <a:r>
              <a:rPr lang="en-US" dirty="0" err="1" smtClean="0"/>
              <a:t>utilização</a:t>
            </a:r>
            <a:r>
              <a:rPr lang="en-US" dirty="0" smtClean="0"/>
              <a:t> de </a:t>
            </a:r>
            <a:r>
              <a:rPr lang="pt-BR" dirty="0" smtClean="0"/>
              <a:t>Extensões em </a:t>
            </a:r>
            <a:r>
              <a:rPr lang="pt-BR" dirty="0" err="1" smtClean="0"/>
              <a:t>Forms</a:t>
            </a:r>
            <a:r>
              <a:rPr lang="pt-BR" dirty="0" smtClean="0"/>
              <a:t> e </a:t>
            </a:r>
            <a:r>
              <a:rPr lang="pt-BR" dirty="0" err="1" smtClean="0"/>
              <a:t>Reports</a:t>
            </a:r>
            <a:r>
              <a:rPr lang="pt-BR" dirty="0" smtClean="0"/>
              <a:t>;</a:t>
            </a:r>
          </a:p>
          <a:p>
            <a:pPr marL="1200150" lvl="2" indent="-285750">
              <a:spcBef>
                <a:spcPts val="0"/>
              </a:spcBef>
              <a:spcAft>
                <a:spcPts val="0"/>
              </a:spcAft>
              <a:buFont typeface="Wingdings" panose="05000000000000000000" pitchFamily="2" charset="2"/>
              <a:buChar char="q"/>
            </a:pPr>
            <a:r>
              <a:rPr lang="pt-BR" sz="1600" dirty="0" smtClean="0"/>
              <a:t>Alguns </a:t>
            </a:r>
            <a:r>
              <a:rPr lang="pt-BR" sz="1600" dirty="0" err="1" smtClean="0"/>
              <a:t>reports</a:t>
            </a:r>
            <a:r>
              <a:rPr lang="pt-BR" sz="1600" dirty="0" smtClean="0"/>
              <a:t> deveriam ser </a:t>
            </a:r>
            <a:r>
              <a:rPr lang="pt-BR" sz="1600" dirty="0" err="1" smtClean="0"/>
              <a:t>substituidos</a:t>
            </a:r>
            <a:r>
              <a:rPr lang="pt-BR" sz="1600" dirty="0" smtClean="0"/>
              <a:t> por XML (ARM, OC e NFS)</a:t>
            </a:r>
          </a:p>
          <a:p>
            <a:pPr marL="1200150" lvl="2" indent="-285750">
              <a:spcBef>
                <a:spcPts val="0"/>
              </a:spcBef>
              <a:spcAft>
                <a:spcPts val="0"/>
              </a:spcAft>
              <a:buFont typeface="Wingdings" panose="05000000000000000000" pitchFamily="2" charset="2"/>
              <a:buChar char="q"/>
            </a:pPr>
            <a:r>
              <a:rPr lang="pt-BR" sz="1600" dirty="0" smtClean="0"/>
              <a:t>Alguns </a:t>
            </a:r>
            <a:r>
              <a:rPr lang="pt-BR" sz="1600" dirty="0" err="1" smtClean="0"/>
              <a:t>Forms</a:t>
            </a:r>
            <a:r>
              <a:rPr lang="pt-BR" sz="1600" dirty="0" smtClean="0"/>
              <a:t> deve</a:t>
            </a:r>
            <a:r>
              <a:rPr lang="en-US" sz="1600" dirty="0" smtClean="0"/>
              <a:t>m </a:t>
            </a:r>
            <a:r>
              <a:rPr lang="en-US" sz="1600" dirty="0" err="1" smtClean="0"/>
              <a:t>ser</a:t>
            </a:r>
            <a:r>
              <a:rPr lang="en-US" sz="1600" dirty="0" smtClean="0"/>
              <a:t> </a:t>
            </a:r>
            <a:r>
              <a:rPr lang="en-US" sz="1600" dirty="0" err="1" smtClean="0"/>
              <a:t>Processos</a:t>
            </a:r>
            <a:r>
              <a:rPr lang="en-US" sz="1600" dirty="0" smtClean="0"/>
              <a:t> Batch </a:t>
            </a:r>
            <a:r>
              <a:rPr lang="en-US" sz="1600" dirty="0" err="1" smtClean="0"/>
              <a:t>sem</a:t>
            </a:r>
            <a:r>
              <a:rPr lang="en-US" sz="1600" dirty="0" smtClean="0"/>
              <a:t> </a:t>
            </a:r>
            <a:r>
              <a:rPr lang="en-US" sz="1600" dirty="0" err="1" smtClean="0"/>
              <a:t>Customização</a:t>
            </a:r>
            <a:r>
              <a:rPr lang="en-US" sz="1600" dirty="0" smtClean="0"/>
              <a:t>; (Mass Inventory)</a:t>
            </a:r>
          </a:p>
          <a:p>
            <a:pPr marL="1200150" lvl="2" indent="-285750">
              <a:spcBef>
                <a:spcPts val="0"/>
              </a:spcBef>
              <a:spcAft>
                <a:spcPts val="0"/>
              </a:spcAft>
              <a:buFont typeface="Wingdings" panose="05000000000000000000" pitchFamily="2" charset="2"/>
              <a:buChar char="q"/>
            </a:pPr>
            <a:r>
              <a:rPr lang="en-US" sz="1600" dirty="0" smtClean="0"/>
              <a:t>Forms </a:t>
            </a:r>
            <a:r>
              <a:rPr lang="en-US" sz="1600" dirty="0" err="1" smtClean="0"/>
              <a:t>desenvolvidos</a:t>
            </a:r>
            <a:r>
              <a:rPr lang="en-US" sz="1600" dirty="0" smtClean="0"/>
              <a:t> </a:t>
            </a:r>
            <a:r>
              <a:rPr lang="en-US" sz="1600" dirty="0" err="1" smtClean="0"/>
              <a:t>atendem</a:t>
            </a:r>
            <a:r>
              <a:rPr lang="en-US" sz="1600" dirty="0" smtClean="0"/>
              <a:t> a </a:t>
            </a:r>
            <a:r>
              <a:rPr lang="en-US" sz="1600" dirty="0" err="1" smtClean="0"/>
              <a:t>necessidades</a:t>
            </a:r>
            <a:r>
              <a:rPr lang="en-US" sz="1600" dirty="0" smtClean="0"/>
              <a:t> </a:t>
            </a:r>
            <a:r>
              <a:rPr lang="en-US" sz="1600" dirty="0" err="1" smtClean="0"/>
              <a:t>específicas</a:t>
            </a:r>
            <a:r>
              <a:rPr lang="en-US" sz="1600" dirty="0" smtClean="0"/>
              <a:t> da BBTS (</a:t>
            </a:r>
            <a:r>
              <a:rPr lang="en-US" sz="1600" dirty="0" err="1" smtClean="0"/>
              <a:t>Impressora</a:t>
            </a:r>
            <a:r>
              <a:rPr lang="en-US" sz="1600" dirty="0" smtClean="0"/>
              <a:t>, </a:t>
            </a:r>
            <a:r>
              <a:rPr lang="en-US" sz="1600" dirty="0" err="1" smtClean="0"/>
              <a:t>Fluxo</a:t>
            </a:r>
            <a:r>
              <a:rPr lang="en-US" sz="1600" dirty="0" smtClean="0"/>
              <a:t> de </a:t>
            </a:r>
            <a:r>
              <a:rPr lang="en-US" sz="1600" dirty="0" err="1" smtClean="0"/>
              <a:t>Caixa</a:t>
            </a:r>
            <a:r>
              <a:rPr lang="en-US" sz="1600" dirty="0" smtClean="0"/>
              <a:t>, </a:t>
            </a:r>
            <a:r>
              <a:rPr lang="en-US" sz="1600" dirty="0" err="1" smtClean="0"/>
              <a:t>Fluxo</a:t>
            </a:r>
            <a:r>
              <a:rPr lang="en-US" sz="1600" dirty="0" smtClean="0"/>
              <a:t> de </a:t>
            </a:r>
            <a:r>
              <a:rPr lang="en-US" sz="1600" dirty="0" err="1" smtClean="0"/>
              <a:t>Caixa</a:t>
            </a:r>
            <a:r>
              <a:rPr lang="en-US" sz="1600" dirty="0" smtClean="0"/>
              <a:t> </a:t>
            </a:r>
            <a:r>
              <a:rPr lang="en-US" sz="1600" dirty="0" err="1" smtClean="0"/>
              <a:t>Contrato</a:t>
            </a:r>
            <a:r>
              <a:rPr lang="en-US" sz="1600" dirty="0" smtClean="0"/>
              <a:t>, </a:t>
            </a:r>
            <a:r>
              <a:rPr lang="en-US" sz="1600" dirty="0" err="1" smtClean="0"/>
              <a:t>Consulta</a:t>
            </a:r>
            <a:r>
              <a:rPr lang="en-US" sz="1600" dirty="0" smtClean="0"/>
              <a:t> </a:t>
            </a:r>
            <a:r>
              <a:rPr lang="en-US" sz="1600" dirty="0" err="1" smtClean="0"/>
              <a:t>Estoque</a:t>
            </a:r>
            <a:r>
              <a:rPr lang="en-US" sz="1600" dirty="0" smtClean="0"/>
              <a:t> Global);</a:t>
            </a:r>
          </a:p>
          <a:p>
            <a:pPr marL="742950" lvl="1" indent="-285750">
              <a:spcBef>
                <a:spcPts val="0"/>
              </a:spcBef>
              <a:spcAft>
                <a:spcPts val="0"/>
              </a:spcAft>
              <a:buFont typeface="Wingdings" panose="05000000000000000000" pitchFamily="2" charset="2"/>
              <a:buChar char="q"/>
            </a:pPr>
            <a:r>
              <a:rPr lang="pt-BR" dirty="0" smtClean="0"/>
              <a:t>Extensões Reports/XML Publisher – Inúmeros;</a:t>
            </a:r>
          </a:p>
          <a:p>
            <a:pPr marL="1200150" lvl="2" indent="-285750">
              <a:spcBef>
                <a:spcPts val="0"/>
              </a:spcBef>
              <a:spcAft>
                <a:spcPts val="0"/>
              </a:spcAft>
              <a:buFont typeface="Wingdings" panose="05000000000000000000" pitchFamily="2" charset="2"/>
              <a:buChar char="q"/>
            </a:pPr>
            <a:r>
              <a:rPr lang="pt-BR" sz="1600" dirty="0" err="1" smtClean="0"/>
              <a:t>Revis</a:t>
            </a:r>
            <a:r>
              <a:rPr lang="en-US" sz="1600" dirty="0" err="1" smtClean="0"/>
              <a:t>ão</a:t>
            </a:r>
            <a:r>
              <a:rPr lang="en-US" sz="1600" dirty="0" smtClean="0"/>
              <a:t>/</a:t>
            </a:r>
            <a:r>
              <a:rPr lang="en-US" sz="1600" dirty="0" err="1" smtClean="0"/>
              <a:t>Utilização</a:t>
            </a:r>
            <a:r>
              <a:rPr lang="en-US" sz="1600" dirty="0" smtClean="0"/>
              <a:t> CRP2-N;</a:t>
            </a:r>
            <a:endParaRPr lang="pt-BR" sz="1600" dirty="0" smtClean="0"/>
          </a:p>
          <a:p>
            <a:pPr marL="742950" lvl="1" indent="-285750">
              <a:spcBef>
                <a:spcPts val="0"/>
              </a:spcBef>
              <a:spcAft>
                <a:spcPts val="0"/>
              </a:spcAft>
              <a:buFont typeface="Wingdings" panose="05000000000000000000" pitchFamily="2" charset="2"/>
              <a:buChar char="q"/>
            </a:pPr>
            <a:r>
              <a:rPr lang="pt-BR" dirty="0" smtClean="0"/>
              <a:t>Integrações/Cargas – In</a:t>
            </a:r>
            <a:r>
              <a:rPr lang="en-US" dirty="0" err="1" smtClean="0"/>
              <a:t>úmeras</a:t>
            </a:r>
            <a:r>
              <a:rPr lang="en-US" dirty="0" smtClean="0"/>
              <a:t>;</a:t>
            </a:r>
          </a:p>
          <a:p>
            <a:pPr marL="1200150" lvl="2" indent="-285750">
              <a:spcBef>
                <a:spcPts val="0"/>
              </a:spcBef>
              <a:spcAft>
                <a:spcPts val="0"/>
              </a:spcAft>
              <a:buFont typeface="Wingdings" panose="05000000000000000000" pitchFamily="2" charset="2"/>
              <a:buChar char="q"/>
            </a:pPr>
            <a:r>
              <a:rPr lang="en-US" sz="1600" dirty="0" err="1" smtClean="0"/>
              <a:t>Deverão</a:t>
            </a:r>
            <a:r>
              <a:rPr lang="en-US" sz="1600" dirty="0" smtClean="0"/>
              <a:t> </a:t>
            </a:r>
            <a:r>
              <a:rPr lang="en-US" sz="1600" dirty="0" err="1" smtClean="0"/>
              <a:t>ser</a:t>
            </a:r>
            <a:r>
              <a:rPr lang="en-US" sz="1600" dirty="0" smtClean="0"/>
              <a:t> </a:t>
            </a:r>
            <a:r>
              <a:rPr lang="en-US" sz="1600" dirty="0" err="1" smtClean="0"/>
              <a:t>padronizados</a:t>
            </a:r>
            <a:r>
              <a:rPr lang="en-US" sz="1600" dirty="0" smtClean="0"/>
              <a:t> </a:t>
            </a:r>
            <a:r>
              <a:rPr lang="en-US" sz="1600" dirty="0" err="1" smtClean="0"/>
              <a:t>os</a:t>
            </a:r>
            <a:r>
              <a:rPr lang="en-US" sz="1600" dirty="0" smtClean="0"/>
              <a:t> </a:t>
            </a:r>
            <a:r>
              <a:rPr lang="en-US" sz="1600" dirty="0" err="1" smtClean="0"/>
              <a:t>formatos</a:t>
            </a:r>
            <a:r>
              <a:rPr lang="en-US" sz="1600" dirty="0" smtClean="0"/>
              <a:t> </a:t>
            </a:r>
            <a:r>
              <a:rPr lang="en-US" sz="1600" dirty="0" err="1" smtClean="0"/>
              <a:t>únicos</a:t>
            </a:r>
            <a:r>
              <a:rPr lang="en-US" sz="1600" dirty="0" smtClean="0"/>
              <a:t>;</a:t>
            </a:r>
          </a:p>
          <a:p>
            <a:pPr marL="742950" lvl="1" indent="-285750">
              <a:spcBef>
                <a:spcPts val="0"/>
              </a:spcBef>
              <a:spcAft>
                <a:spcPts val="0"/>
              </a:spcAft>
              <a:buFont typeface="Wingdings" panose="05000000000000000000" pitchFamily="2" charset="2"/>
              <a:buChar char="q"/>
            </a:pPr>
            <a:r>
              <a:rPr lang="en-US" dirty="0" err="1" smtClean="0"/>
              <a:t>Observação</a:t>
            </a:r>
            <a:r>
              <a:rPr lang="en-US" dirty="0" smtClean="0"/>
              <a:t> </a:t>
            </a:r>
            <a:r>
              <a:rPr lang="en-US" dirty="0" err="1" smtClean="0"/>
              <a:t>Importante</a:t>
            </a:r>
            <a:endParaRPr lang="en-US" dirty="0" smtClean="0"/>
          </a:p>
          <a:p>
            <a:pPr marL="1200150" lvl="2" indent="-285750">
              <a:spcBef>
                <a:spcPts val="0"/>
              </a:spcBef>
              <a:spcAft>
                <a:spcPts val="0"/>
              </a:spcAft>
              <a:buFont typeface="Wingdings" panose="05000000000000000000" pitchFamily="2" charset="2"/>
              <a:buChar char="q"/>
            </a:pPr>
            <a:r>
              <a:rPr lang="en-US" sz="1600" dirty="0" smtClean="0"/>
              <a:t>NÃO ENCONTRADO DOCUMENTAÇÃO DE MIGRAÇÃO, ALTERAÇAO OU MODIFICAÇÃO DO OBJETO CORE;</a:t>
            </a:r>
            <a:endParaRPr lang="pt-BR" sz="1600" dirty="0" smtClean="0"/>
          </a:p>
          <a:p>
            <a:pPr marL="285750" indent="-285750">
              <a:buFont typeface="Wingdings" panose="05000000000000000000" pitchFamily="2" charset="2"/>
              <a:buChar char="q"/>
            </a:pPr>
            <a:r>
              <a:rPr lang="pt-BR" dirty="0" err="1" smtClean="0"/>
              <a:t>GAPs</a:t>
            </a:r>
            <a:endParaRPr lang="pt-BR" dirty="0"/>
          </a:p>
          <a:p>
            <a:pPr marL="742950" lvl="1" indent="-285750">
              <a:spcBef>
                <a:spcPts val="0"/>
              </a:spcBef>
              <a:spcAft>
                <a:spcPts val="0"/>
              </a:spcAft>
              <a:buFont typeface="Wingdings" panose="05000000000000000000" pitchFamily="2" charset="2"/>
              <a:buChar char="q"/>
            </a:pPr>
            <a:r>
              <a:rPr lang="pt-BR" dirty="0" smtClean="0"/>
              <a:t>Triggers desenvolvidas ao </a:t>
            </a:r>
            <a:r>
              <a:rPr lang="pt-BR" dirty="0" err="1" smtClean="0"/>
              <a:t>inv</a:t>
            </a:r>
            <a:r>
              <a:rPr lang="en-US" dirty="0" err="1" smtClean="0"/>
              <a:t>és</a:t>
            </a:r>
            <a:r>
              <a:rPr lang="en-US" dirty="0" smtClean="0"/>
              <a:t> de Alerts;</a:t>
            </a:r>
          </a:p>
          <a:p>
            <a:pPr marL="742950" lvl="1" indent="-285750">
              <a:spcBef>
                <a:spcPts val="0"/>
              </a:spcBef>
              <a:spcAft>
                <a:spcPts val="0"/>
              </a:spcAft>
              <a:buFont typeface="Wingdings" panose="05000000000000000000" pitchFamily="2" charset="2"/>
              <a:buChar char="q"/>
            </a:pPr>
            <a:r>
              <a:rPr lang="en-US" dirty="0" err="1" smtClean="0"/>
              <a:t>Alguns</a:t>
            </a:r>
            <a:r>
              <a:rPr lang="en-US" dirty="0" smtClean="0"/>
              <a:t> indices </a:t>
            </a:r>
            <a:r>
              <a:rPr lang="en-US" dirty="0" err="1" smtClean="0"/>
              <a:t>customizados</a:t>
            </a:r>
            <a:r>
              <a:rPr lang="en-US" dirty="0"/>
              <a:t>.</a:t>
            </a:r>
            <a:endParaRPr lang="en-US" dirty="0" smtClean="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8494558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a:t>E-Business </a:t>
            </a:r>
            <a:r>
              <a:rPr lang="pt-BR" dirty="0" err="1"/>
              <a:t>Suite</a:t>
            </a:r>
            <a:r>
              <a:rPr lang="pt-BR" dirty="0"/>
              <a:t> - Customização</a:t>
            </a:r>
          </a:p>
        </p:txBody>
      </p:sp>
      <p:sp>
        <p:nvSpPr>
          <p:cNvPr id="4" name="CaixaDeTexto 3"/>
          <p:cNvSpPr txBox="1"/>
          <p:nvPr/>
        </p:nvSpPr>
        <p:spPr>
          <a:xfrm>
            <a:off x="107503" y="890549"/>
            <a:ext cx="9036495" cy="4302716"/>
          </a:xfrm>
          <a:prstGeom prst="rect">
            <a:avLst/>
          </a:prstGeom>
          <a:noFill/>
        </p:spPr>
        <p:txBody>
          <a:bodyPr wrap="square" rtlCol="0">
            <a:spAutoFit/>
          </a:bodyPr>
          <a:lstStyle/>
          <a:p>
            <a:pPr marL="285750" indent="-285750">
              <a:buFont typeface="Wingdings" panose="05000000000000000000" pitchFamily="2" charset="2"/>
              <a:buChar char="q"/>
            </a:pPr>
            <a:r>
              <a:rPr lang="pt-BR" dirty="0"/>
              <a:t>Ao implementar um </a:t>
            </a:r>
            <a:r>
              <a:rPr lang="pt-BR" dirty="0" smtClean="0"/>
              <a:t>ERP em </a:t>
            </a:r>
            <a:r>
              <a:rPr lang="pt-BR" dirty="0"/>
              <a:t>um cliente, para atender </a:t>
            </a:r>
            <a:r>
              <a:rPr lang="pt-BR" dirty="0" smtClean="0"/>
              <a:t>seus requisitos, um </a:t>
            </a:r>
            <a:r>
              <a:rPr lang="pt-BR" dirty="0"/>
              <a:t>consultor </a:t>
            </a:r>
            <a:r>
              <a:rPr lang="pt-BR" dirty="0" smtClean="0"/>
              <a:t>necessita efetuar alterações no sistema original, sendo denominadas RICE.</a:t>
            </a:r>
          </a:p>
          <a:p>
            <a:pPr marL="285750" lvl="2" indent="-285750">
              <a:buFont typeface="Wingdings" panose="05000000000000000000" pitchFamily="2" charset="2"/>
              <a:buChar char="q"/>
            </a:pPr>
            <a:r>
              <a:rPr lang="pt-BR" dirty="0"/>
              <a:t>“</a:t>
            </a:r>
            <a:r>
              <a:rPr lang="pt-BR" dirty="0" err="1"/>
              <a:t>On-premises</a:t>
            </a:r>
            <a:r>
              <a:rPr lang="pt-BR" dirty="0"/>
              <a:t>” tinham que satisfazer exigências funcionais e alcançar a funcionalidade desejada configuração, design ou </a:t>
            </a:r>
            <a:r>
              <a:rPr lang="pt-BR" dirty="0" smtClean="0"/>
              <a:t>requisitos. No </a:t>
            </a:r>
            <a:r>
              <a:rPr lang="pt-BR" dirty="0"/>
              <a:t>modelo AIM, desenvolveu-se o acrônimo(s):</a:t>
            </a:r>
          </a:p>
          <a:p>
            <a:pPr marL="1200150" lvl="2" indent="-285750">
              <a:spcAft>
                <a:spcPts val="0"/>
              </a:spcAft>
              <a:buFont typeface="Wingdings" panose="05000000000000000000" pitchFamily="2" charset="2"/>
              <a:buChar char="q"/>
            </a:pPr>
            <a:r>
              <a:rPr lang="pt-BR" dirty="0"/>
              <a:t>RICE - </a:t>
            </a:r>
            <a:r>
              <a:rPr lang="pt-BR" dirty="0" err="1"/>
              <a:t>Reports</a:t>
            </a:r>
            <a:r>
              <a:rPr lang="pt-BR" dirty="0"/>
              <a:t>, Interfaces, </a:t>
            </a:r>
            <a:r>
              <a:rPr lang="pt-BR" dirty="0" err="1"/>
              <a:t>Conversions</a:t>
            </a:r>
            <a:r>
              <a:rPr lang="pt-BR" dirty="0"/>
              <a:t>, e </a:t>
            </a:r>
            <a:r>
              <a:rPr lang="pt-BR" dirty="0" err="1"/>
              <a:t>Extensions</a:t>
            </a:r>
            <a:r>
              <a:rPr lang="pt-BR" dirty="0"/>
              <a:t>. </a:t>
            </a:r>
          </a:p>
          <a:p>
            <a:pPr marL="1200150" lvl="2" indent="-285750">
              <a:spcAft>
                <a:spcPts val="0"/>
              </a:spcAft>
              <a:buFont typeface="Wingdings" panose="05000000000000000000" pitchFamily="2" charset="2"/>
              <a:buChar char="q"/>
            </a:pPr>
            <a:r>
              <a:rPr lang="pt-BR" dirty="0"/>
              <a:t>FRICE – </a:t>
            </a:r>
            <a:r>
              <a:rPr lang="pt-BR" dirty="0" err="1"/>
              <a:t>Forms</a:t>
            </a:r>
            <a:r>
              <a:rPr lang="pt-BR" dirty="0"/>
              <a:t>, </a:t>
            </a:r>
            <a:r>
              <a:rPr lang="pt-BR" dirty="0" err="1"/>
              <a:t>Reports</a:t>
            </a:r>
            <a:r>
              <a:rPr lang="pt-BR" dirty="0"/>
              <a:t>, Interfaces, </a:t>
            </a:r>
            <a:r>
              <a:rPr lang="pt-BR" dirty="0" err="1"/>
              <a:t>Conversions</a:t>
            </a:r>
            <a:r>
              <a:rPr lang="pt-BR" dirty="0"/>
              <a:t>, e </a:t>
            </a:r>
            <a:r>
              <a:rPr lang="pt-BR" dirty="0" err="1"/>
              <a:t>Extensions</a:t>
            </a:r>
            <a:r>
              <a:rPr lang="pt-BR" dirty="0"/>
              <a:t>. </a:t>
            </a:r>
          </a:p>
          <a:p>
            <a:pPr marL="1200150" lvl="2" indent="-285750">
              <a:spcAft>
                <a:spcPts val="0"/>
              </a:spcAft>
              <a:buFont typeface="Wingdings" panose="05000000000000000000" pitchFamily="2" charset="2"/>
              <a:buChar char="q"/>
            </a:pPr>
            <a:r>
              <a:rPr lang="pt-BR" dirty="0"/>
              <a:t>FRICEW - </a:t>
            </a:r>
            <a:r>
              <a:rPr lang="pt-BR" dirty="0" err="1"/>
              <a:t>Forms</a:t>
            </a:r>
            <a:r>
              <a:rPr lang="pt-BR" dirty="0"/>
              <a:t>, </a:t>
            </a:r>
            <a:r>
              <a:rPr lang="pt-BR" dirty="0" err="1"/>
              <a:t>Reports</a:t>
            </a:r>
            <a:r>
              <a:rPr lang="pt-BR" dirty="0"/>
              <a:t>, Interfaces, </a:t>
            </a:r>
            <a:r>
              <a:rPr lang="pt-BR" dirty="0" err="1"/>
              <a:t>Conversions</a:t>
            </a:r>
            <a:r>
              <a:rPr lang="pt-BR" dirty="0"/>
              <a:t>, </a:t>
            </a:r>
            <a:r>
              <a:rPr lang="pt-BR" dirty="0" err="1"/>
              <a:t>Extensions</a:t>
            </a:r>
            <a:r>
              <a:rPr lang="pt-BR" dirty="0"/>
              <a:t> e Workflow</a:t>
            </a:r>
            <a:r>
              <a:rPr lang="pt-BR" dirty="0" smtClean="0"/>
              <a:t>.</a:t>
            </a:r>
          </a:p>
          <a:p>
            <a:pPr marL="1200150" lvl="2" indent="-285750">
              <a:spcAft>
                <a:spcPts val="0"/>
              </a:spcAft>
              <a:buFont typeface="Wingdings" panose="05000000000000000000" pitchFamily="2" charset="2"/>
              <a:buChar char="q"/>
            </a:pPr>
            <a:r>
              <a:rPr lang="pt-BR" dirty="0"/>
              <a:t>RICEW </a:t>
            </a:r>
            <a:r>
              <a:rPr lang="pt-BR" dirty="0" smtClean="0"/>
              <a:t>– </a:t>
            </a:r>
            <a:r>
              <a:rPr lang="pt-BR" dirty="0" err="1"/>
              <a:t>Reports</a:t>
            </a:r>
            <a:r>
              <a:rPr lang="pt-BR" dirty="0"/>
              <a:t>, Interfaces, </a:t>
            </a:r>
            <a:r>
              <a:rPr lang="pt-BR" dirty="0" err="1"/>
              <a:t>Conversions</a:t>
            </a:r>
            <a:r>
              <a:rPr lang="pt-BR" dirty="0"/>
              <a:t>, </a:t>
            </a:r>
            <a:r>
              <a:rPr lang="pt-BR" dirty="0" err="1"/>
              <a:t>Extensions</a:t>
            </a:r>
            <a:r>
              <a:rPr lang="pt-BR" dirty="0"/>
              <a:t> e </a:t>
            </a:r>
            <a:r>
              <a:rPr lang="pt-BR" dirty="0" smtClean="0"/>
              <a:t>Workflow (Padrão). </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8720259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a:t>E-Business </a:t>
            </a:r>
            <a:r>
              <a:rPr lang="pt-BR" dirty="0" err="1"/>
              <a:t>Suite</a:t>
            </a:r>
            <a:r>
              <a:rPr lang="pt-BR" dirty="0"/>
              <a:t> - Customização</a:t>
            </a:r>
          </a:p>
        </p:txBody>
      </p:sp>
      <p:sp>
        <p:nvSpPr>
          <p:cNvPr id="4" name="CaixaDeTexto 3"/>
          <p:cNvSpPr txBox="1"/>
          <p:nvPr/>
        </p:nvSpPr>
        <p:spPr>
          <a:xfrm>
            <a:off x="107503" y="890549"/>
            <a:ext cx="9036495" cy="5964710"/>
          </a:xfrm>
          <a:prstGeom prst="rect">
            <a:avLst/>
          </a:prstGeom>
          <a:noFill/>
        </p:spPr>
        <p:txBody>
          <a:bodyPr wrap="square" rtlCol="0">
            <a:spAutoFit/>
          </a:bodyPr>
          <a:lstStyle/>
          <a:p>
            <a:pPr marL="285750" indent="-285750">
              <a:buFont typeface="Wingdings" panose="05000000000000000000" pitchFamily="2" charset="2"/>
              <a:buChar char="q"/>
            </a:pPr>
            <a:r>
              <a:rPr lang="pt-BR" dirty="0"/>
              <a:t>Oracle Consulting - </a:t>
            </a:r>
            <a:r>
              <a:rPr lang="pt-BR" dirty="0" err="1"/>
              <a:t>eBusiness</a:t>
            </a:r>
            <a:r>
              <a:rPr lang="pt-BR" dirty="0"/>
              <a:t> </a:t>
            </a:r>
            <a:r>
              <a:rPr lang="pt-BR" dirty="0" err="1"/>
              <a:t>Suite</a:t>
            </a:r>
            <a:r>
              <a:rPr lang="pt-BR" dirty="0"/>
              <a:t> (</a:t>
            </a:r>
            <a:r>
              <a:rPr lang="pt-BR" dirty="0" err="1"/>
              <a:t>On</a:t>
            </a:r>
            <a:r>
              <a:rPr lang="pt-BR" dirty="0"/>
              <a:t> </a:t>
            </a:r>
            <a:r>
              <a:rPr lang="pt-BR" dirty="0" err="1"/>
              <a:t>Demand</a:t>
            </a:r>
            <a:r>
              <a:rPr lang="pt-BR" dirty="0"/>
              <a:t>) </a:t>
            </a:r>
          </a:p>
          <a:p>
            <a:pPr marL="742950" lvl="1" indent="-285750">
              <a:buFont typeface="Wingdings" panose="05000000000000000000" pitchFamily="2" charset="2"/>
              <a:buChar char="q"/>
            </a:pPr>
            <a:r>
              <a:rPr lang="pt-BR" dirty="0" err="1"/>
              <a:t>On</a:t>
            </a:r>
            <a:r>
              <a:rPr lang="pt-BR" dirty="0"/>
              <a:t> </a:t>
            </a:r>
            <a:r>
              <a:rPr lang="pt-BR" dirty="0" err="1"/>
              <a:t>Demand</a:t>
            </a:r>
            <a:r>
              <a:rPr lang="pt-BR" dirty="0"/>
              <a:t> é um serviço oferecido pela Oracle para gerenciamento e manutenção dos servidores de banco e aplicação do Cliente;</a:t>
            </a:r>
          </a:p>
          <a:p>
            <a:pPr marL="285750" lvl="1" indent="-285750">
              <a:buFont typeface="Wingdings" panose="05000000000000000000" pitchFamily="2" charset="2"/>
              <a:buChar char="q"/>
            </a:pPr>
            <a:r>
              <a:rPr lang="pt-BR" dirty="0" smtClean="0"/>
              <a:t>Definiu </a:t>
            </a:r>
            <a:r>
              <a:rPr lang="pt-BR" dirty="0"/>
              <a:t>regras RESTRITIVAS como a personalização deveria ser implementada? Qual a documentação deveria ser </a:t>
            </a:r>
            <a:r>
              <a:rPr lang="pt-BR" dirty="0" smtClean="0"/>
              <a:t>fornecida?</a:t>
            </a:r>
            <a:endParaRPr lang="en-US" dirty="0"/>
          </a:p>
          <a:p>
            <a:pPr marL="285750" indent="-285750">
              <a:buFont typeface="Wingdings" panose="05000000000000000000" pitchFamily="2" charset="2"/>
              <a:buChar char="q"/>
            </a:pPr>
            <a:r>
              <a:rPr lang="pt-BR" dirty="0" smtClean="0"/>
              <a:t>Oracle </a:t>
            </a:r>
            <a:r>
              <a:rPr lang="pt-BR" dirty="0"/>
              <a:t>Consulting forneceu outros critérios e as melhores práticas de como criar código </a:t>
            </a:r>
            <a:r>
              <a:rPr lang="pt-BR" dirty="0" smtClean="0"/>
              <a:t>personalizado, para </a:t>
            </a:r>
            <a:r>
              <a:rPr lang="pt-BR" dirty="0"/>
              <a:t>a</a:t>
            </a:r>
            <a:r>
              <a:rPr lang="pt-BR" dirty="0" smtClean="0"/>
              <a:t>s </a:t>
            </a:r>
            <a:r>
              <a:rPr lang="pt-BR" dirty="0"/>
              <a:t>regras </a:t>
            </a:r>
            <a:r>
              <a:rPr lang="pt-BR" dirty="0" smtClean="0"/>
              <a:t>“</a:t>
            </a:r>
            <a:r>
              <a:rPr lang="pt-BR" dirty="0" err="1" smtClean="0"/>
              <a:t>On</a:t>
            </a:r>
            <a:r>
              <a:rPr lang="pt-BR" dirty="0" smtClean="0"/>
              <a:t> </a:t>
            </a:r>
            <a:r>
              <a:rPr lang="pt-BR" dirty="0" err="1" smtClean="0"/>
              <a:t>Demand</a:t>
            </a:r>
            <a:r>
              <a:rPr lang="pt-BR" dirty="0" smtClean="0"/>
              <a:t>”, que devem ser seguidos para os “</a:t>
            </a:r>
            <a:r>
              <a:rPr lang="pt-BR" dirty="0" err="1" smtClean="0"/>
              <a:t>on-premises</a:t>
            </a:r>
            <a:r>
              <a:rPr lang="pt-BR" dirty="0" smtClean="0"/>
              <a:t>”.</a:t>
            </a:r>
          </a:p>
          <a:p>
            <a:pPr marL="742950" lvl="1" indent="-285750">
              <a:buFont typeface="Wingdings" panose="05000000000000000000" pitchFamily="2" charset="2"/>
              <a:buChar char="q"/>
            </a:pPr>
            <a:r>
              <a:rPr lang="pt-BR" dirty="0" smtClean="0"/>
              <a:t>Evolução: AIM </a:t>
            </a:r>
            <a:r>
              <a:rPr lang="pt-BR" dirty="0" smtClean="0">
                <a:sym typeface="Wingdings" panose="05000000000000000000" pitchFamily="2" charset="2"/>
              </a:rPr>
              <a:t> OUM e {F}RICE{W}  CEMLI.</a:t>
            </a:r>
          </a:p>
          <a:p>
            <a:pPr marL="742950" lvl="1" indent="-285750">
              <a:buFont typeface="Wingdings" panose="05000000000000000000" pitchFamily="2" charset="2"/>
              <a:buChar char="q"/>
            </a:pPr>
            <a:r>
              <a:rPr lang="pt-BR" dirty="0">
                <a:sym typeface="Wingdings" panose="05000000000000000000" pitchFamily="2" charset="2"/>
              </a:rPr>
              <a:t>CEMLI - </a:t>
            </a:r>
            <a:r>
              <a:rPr lang="pt-BR" dirty="0" err="1">
                <a:sym typeface="Wingdings" panose="05000000000000000000" pitchFamily="2" charset="2"/>
              </a:rPr>
              <a:t>Configuration</a:t>
            </a:r>
            <a:r>
              <a:rPr lang="pt-BR" dirty="0">
                <a:sym typeface="Wingdings" panose="05000000000000000000" pitchFamily="2" charset="2"/>
              </a:rPr>
              <a:t>, </a:t>
            </a:r>
            <a:r>
              <a:rPr lang="pt-BR" dirty="0" err="1">
                <a:sym typeface="Wingdings" panose="05000000000000000000" pitchFamily="2" charset="2"/>
              </a:rPr>
              <a:t>Extension</a:t>
            </a:r>
            <a:r>
              <a:rPr lang="pt-BR" dirty="0">
                <a:sym typeface="Wingdings" panose="05000000000000000000" pitchFamily="2" charset="2"/>
              </a:rPr>
              <a:t>, </a:t>
            </a:r>
            <a:r>
              <a:rPr lang="pt-BR" dirty="0" err="1">
                <a:sym typeface="Wingdings" panose="05000000000000000000" pitchFamily="2" charset="2"/>
              </a:rPr>
              <a:t>Modification</a:t>
            </a:r>
            <a:r>
              <a:rPr lang="pt-BR" dirty="0">
                <a:sym typeface="Wingdings" panose="05000000000000000000" pitchFamily="2" charset="2"/>
              </a:rPr>
              <a:t>, </a:t>
            </a:r>
            <a:r>
              <a:rPr lang="pt-BR" dirty="0" err="1">
                <a:sym typeface="Wingdings" panose="05000000000000000000" pitchFamily="2" charset="2"/>
              </a:rPr>
              <a:t>Localization</a:t>
            </a:r>
            <a:r>
              <a:rPr lang="pt-BR" dirty="0">
                <a:sym typeface="Wingdings" panose="05000000000000000000" pitchFamily="2" charset="2"/>
              </a:rPr>
              <a:t>, </a:t>
            </a:r>
            <a:r>
              <a:rPr lang="pt-BR" dirty="0" err="1">
                <a:sym typeface="Wingdings" panose="05000000000000000000" pitchFamily="2" charset="2"/>
              </a:rPr>
              <a:t>and</a:t>
            </a:r>
            <a:r>
              <a:rPr lang="pt-BR" dirty="0">
                <a:sym typeface="Wingdings" panose="05000000000000000000" pitchFamily="2" charset="2"/>
              </a:rPr>
              <a:t> </a:t>
            </a:r>
            <a:r>
              <a:rPr lang="pt-BR" dirty="0" err="1" smtClean="0">
                <a:sym typeface="Wingdings" panose="05000000000000000000" pitchFamily="2" charset="2"/>
              </a:rPr>
              <a:t>Integration</a:t>
            </a:r>
            <a:r>
              <a:rPr lang="pt-BR" dirty="0" smtClean="0">
                <a:sym typeface="Wingdings" panose="05000000000000000000" pitchFamily="2" charset="2"/>
              </a:rPr>
              <a:t>.</a:t>
            </a:r>
          </a:p>
          <a:p>
            <a:pPr marL="742950" lvl="1" indent="-285750">
              <a:buFont typeface="Wingdings" panose="05000000000000000000" pitchFamily="2" charset="2"/>
              <a:buChar char="q"/>
            </a:pPr>
            <a:r>
              <a:rPr lang="pt-BR" dirty="0" smtClean="0">
                <a:sym typeface="Wingdings" panose="05000000000000000000" pitchFamily="2" charset="2"/>
              </a:rPr>
              <a:t>Definido no documento: AIM – MD040 ou no OUM - DS-020;</a:t>
            </a:r>
          </a:p>
          <a:p>
            <a:pPr marL="285750" indent="-285750">
              <a:buFont typeface="Wingdings" panose="05000000000000000000" pitchFamily="2" charset="2"/>
              <a:buChar char="q"/>
            </a:pPr>
            <a:endParaRPr lang="pt-BR" dirty="0" smtClean="0">
              <a:sym typeface="Wingdings" panose="05000000000000000000" pitchFamily="2" charset="2"/>
            </a:endParaRPr>
          </a:p>
          <a:p>
            <a:pPr marL="285750" indent="-285750">
              <a:buFont typeface="Wingdings" panose="05000000000000000000" pitchFamily="2" charset="2"/>
              <a:buChar char="q"/>
            </a:pPr>
            <a:endParaRPr lang="en-US"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0494081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Customiza</a:t>
            </a:r>
            <a:r>
              <a:rPr lang="en-US" dirty="0" err="1" smtClean="0"/>
              <a:t>ção</a:t>
            </a:r>
            <a:endParaRPr lang="pt-BR" dirty="0"/>
          </a:p>
        </p:txBody>
      </p:sp>
      <p:sp>
        <p:nvSpPr>
          <p:cNvPr id="4" name="CaixaDeTexto 3"/>
          <p:cNvSpPr txBox="1"/>
          <p:nvPr/>
        </p:nvSpPr>
        <p:spPr>
          <a:xfrm>
            <a:off x="107503" y="890549"/>
            <a:ext cx="9036495" cy="5546134"/>
          </a:xfrm>
          <a:prstGeom prst="rect">
            <a:avLst/>
          </a:prstGeom>
          <a:noFill/>
        </p:spPr>
        <p:txBody>
          <a:bodyPr wrap="square" rtlCol="0">
            <a:spAutoFit/>
          </a:bodyPr>
          <a:lstStyle/>
          <a:p>
            <a:pPr marL="285750" indent="-285750">
              <a:buFont typeface="Wingdings" panose="05000000000000000000" pitchFamily="2" charset="2"/>
              <a:buChar char="q"/>
            </a:pPr>
            <a:r>
              <a:rPr lang="pt-BR" dirty="0" smtClean="0"/>
              <a:t>Definição de Configuração</a:t>
            </a:r>
            <a:endParaRPr lang="pt-BR" dirty="0"/>
          </a:p>
          <a:p>
            <a:pPr marL="742950" lvl="1" indent="-285750">
              <a:buFont typeface="Wingdings" panose="05000000000000000000" pitchFamily="2" charset="2"/>
              <a:buChar char="q"/>
            </a:pPr>
            <a:r>
              <a:rPr lang="pt-BR" dirty="0" smtClean="0"/>
              <a:t>Objetos PADRÕES do </a:t>
            </a:r>
            <a:r>
              <a:rPr lang="pt-BR" dirty="0" err="1" smtClean="0"/>
              <a:t>eBusiness</a:t>
            </a:r>
            <a:r>
              <a:rPr lang="pt-BR" dirty="0" smtClean="0"/>
              <a:t>, a fim de configurar o comportamento do Aplicativo, atendendo a necessidade do negócio.</a:t>
            </a:r>
          </a:p>
          <a:p>
            <a:pPr marL="1257300" lvl="2" indent="-342900">
              <a:lnSpc>
                <a:spcPct val="100000"/>
              </a:lnSpc>
              <a:spcBef>
                <a:spcPts val="0"/>
              </a:spcBef>
              <a:spcAft>
                <a:spcPts val="0"/>
              </a:spcAft>
              <a:buFont typeface="Wingdings" panose="05000000000000000000" pitchFamily="2" charset="2"/>
              <a:buChar char="q"/>
            </a:pPr>
            <a:r>
              <a:rPr lang="pt-BR" sz="1600" dirty="0" smtClean="0"/>
              <a:t>Profile, </a:t>
            </a:r>
            <a:r>
              <a:rPr lang="pt-BR" sz="1600" dirty="0" err="1" smtClean="0"/>
              <a:t>Lookup</a:t>
            </a:r>
            <a:r>
              <a:rPr lang="pt-BR" sz="1600" dirty="0" smtClean="0"/>
              <a:t> </a:t>
            </a:r>
            <a:r>
              <a:rPr lang="pt-BR" sz="1600" dirty="0" err="1" smtClean="0"/>
              <a:t>Types</a:t>
            </a:r>
            <a:r>
              <a:rPr lang="pt-BR" sz="1600" dirty="0" smtClean="0"/>
              <a:t>/</a:t>
            </a:r>
            <a:r>
              <a:rPr lang="pt-BR" sz="1600" dirty="0" err="1" smtClean="0"/>
              <a:t>Values</a:t>
            </a:r>
            <a:r>
              <a:rPr lang="pt-BR" sz="1600" dirty="0"/>
              <a:t>, Key/</a:t>
            </a:r>
            <a:r>
              <a:rPr lang="pt-BR" sz="1600" dirty="0" err="1"/>
              <a:t>Descriptive</a:t>
            </a:r>
            <a:r>
              <a:rPr lang="pt-BR" sz="1600" dirty="0"/>
              <a:t> </a:t>
            </a:r>
            <a:r>
              <a:rPr lang="pt-BR" sz="1600" dirty="0" err="1"/>
              <a:t>Flexfields</a:t>
            </a:r>
            <a:r>
              <a:rPr lang="pt-BR" sz="1600" dirty="0" smtClean="0"/>
              <a:t>, </a:t>
            </a:r>
            <a:r>
              <a:rPr lang="pt-BR" sz="1600" dirty="0" err="1" smtClean="0"/>
              <a:t>Concurrents</a:t>
            </a:r>
            <a:r>
              <a:rPr lang="pt-BR" sz="1600" dirty="0" smtClean="0"/>
              <a:t>, </a:t>
            </a:r>
            <a:r>
              <a:rPr lang="pt-BR" sz="1600" dirty="0" err="1" smtClean="0"/>
              <a:t>Requests</a:t>
            </a:r>
            <a:r>
              <a:rPr lang="pt-BR" sz="1600" dirty="0" smtClean="0"/>
              <a:t>, </a:t>
            </a:r>
            <a:r>
              <a:rPr lang="pt-BR" sz="1600" dirty="0"/>
              <a:t>Menus, </a:t>
            </a:r>
            <a:r>
              <a:rPr lang="pt-BR" sz="1600" dirty="0" err="1"/>
              <a:t>Responsibilities</a:t>
            </a:r>
            <a:r>
              <a:rPr lang="pt-BR" sz="1600" dirty="0"/>
              <a:t>, </a:t>
            </a:r>
            <a:r>
              <a:rPr lang="pt-BR" sz="1600" dirty="0" err="1"/>
              <a:t>Messages</a:t>
            </a:r>
            <a:r>
              <a:rPr lang="pt-BR" sz="1600" dirty="0"/>
              <a:t>, </a:t>
            </a:r>
            <a:r>
              <a:rPr lang="pt-BR" sz="1600" dirty="0" err="1"/>
              <a:t>Value</a:t>
            </a:r>
            <a:r>
              <a:rPr lang="pt-BR" sz="1600" dirty="0"/>
              <a:t> Sets, AME </a:t>
            </a:r>
            <a:r>
              <a:rPr lang="pt-BR" sz="1600" dirty="0" err="1"/>
              <a:t>Rules</a:t>
            </a:r>
            <a:r>
              <a:rPr lang="pt-BR" sz="1600" dirty="0"/>
              <a:t> e Alerts</a:t>
            </a:r>
            <a:r>
              <a:rPr lang="pt-BR" sz="1600" dirty="0" smtClean="0"/>
              <a:t>.</a:t>
            </a:r>
          </a:p>
          <a:p>
            <a:pPr marL="1257300" lvl="2" indent="-342900">
              <a:lnSpc>
                <a:spcPct val="100000"/>
              </a:lnSpc>
              <a:spcBef>
                <a:spcPts val="0"/>
              </a:spcBef>
              <a:spcAft>
                <a:spcPts val="0"/>
              </a:spcAft>
              <a:buFont typeface="Wingdings" panose="05000000000000000000" pitchFamily="2" charset="2"/>
              <a:buChar char="q"/>
            </a:pPr>
            <a:endParaRPr lang="pt-BR" dirty="0" smtClean="0"/>
          </a:p>
          <a:p>
            <a:pPr marL="342900" indent="-342900">
              <a:lnSpc>
                <a:spcPct val="100000"/>
              </a:lnSpc>
              <a:spcBef>
                <a:spcPts val="0"/>
              </a:spcBef>
              <a:spcAft>
                <a:spcPts val="0"/>
              </a:spcAft>
              <a:buFont typeface="Wingdings" panose="05000000000000000000" pitchFamily="2" charset="2"/>
              <a:buChar char="q"/>
            </a:pPr>
            <a:r>
              <a:rPr lang="pt-BR" dirty="0" smtClean="0"/>
              <a:t>Definição de Extensão</a:t>
            </a:r>
          </a:p>
          <a:p>
            <a:pPr marL="342900"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r>
              <a:rPr lang="pt-BR" dirty="0" smtClean="0"/>
              <a:t>Objetos </a:t>
            </a:r>
            <a:r>
              <a:rPr lang="pt-BR" dirty="0"/>
              <a:t>que implementam novos recursos para cobrir </a:t>
            </a:r>
            <a:r>
              <a:rPr lang="pt-BR" dirty="0" err="1" smtClean="0"/>
              <a:t>GAPs</a:t>
            </a:r>
            <a:r>
              <a:rPr lang="pt-BR" dirty="0" smtClean="0"/>
              <a:t> </a:t>
            </a:r>
            <a:r>
              <a:rPr lang="pt-BR" dirty="0"/>
              <a:t>de funcionalidade da aplicação, a fim de atingir os requisitos de negócios</a:t>
            </a:r>
            <a:r>
              <a:rPr lang="pt-BR" dirty="0" smtClean="0"/>
              <a:t>.</a:t>
            </a:r>
          </a:p>
          <a:p>
            <a:pPr marL="800100" lvl="1" indent="-342900">
              <a:lnSpc>
                <a:spcPct val="100000"/>
              </a:lnSpc>
              <a:spcBef>
                <a:spcPts val="0"/>
              </a:spcBef>
              <a:spcAft>
                <a:spcPts val="0"/>
              </a:spcAft>
              <a:buFont typeface="Wingdings" panose="05000000000000000000" pitchFamily="2" charset="2"/>
              <a:buChar char="q"/>
            </a:pPr>
            <a:endParaRPr lang="pt-BR" dirty="0" smtClean="0"/>
          </a:p>
          <a:p>
            <a:pPr marL="1257300" lvl="2" indent="-342900">
              <a:lnSpc>
                <a:spcPct val="100000"/>
              </a:lnSpc>
              <a:spcBef>
                <a:spcPts val="0"/>
              </a:spcBef>
              <a:spcAft>
                <a:spcPts val="0"/>
              </a:spcAft>
              <a:buFont typeface="Wingdings" panose="05000000000000000000" pitchFamily="2" charset="2"/>
              <a:buChar char="q"/>
            </a:pPr>
            <a:r>
              <a:rPr lang="pt-BR" sz="1600" dirty="0" err="1"/>
              <a:t>Database</a:t>
            </a:r>
            <a:r>
              <a:rPr lang="pt-BR" sz="1600" dirty="0"/>
              <a:t>: </a:t>
            </a:r>
            <a:r>
              <a:rPr lang="pt-BR" sz="1600" dirty="0" err="1"/>
              <a:t>Custom</a:t>
            </a:r>
            <a:r>
              <a:rPr lang="pt-BR" sz="1600" dirty="0"/>
              <a:t> </a:t>
            </a:r>
            <a:r>
              <a:rPr lang="pt-BR" sz="1600" dirty="0" err="1"/>
              <a:t>Database</a:t>
            </a:r>
            <a:r>
              <a:rPr lang="pt-BR" sz="1600" dirty="0"/>
              <a:t> </a:t>
            </a:r>
            <a:r>
              <a:rPr lang="pt-BR" sz="1600" dirty="0" err="1"/>
              <a:t>Schemas</a:t>
            </a:r>
            <a:r>
              <a:rPr lang="pt-BR" sz="1600" dirty="0"/>
              <a:t>, </a:t>
            </a:r>
            <a:r>
              <a:rPr lang="pt-BR" sz="1600" dirty="0" err="1"/>
              <a:t>Database</a:t>
            </a:r>
            <a:r>
              <a:rPr lang="pt-BR" sz="1600" dirty="0"/>
              <a:t> </a:t>
            </a:r>
            <a:r>
              <a:rPr lang="pt-BR" sz="1600" dirty="0" err="1"/>
              <a:t>Objects,Database</a:t>
            </a:r>
            <a:r>
              <a:rPr lang="pt-BR" sz="1600" dirty="0"/>
              <a:t> </a:t>
            </a:r>
            <a:r>
              <a:rPr lang="pt-BR" sz="1600" dirty="0" err="1"/>
              <a:t>Code</a:t>
            </a:r>
            <a:r>
              <a:rPr lang="pt-BR" sz="1600" dirty="0"/>
              <a:t> (PL/SQL </a:t>
            </a:r>
            <a:r>
              <a:rPr lang="pt-BR" sz="1600" dirty="0" err="1"/>
              <a:t>and</a:t>
            </a:r>
            <a:r>
              <a:rPr lang="pt-BR" sz="1600" dirty="0"/>
              <a:t> Java);</a:t>
            </a:r>
          </a:p>
          <a:p>
            <a:pPr marL="1257300" lvl="2" indent="-342900">
              <a:lnSpc>
                <a:spcPct val="100000"/>
              </a:lnSpc>
              <a:spcBef>
                <a:spcPts val="0"/>
              </a:spcBef>
              <a:spcAft>
                <a:spcPts val="0"/>
              </a:spcAft>
              <a:buFont typeface="Wingdings" panose="05000000000000000000" pitchFamily="2" charset="2"/>
              <a:buChar char="q"/>
            </a:pPr>
            <a:r>
              <a:rPr lang="pt-BR" sz="1600" dirty="0"/>
              <a:t>File System: </a:t>
            </a:r>
            <a:r>
              <a:rPr lang="pt-BR" sz="1600" dirty="0" err="1"/>
              <a:t>Custom</a:t>
            </a:r>
            <a:r>
              <a:rPr lang="pt-BR" sz="1600" dirty="0"/>
              <a:t> </a:t>
            </a:r>
            <a:r>
              <a:rPr lang="pt-BR" sz="1600" dirty="0" err="1"/>
              <a:t>application</a:t>
            </a:r>
            <a:r>
              <a:rPr lang="pt-BR" sz="1600" dirty="0"/>
              <a:t> </a:t>
            </a:r>
            <a:r>
              <a:rPr lang="pt-BR" sz="1600" dirty="0" err="1"/>
              <a:t>directories</a:t>
            </a:r>
            <a:r>
              <a:rPr lang="pt-BR" sz="1600" dirty="0"/>
              <a:t>;</a:t>
            </a:r>
          </a:p>
          <a:p>
            <a:pPr marL="1257300" lvl="2" indent="-342900">
              <a:lnSpc>
                <a:spcPct val="100000"/>
              </a:lnSpc>
              <a:spcBef>
                <a:spcPts val="0"/>
              </a:spcBef>
              <a:spcAft>
                <a:spcPts val="0"/>
              </a:spcAft>
              <a:buFont typeface="Wingdings" panose="05000000000000000000" pitchFamily="2" charset="2"/>
              <a:buChar char="q"/>
            </a:pPr>
            <a:r>
              <a:rPr lang="pt-BR" sz="1600" dirty="0" err="1"/>
              <a:t>Development</a:t>
            </a:r>
            <a:r>
              <a:rPr lang="pt-BR" sz="1600" dirty="0"/>
              <a:t> Tools: Oracle </a:t>
            </a:r>
            <a:r>
              <a:rPr lang="pt-BR" sz="1600" dirty="0" err="1"/>
              <a:t>Forms</a:t>
            </a:r>
            <a:r>
              <a:rPr lang="pt-BR" sz="1600" dirty="0"/>
              <a:t>, PL/SQL </a:t>
            </a:r>
            <a:r>
              <a:rPr lang="pt-BR" sz="1600" dirty="0" err="1"/>
              <a:t>Libraries</a:t>
            </a:r>
            <a:r>
              <a:rPr lang="pt-BR" sz="1600" dirty="0"/>
              <a:t>, </a:t>
            </a:r>
            <a:r>
              <a:rPr lang="pt-BR" sz="1600" dirty="0" err="1"/>
              <a:t>CUSTOM.pll</a:t>
            </a:r>
            <a:r>
              <a:rPr lang="pt-BR" sz="1600" dirty="0"/>
              <a:t>, Oracle </a:t>
            </a:r>
            <a:r>
              <a:rPr lang="pt-BR" sz="1600" dirty="0" err="1"/>
              <a:t>Reports</a:t>
            </a:r>
            <a:r>
              <a:rPr lang="pt-BR" sz="1600" dirty="0"/>
              <a:t>, </a:t>
            </a:r>
            <a:r>
              <a:rPr lang="pt-BR" sz="1600" dirty="0" err="1"/>
              <a:t>Printer</a:t>
            </a:r>
            <a:r>
              <a:rPr lang="pt-BR" sz="1600" dirty="0"/>
              <a:t> Drivers, Oracle BI Publisher, SQL*</a:t>
            </a:r>
            <a:r>
              <a:rPr lang="pt-BR" sz="1600" dirty="0" err="1"/>
              <a:t>Loader</a:t>
            </a:r>
            <a:r>
              <a:rPr lang="pt-BR" sz="1600" dirty="0"/>
              <a:t> </a:t>
            </a:r>
            <a:r>
              <a:rPr lang="pt-BR" sz="1600" dirty="0" err="1"/>
              <a:t>Control</a:t>
            </a:r>
            <a:r>
              <a:rPr lang="pt-BR" sz="1600" dirty="0"/>
              <a:t> Files, SQL </a:t>
            </a:r>
            <a:r>
              <a:rPr lang="pt-BR" sz="1600" dirty="0" err="1"/>
              <a:t>and</a:t>
            </a:r>
            <a:r>
              <a:rPr lang="pt-BR" sz="1600" dirty="0"/>
              <a:t> PL/SQL </a:t>
            </a:r>
            <a:r>
              <a:rPr lang="pt-BR" sz="1600" dirty="0" err="1"/>
              <a:t>Scripts,Pro</a:t>
            </a:r>
            <a:r>
              <a:rPr lang="pt-BR" sz="1600" dirty="0"/>
              <a:t>*</a:t>
            </a:r>
            <a:r>
              <a:rPr lang="pt-BR" sz="1600" dirty="0" err="1"/>
              <a:t>C,Oracle</a:t>
            </a:r>
            <a:r>
              <a:rPr lang="pt-BR" sz="1600" dirty="0"/>
              <a:t> </a:t>
            </a:r>
            <a:r>
              <a:rPr lang="pt-BR" sz="1600" dirty="0" err="1"/>
              <a:t>Workflow,Pro</a:t>
            </a:r>
            <a:r>
              <a:rPr lang="pt-BR" sz="1600" dirty="0"/>
              <a:t>*</a:t>
            </a:r>
            <a:r>
              <a:rPr lang="pt-BR" sz="1600" dirty="0" err="1"/>
              <a:t>Cobol</a:t>
            </a:r>
            <a:r>
              <a:rPr lang="pt-BR" sz="1600" dirty="0"/>
              <a:t>, Unix </a:t>
            </a:r>
            <a:r>
              <a:rPr lang="pt-BR" sz="1600" dirty="0" err="1"/>
              <a:t>Shells</a:t>
            </a:r>
            <a:r>
              <a:rPr lang="pt-BR" sz="1600" dirty="0"/>
              <a:t> e Perl Scripts;</a:t>
            </a:r>
          </a:p>
          <a:p>
            <a:pPr marL="1257300" lvl="2" indent="-342900">
              <a:lnSpc>
                <a:spcPct val="100000"/>
              </a:lnSpc>
              <a:spcBef>
                <a:spcPts val="0"/>
              </a:spcBef>
              <a:spcAft>
                <a:spcPts val="0"/>
              </a:spcAft>
              <a:buFont typeface="Wingdings" panose="05000000000000000000" pitchFamily="2" charset="2"/>
              <a:buChar char="q"/>
            </a:pPr>
            <a:r>
              <a:rPr lang="pt-BR" sz="1600" dirty="0"/>
              <a:t>Funcionalidades Incorporadas: Oracle </a:t>
            </a:r>
            <a:r>
              <a:rPr lang="pt-BR" sz="1600" dirty="0" err="1"/>
              <a:t>Alert</a:t>
            </a:r>
            <a:r>
              <a:rPr lang="pt-BR" sz="1600" dirty="0"/>
              <a:t>, Oracle </a:t>
            </a:r>
            <a:r>
              <a:rPr lang="pt-BR" sz="1600" dirty="0" err="1"/>
              <a:t>Forms</a:t>
            </a:r>
            <a:r>
              <a:rPr lang="pt-BR" sz="1600" dirty="0"/>
              <a:t> </a:t>
            </a:r>
            <a:r>
              <a:rPr lang="pt-BR" sz="1600" dirty="0" err="1"/>
              <a:t>Personalizations</a:t>
            </a:r>
            <a:r>
              <a:rPr lang="pt-BR" sz="1600" dirty="0"/>
              <a:t>, Web ADI, Folders ou XML </a:t>
            </a:r>
            <a:r>
              <a:rPr lang="pt-BR" sz="1600" dirty="0" err="1"/>
              <a:t>GatewayAttachments</a:t>
            </a:r>
            <a:r>
              <a:rPr lang="pt-BR" sz="1600" dirty="0" smtClean="0"/>
              <a:t>.</a:t>
            </a:r>
            <a:endParaRPr lang="en-US"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6623220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Customiza</a:t>
            </a:r>
            <a:r>
              <a:rPr lang="en-US" dirty="0" err="1" smtClean="0"/>
              <a:t>ção</a:t>
            </a:r>
            <a:endParaRPr lang="pt-BR" dirty="0"/>
          </a:p>
        </p:txBody>
      </p:sp>
      <p:sp>
        <p:nvSpPr>
          <p:cNvPr id="4" name="CaixaDeTexto 3"/>
          <p:cNvSpPr txBox="1"/>
          <p:nvPr/>
        </p:nvSpPr>
        <p:spPr>
          <a:xfrm>
            <a:off x="107503" y="890549"/>
            <a:ext cx="9036495" cy="5878532"/>
          </a:xfrm>
          <a:prstGeom prst="rect">
            <a:avLst/>
          </a:prstGeom>
          <a:noFill/>
        </p:spPr>
        <p:txBody>
          <a:bodyPr wrap="square" rtlCol="0">
            <a:spAutoFit/>
          </a:bodyPr>
          <a:lstStyle/>
          <a:p>
            <a:pPr marL="285750" indent="-285750">
              <a:buFont typeface="Wingdings" panose="05000000000000000000" pitchFamily="2" charset="2"/>
              <a:buChar char="q"/>
            </a:pPr>
            <a:r>
              <a:rPr lang="pt-BR" dirty="0" smtClean="0"/>
              <a:t>Definição de Modificação</a:t>
            </a:r>
            <a:endParaRPr lang="pt-BR" dirty="0"/>
          </a:p>
          <a:p>
            <a:pPr marL="1257300" lvl="2" indent="-342900">
              <a:lnSpc>
                <a:spcPct val="100000"/>
              </a:lnSpc>
              <a:spcBef>
                <a:spcPts val="0"/>
              </a:spcBef>
              <a:spcAft>
                <a:spcPts val="0"/>
              </a:spcAft>
              <a:buFont typeface="Wingdings" panose="05000000000000000000" pitchFamily="2" charset="2"/>
              <a:buChar char="q"/>
            </a:pPr>
            <a:r>
              <a:rPr lang="pt-BR" dirty="0" smtClean="0"/>
              <a:t>São ALTERAÇÕES </a:t>
            </a:r>
            <a:r>
              <a:rPr lang="pt-BR" dirty="0"/>
              <a:t>em um produto </a:t>
            </a:r>
            <a:r>
              <a:rPr lang="pt-BR" dirty="0" smtClean="0"/>
              <a:t>padrão. </a:t>
            </a:r>
          </a:p>
          <a:p>
            <a:pPr marL="1257300" lvl="2" indent="-342900">
              <a:lnSpc>
                <a:spcPct val="100000"/>
              </a:lnSpc>
              <a:spcBef>
                <a:spcPts val="0"/>
              </a:spcBef>
              <a:spcAft>
                <a:spcPts val="0"/>
              </a:spcAft>
              <a:buFont typeface="Wingdings" panose="05000000000000000000" pitchFamily="2" charset="2"/>
              <a:buChar char="q"/>
            </a:pPr>
            <a:r>
              <a:rPr lang="pt-BR" dirty="0" smtClean="0">
                <a:solidFill>
                  <a:srgbClr val="FF0000"/>
                </a:solidFill>
              </a:rPr>
              <a:t>Oracle </a:t>
            </a:r>
            <a:r>
              <a:rPr lang="pt-BR" dirty="0">
                <a:solidFill>
                  <a:srgbClr val="FF0000"/>
                </a:solidFill>
              </a:rPr>
              <a:t>não </a:t>
            </a:r>
            <a:r>
              <a:rPr lang="pt-BR" dirty="0" smtClean="0">
                <a:solidFill>
                  <a:srgbClr val="FF0000"/>
                </a:solidFill>
              </a:rPr>
              <a:t>SUPORTA </a:t>
            </a:r>
            <a:r>
              <a:rPr lang="pt-BR" dirty="0">
                <a:solidFill>
                  <a:srgbClr val="FF0000"/>
                </a:solidFill>
              </a:rPr>
              <a:t>e </a:t>
            </a:r>
            <a:r>
              <a:rPr lang="pt-BR" dirty="0" smtClean="0">
                <a:solidFill>
                  <a:srgbClr val="FF0000"/>
                </a:solidFill>
              </a:rPr>
              <a:t>DESENCORAJA </a:t>
            </a:r>
            <a:r>
              <a:rPr lang="pt-BR" dirty="0">
                <a:solidFill>
                  <a:srgbClr val="FF0000"/>
                </a:solidFill>
              </a:rPr>
              <a:t>este tipo de modificações</a:t>
            </a:r>
            <a:r>
              <a:rPr lang="pt-BR" dirty="0" smtClean="0"/>
              <a:t>.</a:t>
            </a:r>
          </a:p>
          <a:p>
            <a:pPr marL="1257300" lvl="2" indent="-342900">
              <a:lnSpc>
                <a:spcPct val="100000"/>
              </a:lnSpc>
              <a:spcBef>
                <a:spcPts val="0"/>
              </a:spcBef>
              <a:spcAft>
                <a:spcPts val="0"/>
              </a:spcAft>
              <a:buFont typeface="Wingdings" panose="05000000000000000000" pitchFamily="2" charset="2"/>
              <a:buChar char="q"/>
            </a:pPr>
            <a:r>
              <a:rPr lang="pt-BR" dirty="0" smtClean="0"/>
              <a:t>Soluções </a:t>
            </a:r>
            <a:r>
              <a:rPr lang="pt-BR" dirty="0"/>
              <a:t>alternativas devem ser sempre consideradas em primeiro </a:t>
            </a:r>
            <a:r>
              <a:rPr lang="pt-BR" dirty="0" smtClean="0"/>
              <a:t>lugar;</a:t>
            </a:r>
          </a:p>
          <a:p>
            <a:pPr marL="1257300" lvl="2" indent="-342900">
              <a:lnSpc>
                <a:spcPct val="100000"/>
              </a:lnSpc>
              <a:spcBef>
                <a:spcPts val="0"/>
              </a:spcBef>
              <a:spcAft>
                <a:spcPts val="0"/>
              </a:spcAft>
              <a:buFont typeface="Wingdings" panose="05000000000000000000" pitchFamily="2" charset="2"/>
              <a:buChar char="q"/>
            </a:pPr>
            <a:r>
              <a:rPr lang="pt-BR" dirty="0"/>
              <a:t>N</a:t>
            </a:r>
            <a:r>
              <a:rPr lang="pt-BR" dirty="0" smtClean="0"/>
              <a:t>enhuma </a:t>
            </a:r>
            <a:r>
              <a:rPr lang="pt-BR" dirty="0"/>
              <a:t>opção for identificada, deve-se </a:t>
            </a:r>
            <a:r>
              <a:rPr lang="pt-BR" dirty="0" smtClean="0"/>
              <a:t>abrir um SR junto ao MOS </a:t>
            </a:r>
            <a:r>
              <a:rPr lang="pt-BR" dirty="0"/>
              <a:t>e discutir com a </a:t>
            </a:r>
            <a:r>
              <a:rPr lang="pt-BR" dirty="0" smtClean="0"/>
              <a:t>Oracle,  </a:t>
            </a:r>
            <a:r>
              <a:rPr lang="pt-BR" dirty="0"/>
              <a:t>se há alguma atualização </a:t>
            </a:r>
            <a:r>
              <a:rPr lang="pt-BR" dirty="0" smtClean="0"/>
              <a:t>OU ETA, para </a:t>
            </a:r>
            <a:r>
              <a:rPr lang="pt-BR" dirty="0"/>
              <a:t>fornecer a modificação necessária.</a:t>
            </a:r>
          </a:p>
          <a:p>
            <a:pPr marL="1714500" lvl="3" indent="-342900">
              <a:lnSpc>
                <a:spcPct val="100000"/>
              </a:lnSpc>
              <a:spcBef>
                <a:spcPts val="0"/>
              </a:spcBef>
              <a:spcAft>
                <a:spcPts val="0"/>
              </a:spcAft>
              <a:buFont typeface="Wingdings" panose="05000000000000000000" pitchFamily="2" charset="2"/>
              <a:buChar char="q"/>
            </a:pPr>
            <a:r>
              <a:rPr lang="pt-BR" dirty="0" err="1" smtClean="0"/>
              <a:t>Forms</a:t>
            </a:r>
            <a:r>
              <a:rPr lang="pt-BR" dirty="0" smtClean="0"/>
              <a:t>, </a:t>
            </a:r>
            <a:r>
              <a:rPr lang="pt-BR" dirty="0" err="1" smtClean="0"/>
              <a:t>Reports</a:t>
            </a:r>
            <a:r>
              <a:rPr lang="pt-BR" dirty="0" smtClean="0"/>
              <a:t>, Business </a:t>
            </a:r>
            <a:r>
              <a:rPr lang="pt-BR" dirty="0"/>
              <a:t>System </a:t>
            </a:r>
            <a:r>
              <a:rPr lang="pt-BR" dirty="0" err="1"/>
              <a:t>Events</a:t>
            </a:r>
            <a:r>
              <a:rPr lang="pt-BR" dirty="0"/>
              <a:t>, </a:t>
            </a:r>
            <a:r>
              <a:rPr lang="pt-BR" dirty="0" err="1"/>
              <a:t>APIs</a:t>
            </a:r>
            <a:r>
              <a:rPr lang="pt-BR" dirty="0"/>
              <a:t> e etc.</a:t>
            </a:r>
          </a:p>
          <a:p>
            <a:pPr marL="1257300" lvl="2" indent="-342900">
              <a:lnSpc>
                <a:spcPct val="100000"/>
              </a:lnSpc>
              <a:spcBef>
                <a:spcPts val="0"/>
              </a:spcBef>
              <a:spcAft>
                <a:spcPts val="0"/>
              </a:spcAft>
              <a:buFont typeface="Wingdings" panose="05000000000000000000" pitchFamily="2" charset="2"/>
              <a:buChar char="q"/>
            </a:pPr>
            <a:endParaRPr lang="pt-BR" dirty="0" smtClean="0"/>
          </a:p>
          <a:p>
            <a:pPr marL="342900" indent="-342900">
              <a:lnSpc>
                <a:spcPct val="100000"/>
              </a:lnSpc>
              <a:spcBef>
                <a:spcPts val="0"/>
              </a:spcBef>
              <a:spcAft>
                <a:spcPts val="0"/>
              </a:spcAft>
              <a:buFont typeface="Wingdings" panose="05000000000000000000" pitchFamily="2" charset="2"/>
              <a:buChar char="q"/>
            </a:pPr>
            <a:r>
              <a:rPr lang="pt-BR" dirty="0" smtClean="0"/>
              <a:t>Definição de Localização</a:t>
            </a:r>
          </a:p>
          <a:p>
            <a:pPr marL="342900" indent="-342900">
              <a:lnSpc>
                <a:spcPct val="100000"/>
              </a:lnSpc>
              <a:spcBef>
                <a:spcPts val="0"/>
              </a:spcBef>
              <a:spcAft>
                <a:spcPts val="0"/>
              </a:spcAft>
              <a:buFont typeface="Wingdings" panose="05000000000000000000" pitchFamily="2" charset="2"/>
              <a:buChar char="q"/>
            </a:pPr>
            <a:endParaRPr lang="pt-BR" dirty="0" smtClean="0"/>
          </a:p>
          <a:p>
            <a:pPr marL="1257300" lvl="2" indent="-342900">
              <a:lnSpc>
                <a:spcPct val="100000"/>
              </a:lnSpc>
              <a:spcBef>
                <a:spcPts val="0"/>
              </a:spcBef>
              <a:spcAft>
                <a:spcPts val="0"/>
              </a:spcAft>
              <a:buFont typeface="Wingdings" panose="05000000000000000000" pitchFamily="2" charset="2"/>
              <a:buChar char="q"/>
            </a:pPr>
            <a:r>
              <a:rPr lang="pt-BR" dirty="0"/>
              <a:t>Desenvolvimentos Específicos pela Oracle aplicados a determinados Países, Regiões ou Legislação.</a:t>
            </a:r>
          </a:p>
          <a:p>
            <a:pPr marL="1257300" lvl="2" indent="-342900">
              <a:lnSpc>
                <a:spcPct val="100000"/>
              </a:lnSpc>
              <a:spcBef>
                <a:spcPts val="0"/>
              </a:spcBef>
              <a:spcAft>
                <a:spcPts val="0"/>
              </a:spcAft>
              <a:buFont typeface="Wingdings" panose="05000000000000000000" pitchFamily="2" charset="2"/>
              <a:buChar char="q"/>
            </a:pPr>
            <a:r>
              <a:rPr lang="pt-BR" dirty="0"/>
              <a:t>Às vezes, a Oracle oferece uma solução para eles como os HRMS, Folha de Pagamento, Complemento Estatutário Brasileiro, Complemento Faturamento e etc.</a:t>
            </a:r>
          </a:p>
          <a:p>
            <a:pPr marL="1257300" lvl="2" indent="-342900">
              <a:lnSpc>
                <a:spcPct val="100000"/>
              </a:lnSpc>
              <a:spcBef>
                <a:spcPts val="0"/>
              </a:spcBef>
              <a:spcAft>
                <a:spcPts val="0"/>
              </a:spcAft>
              <a:buFont typeface="Wingdings" panose="05000000000000000000" pitchFamily="2" charset="2"/>
              <a:buChar char="q"/>
            </a:pPr>
            <a:endParaRPr lang="pt-BR" sz="1600" dirty="0"/>
          </a:p>
          <a:p>
            <a:pPr marL="285750" indent="-285750">
              <a:buFont typeface="Wingdings" panose="05000000000000000000" pitchFamily="2" charset="2"/>
              <a:buChar char="q"/>
            </a:pPr>
            <a:endParaRPr lang="pt-BR" dirty="0" smtClean="0">
              <a:sym typeface="Wingdings" panose="05000000000000000000" pitchFamily="2" charset="2"/>
            </a:endParaRPr>
          </a:p>
          <a:p>
            <a:pPr marL="285750" indent="-285750">
              <a:buFont typeface="Wingdings" panose="05000000000000000000" pitchFamily="2" charset="2"/>
              <a:buChar char="q"/>
            </a:pPr>
            <a:endParaRPr lang="en-US"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0017544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107503" y="890549"/>
            <a:ext cx="9036495" cy="8402300"/>
          </a:xfrm>
          <a:prstGeom prst="rect">
            <a:avLst/>
          </a:prstGeom>
          <a:noFill/>
        </p:spPr>
        <p:txBody>
          <a:bodyPr wrap="square" rtlCol="0">
            <a:spAutoFit/>
          </a:bodyPr>
          <a:lstStyle/>
          <a:p>
            <a:pPr marL="285750" indent="-285750">
              <a:buFont typeface="Wingdings" panose="05000000000000000000" pitchFamily="2" charset="2"/>
              <a:buChar char="q"/>
            </a:pPr>
            <a:r>
              <a:rPr lang="pt-BR" dirty="0" smtClean="0"/>
              <a:t>Definição de Integração</a:t>
            </a:r>
            <a:endParaRPr lang="pt-BR" dirty="0"/>
          </a:p>
          <a:p>
            <a:pPr marL="1257300" lvl="2" indent="-342900">
              <a:lnSpc>
                <a:spcPct val="100000"/>
              </a:lnSpc>
              <a:spcBef>
                <a:spcPts val="0"/>
              </a:spcBef>
              <a:spcAft>
                <a:spcPts val="0"/>
              </a:spcAft>
              <a:buFont typeface="Wingdings" panose="05000000000000000000" pitchFamily="2" charset="2"/>
              <a:buChar char="q"/>
            </a:pPr>
            <a:r>
              <a:rPr lang="pt-BR" dirty="0" smtClean="0"/>
              <a:t>São INTEGRAÇÕES seja ela de ENTRADA ou SAÍDA, que interagem com os aplicativos ORACLE;</a:t>
            </a:r>
          </a:p>
          <a:p>
            <a:pPr marL="1257300" lvl="2" indent="-342900">
              <a:lnSpc>
                <a:spcPct val="100000"/>
              </a:lnSpc>
              <a:spcBef>
                <a:spcPts val="0"/>
              </a:spcBef>
              <a:spcAft>
                <a:spcPts val="0"/>
              </a:spcAft>
              <a:buFont typeface="Wingdings" panose="05000000000000000000" pitchFamily="2" charset="2"/>
              <a:buChar char="q"/>
            </a:pPr>
            <a:endParaRPr lang="pt-BR" dirty="0" smtClean="0"/>
          </a:p>
          <a:p>
            <a:pPr marL="1257300" lvl="2" indent="-342900">
              <a:lnSpc>
                <a:spcPct val="100000"/>
              </a:lnSpc>
              <a:spcBef>
                <a:spcPts val="0"/>
              </a:spcBef>
              <a:spcAft>
                <a:spcPts val="0"/>
              </a:spcAft>
              <a:buFont typeface="Wingdings" panose="05000000000000000000" pitchFamily="2" charset="2"/>
              <a:buChar char="q"/>
            </a:pPr>
            <a:r>
              <a:rPr lang="pt-BR" dirty="0" smtClean="0"/>
              <a:t>A Oracle fornece métodos específicos para esta integração:</a:t>
            </a:r>
          </a:p>
          <a:p>
            <a:pPr marL="1714500" lvl="3" indent="-342900">
              <a:lnSpc>
                <a:spcPct val="100000"/>
              </a:lnSpc>
              <a:spcBef>
                <a:spcPts val="0"/>
              </a:spcBef>
              <a:spcAft>
                <a:spcPts val="0"/>
              </a:spcAft>
              <a:buFont typeface="Wingdings" panose="05000000000000000000" pitchFamily="2" charset="2"/>
              <a:buChar char="q"/>
            </a:pPr>
            <a:r>
              <a:rPr lang="pt-BR" dirty="0" smtClean="0"/>
              <a:t>Open </a:t>
            </a:r>
            <a:r>
              <a:rPr lang="pt-BR" dirty="0"/>
              <a:t>Interfaces, </a:t>
            </a:r>
            <a:r>
              <a:rPr lang="pt-BR" dirty="0" err="1" smtClean="0"/>
              <a:t>APIs</a:t>
            </a:r>
            <a:r>
              <a:rPr lang="pt-BR" dirty="0"/>
              <a:t>, Web ADI, XML Gateway, EDI, BAI, </a:t>
            </a:r>
            <a:r>
              <a:rPr lang="pt-BR" dirty="0" smtClean="0"/>
              <a:t>EFT e </a:t>
            </a:r>
            <a:r>
              <a:rPr lang="pt-BR" dirty="0"/>
              <a:t>etc</a:t>
            </a:r>
            <a:r>
              <a:rPr lang="pt-BR" dirty="0" smtClean="0"/>
              <a:t>.</a:t>
            </a:r>
            <a:endParaRPr lang="pt-BR" dirty="0"/>
          </a:p>
          <a:p>
            <a:pPr marL="1714500" lvl="3" indent="-342900">
              <a:lnSpc>
                <a:spcPct val="100000"/>
              </a:lnSpc>
              <a:spcBef>
                <a:spcPts val="0"/>
              </a:spcBef>
              <a:spcAft>
                <a:spcPts val="0"/>
              </a:spcAft>
              <a:buFont typeface="Wingdings" panose="05000000000000000000" pitchFamily="2" charset="2"/>
              <a:buChar char="q"/>
            </a:pPr>
            <a:endParaRPr lang="pt-BR" dirty="0" smtClean="0"/>
          </a:p>
          <a:p>
            <a:pPr marL="1257300" lvl="2" indent="-342900">
              <a:lnSpc>
                <a:spcPct val="100000"/>
              </a:lnSpc>
              <a:spcBef>
                <a:spcPts val="0"/>
              </a:spcBef>
              <a:spcAft>
                <a:spcPts val="0"/>
              </a:spcAft>
              <a:buFont typeface="Wingdings" panose="05000000000000000000" pitchFamily="2" charset="2"/>
              <a:buChar char="q"/>
            </a:pPr>
            <a:r>
              <a:rPr lang="pt-BR" dirty="0">
                <a:solidFill>
                  <a:srgbClr val="FF0000"/>
                </a:solidFill>
              </a:rPr>
              <a:t>Por razões de segurança, a manipulação direta de dados não é suportado</a:t>
            </a:r>
            <a:r>
              <a:rPr lang="pt-BR" dirty="0" smtClean="0"/>
              <a:t>.</a:t>
            </a:r>
          </a:p>
          <a:p>
            <a:pPr marL="1257300" lvl="2" indent="-342900">
              <a:lnSpc>
                <a:spcPct val="100000"/>
              </a:lnSpc>
              <a:spcBef>
                <a:spcPts val="0"/>
              </a:spcBef>
              <a:spcAft>
                <a:spcPts val="0"/>
              </a:spcAft>
              <a:buFont typeface="Wingdings" panose="05000000000000000000" pitchFamily="2" charset="2"/>
              <a:buChar char="q"/>
            </a:pPr>
            <a:endParaRPr lang="pt-BR" dirty="0"/>
          </a:p>
          <a:p>
            <a:pPr marL="342900" indent="-342900">
              <a:lnSpc>
                <a:spcPct val="100000"/>
              </a:lnSpc>
              <a:spcBef>
                <a:spcPts val="0"/>
              </a:spcBef>
              <a:spcAft>
                <a:spcPts val="0"/>
              </a:spcAft>
              <a:buFont typeface="Wingdings" panose="05000000000000000000" pitchFamily="2" charset="2"/>
              <a:buChar char="q"/>
            </a:pPr>
            <a:r>
              <a:rPr lang="pt-BR" dirty="0" smtClean="0"/>
              <a:t>Como fazer?</a:t>
            </a:r>
          </a:p>
          <a:p>
            <a:pPr marL="800100" lvl="1" indent="-342900">
              <a:lnSpc>
                <a:spcPct val="100000"/>
              </a:lnSpc>
              <a:spcBef>
                <a:spcPts val="0"/>
              </a:spcBef>
              <a:spcAft>
                <a:spcPts val="0"/>
              </a:spcAft>
              <a:buFont typeface="Wingdings" panose="05000000000000000000" pitchFamily="2" charset="2"/>
              <a:buChar char="q"/>
            </a:pPr>
            <a:r>
              <a:rPr lang="pt-BR" dirty="0" smtClean="0"/>
              <a:t>Localização;</a:t>
            </a:r>
          </a:p>
          <a:p>
            <a:pPr marL="800100" lvl="1" indent="-342900">
              <a:lnSpc>
                <a:spcPct val="100000"/>
              </a:lnSpc>
              <a:spcBef>
                <a:spcPts val="0"/>
              </a:spcBef>
              <a:spcAft>
                <a:spcPts val="0"/>
              </a:spcAft>
              <a:buFont typeface="Wingdings" panose="05000000000000000000" pitchFamily="2" charset="2"/>
              <a:buChar char="q"/>
            </a:pPr>
            <a:r>
              <a:rPr lang="pt-BR" dirty="0" smtClean="0"/>
              <a:t>Configuração;</a:t>
            </a:r>
          </a:p>
          <a:p>
            <a:pPr marL="800100" lvl="1" indent="-342900">
              <a:lnSpc>
                <a:spcPct val="100000"/>
              </a:lnSpc>
              <a:spcBef>
                <a:spcPts val="0"/>
              </a:spcBef>
              <a:spcAft>
                <a:spcPts val="0"/>
              </a:spcAft>
              <a:buFont typeface="Wingdings" panose="05000000000000000000" pitchFamily="2" charset="2"/>
              <a:buChar char="q"/>
            </a:pPr>
            <a:r>
              <a:rPr lang="pt-BR" dirty="0" smtClean="0"/>
              <a:t>Relatórios;</a:t>
            </a:r>
          </a:p>
          <a:p>
            <a:pPr marL="800100" lvl="1" indent="-342900">
              <a:lnSpc>
                <a:spcPct val="100000"/>
              </a:lnSpc>
              <a:spcBef>
                <a:spcPts val="0"/>
              </a:spcBef>
              <a:spcAft>
                <a:spcPts val="0"/>
              </a:spcAft>
              <a:buFont typeface="Wingdings" panose="05000000000000000000" pitchFamily="2" charset="2"/>
              <a:buChar char="q"/>
            </a:pPr>
            <a:r>
              <a:rPr lang="pt-BR" dirty="0" smtClean="0"/>
              <a:t>Interfaces (Entrada ou Saída);</a:t>
            </a:r>
          </a:p>
          <a:p>
            <a:pPr marL="800100" lvl="1" indent="-342900">
              <a:lnSpc>
                <a:spcPct val="100000"/>
              </a:lnSpc>
              <a:spcBef>
                <a:spcPts val="0"/>
              </a:spcBef>
              <a:spcAft>
                <a:spcPts val="0"/>
              </a:spcAft>
              <a:buFont typeface="Wingdings" panose="05000000000000000000" pitchFamily="2" charset="2"/>
              <a:buChar char="q"/>
            </a:pPr>
            <a:r>
              <a:rPr lang="pt-BR" dirty="0" err="1" smtClean="0"/>
              <a:t>Forms</a:t>
            </a:r>
            <a:r>
              <a:rPr lang="pt-BR" dirty="0" smtClean="0"/>
              <a:t> Personalizado (</a:t>
            </a:r>
            <a:r>
              <a:rPr lang="en-US" dirty="0" smtClean="0"/>
              <a:t>DDLs);</a:t>
            </a:r>
          </a:p>
          <a:p>
            <a:pPr marL="800100" lvl="1" indent="-342900">
              <a:lnSpc>
                <a:spcPct val="100000"/>
              </a:lnSpc>
              <a:spcBef>
                <a:spcPts val="0"/>
              </a:spcBef>
              <a:spcAft>
                <a:spcPts val="0"/>
              </a:spcAft>
              <a:buFont typeface="Wingdings" panose="05000000000000000000" pitchFamily="2" charset="2"/>
              <a:buChar char="q"/>
            </a:pPr>
            <a:r>
              <a:rPr lang="en-US" dirty="0"/>
              <a:t>PL / SQL e SQL (Read, Schema Custom</a:t>
            </a:r>
            <a:r>
              <a:rPr lang="en-US" dirty="0" smtClean="0"/>
              <a:t>);</a:t>
            </a:r>
            <a:endParaRPr lang="en-US" dirty="0"/>
          </a:p>
          <a:p>
            <a:pPr marL="800100" lvl="1" indent="-342900">
              <a:lnSpc>
                <a:spcPct val="100000"/>
              </a:lnSpc>
              <a:spcBef>
                <a:spcPts val="0"/>
              </a:spcBef>
              <a:spcAft>
                <a:spcPts val="0"/>
              </a:spcAft>
              <a:buFont typeface="Wingdings" panose="05000000000000000000" pitchFamily="2" charset="2"/>
              <a:buChar char="q"/>
            </a:pPr>
            <a:r>
              <a:rPr lang="en-US" dirty="0"/>
              <a:t>Scripts </a:t>
            </a:r>
            <a:r>
              <a:rPr lang="en-US" dirty="0" smtClean="0"/>
              <a:t>Unix;</a:t>
            </a:r>
            <a:endParaRPr lang="en-US" dirty="0"/>
          </a:p>
          <a:p>
            <a:pPr marL="800100" lvl="1" indent="-342900">
              <a:lnSpc>
                <a:spcPct val="100000"/>
              </a:lnSpc>
              <a:spcBef>
                <a:spcPts val="0"/>
              </a:spcBef>
              <a:spcAft>
                <a:spcPts val="0"/>
              </a:spcAft>
              <a:buFont typeface="Wingdings" panose="05000000000000000000" pitchFamily="2" charset="2"/>
              <a:buChar char="q"/>
            </a:pPr>
            <a:r>
              <a:rPr lang="en-US" dirty="0"/>
              <a:t>Forms (Read, Schema Custom</a:t>
            </a:r>
            <a:r>
              <a:rPr lang="en-US" dirty="0" smtClean="0"/>
              <a:t>);</a:t>
            </a:r>
          </a:p>
          <a:p>
            <a:pPr marL="800100" lvl="1" indent="-342900">
              <a:lnSpc>
                <a:spcPct val="100000"/>
              </a:lnSpc>
              <a:spcBef>
                <a:spcPts val="0"/>
              </a:spcBef>
              <a:spcAft>
                <a:spcPts val="0"/>
              </a:spcAft>
              <a:buFont typeface="Wingdings" panose="05000000000000000000" pitchFamily="2" charset="2"/>
              <a:buChar char="q"/>
            </a:pPr>
            <a:r>
              <a:rPr lang="en-US" dirty="0"/>
              <a:t>Forms (Read / Write, Schema Custom)</a:t>
            </a:r>
          </a:p>
          <a:p>
            <a:pPr marL="800100" lvl="1" indent="-342900">
              <a:lnSpc>
                <a:spcPct val="100000"/>
              </a:lnSpc>
              <a:spcBef>
                <a:spcPts val="0"/>
              </a:spcBef>
              <a:spcAft>
                <a:spcPts val="0"/>
              </a:spcAft>
              <a:buFont typeface="Wingdings" panose="05000000000000000000" pitchFamily="2" charset="2"/>
              <a:buChar char="q"/>
            </a:pPr>
            <a:endParaRPr lang="en-US"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a:p>
          <a:p>
            <a:pPr marL="800100" lvl="1" indent="-342900">
              <a:lnSpc>
                <a:spcPct val="100000"/>
              </a:lnSpc>
              <a:spcBef>
                <a:spcPts val="0"/>
              </a:spcBef>
              <a:spcAft>
                <a:spcPts val="0"/>
              </a:spcAft>
              <a:buFont typeface="Wingdings" panose="05000000000000000000" pitchFamily="2" charset="2"/>
              <a:buChar char="q"/>
            </a:pPr>
            <a:endParaRPr lang="pt-BR" dirty="0"/>
          </a:p>
          <a:p>
            <a:pPr marL="285750" indent="-285750">
              <a:buFont typeface="Wingdings" panose="05000000000000000000" pitchFamily="2" charset="2"/>
              <a:buChar char="q"/>
            </a:pPr>
            <a:endParaRPr lang="pt-BR" dirty="0" smtClean="0">
              <a:sym typeface="Wingdings" panose="05000000000000000000" pitchFamily="2" charset="2"/>
            </a:endParaRPr>
          </a:p>
          <a:p>
            <a:pPr marL="285750" indent="-285750">
              <a:buFont typeface="Wingdings" panose="05000000000000000000" pitchFamily="2" charset="2"/>
              <a:buChar char="q"/>
            </a:pPr>
            <a:endParaRPr lang="en-US"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Customiza</a:t>
            </a:r>
            <a:r>
              <a:rPr lang="en-US" dirty="0" err="1" smtClean="0"/>
              <a:t>ção</a:t>
            </a:r>
            <a:endParaRPr lang="pt-BR" dirty="0"/>
          </a:p>
        </p:txBody>
      </p:sp>
    </p:spTree>
    <p:extLst>
      <p:ext uri="{BB962C8B-B14F-4D97-AF65-F5344CB8AC3E}">
        <p14:creationId xmlns:p14="http://schemas.microsoft.com/office/powerpoint/2010/main" val="239001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to 2"/>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O que posso?</a:t>
            </a:r>
            <a:endParaRPr lang="pt-BR" dirty="0"/>
          </a:p>
        </p:txBody>
      </p:sp>
      <p:pic>
        <p:nvPicPr>
          <p:cNvPr id="8" name="Imagem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398" y="1052446"/>
            <a:ext cx="4968842" cy="4968842"/>
          </a:xfrm>
          <a:prstGeom prst="rect">
            <a:avLst/>
          </a:prstGeom>
        </p:spPr>
      </p:pic>
      <p:pic>
        <p:nvPicPr>
          <p:cNvPr id="9" name="Picture 10" descr="&#10;person.gif                                                     0005E23EMacintosh HD                   BB0674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0" y="2852936"/>
            <a:ext cx="268288" cy="98583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2" descr="emp.gif                                                        0005E23EMacintosh HD                   BB0674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2440" y="2852961"/>
            <a:ext cx="323069" cy="985837"/>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m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971600" y="1048163"/>
            <a:ext cx="1196752" cy="1196752"/>
          </a:xfrm>
          <a:prstGeom prst="rect">
            <a:avLst/>
          </a:prstGeom>
        </p:spPr>
      </p:pic>
      <p:graphicFrame>
        <p:nvGraphicFramePr>
          <p:cNvPr id="12" name="Tabela 11"/>
          <p:cNvGraphicFramePr>
            <a:graphicFrameLocks noGrp="1"/>
          </p:cNvGraphicFramePr>
          <p:nvPr>
            <p:extLst>
              <p:ext uri="{D42A27DB-BD31-4B8C-83A1-F6EECF244321}">
                <p14:modId xmlns:p14="http://schemas.microsoft.com/office/powerpoint/2010/main" val="384427073"/>
              </p:ext>
            </p:extLst>
          </p:nvPr>
        </p:nvGraphicFramePr>
        <p:xfrm>
          <a:off x="504514" y="2350446"/>
          <a:ext cx="7883910" cy="3022770"/>
        </p:xfrm>
        <a:graphic>
          <a:graphicData uri="http://schemas.openxmlformats.org/drawingml/2006/table">
            <a:tbl>
              <a:tblPr firstRow="1" bandRow="1">
                <a:tableStyleId>{21E4AEA4-8DFA-4A89-87EB-49C32662AFE0}</a:tableStyleId>
              </a:tblPr>
              <a:tblGrid>
                <a:gridCol w="3941955"/>
                <a:gridCol w="3941955"/>
              </a:tblGrid>
              <a:tr h="563668">
                <a:tc>
                  <a:txBody>
                    <a:bodyPr/>
                    <a:lstStyle/>
                    <a:p>
                      <a:r>
                        <a:rPr lang="pt-BR" dirty="0" smtClean="0"/>
                        <a:t>NÃO POSSO</a:t>
                      </a:r>
                      <a:endParaRPr lang="en-US" dirty="0"/>
                    </a:p>
                  </a:txBody>
                  <a:tcPr/>
                </a:tc>
                <a:tc>
                  <a:txBody>
                    <a:bodyPr/>
                    <a:lstStyle/>
                    <a:p>
                      <a:r>
                        <a:rPr lang="pt-BR" dirty="0" smtClean="0"/>
                        <a:t>COMO</a:t>
                      </a:r>
                      <a:r>
                        <a:rPr lang="pt-BR" baseline="0" dirty="0" smtClean="0"/>
                        <a:t> POSSO</a:t>
                      </a:r>
                      <a:endParaRPr lang="en-US" dirty="0"/>
                    </a:p>
                  </a:txBody>
                  <a:tcPr/>
                </a:tc>
              </a:tr>
              <a:tr h="691686">
                <a:tc>
                  <a:txBody>
                    <a:bodyPr/>
                    <a:lstStyle/>
                    <a:p>
                      <a:r>
                        <a:rPr lang="pt-BR" dirty="0" smtClean="0"/>
                        <a:t>TRIGGER</a:t>
                      </a:r>
                      <a:r>
                        <a:rPr lang="pt-BR" baseline="0" dirty="0" smtClean="0"/>
                        <a:t> TABELA CORE</a:t>
                      </a:r>
                      <a:endParaRPr lang="en-US" dirty="0"/>
                    </a:p>
                  </a:txBody>
                  <a:tcPr/>
                </a:tc>
                <a:tc>
                  <a:txBody>
                    <a:bodyPr/>
                    <a:lstStyle/>
                    <a:p>
                      <a:r>
                        <a:rPr lang="pt-BR" dirty="0" smtClean="0"/>
                        <a:t>UTILIZAR</a:t>
                      </a:r>
                      <a:r>
                        <a:rPr lang="pt-BR" baseline="0" dirty="0" smtClean="0"/>
                        <a:t> CUSTOM.PLL OU ALERT</a:t>
                      </a:r>
                      <a:endParaRPr lang="en-US" dirty="0"/>
                    </a:p>
                  </a:txBody>
                  <a:tcPr/>
                </a:tc>
              </a:tr>
              <a:tr h="563668">
                <a:tc>
                  <a:txBody>
                    <a:bodyPr/>
                    <a:lstStyle/>
                    <a:p>
                      <a:r>
                        <a:rPr lang="pt-BR" dirty="0" smtClean="0"/>
                        <a:t>UPDATE TABELA CORE</a:t>
                      </a:r>
                      <a:endParaRPr lang="en-US" dirty="0"/>
                    </a:p>
                  </a:txBody>
                  <a:tcPr/>
                </a:tc>
                <a:tc>
                  <a:txBody>
                    <a:bodyPr/>
                    <a:lstStyle/>
                    <a:p>
                      <a:r>
                        <a:rPr lang="pt-BR" dirty="0" smtClean="0"/>
                        <a:t>OPEN</a:t>
                      </a:r>
                      <a:r>
                        <a:rPr lang="pt-BR" baseline="0" dirty="0" smtClean="0"/>
                        <a:t> INTERFACE OU </a:t>
                      </a:r>
                      <a:r>
                        <a:rPr lang="pt-BR" baseline="0" dirty="0" err="1" smtClean="0"/>
                        <a:t>APIs</a:t>
                      </a:r>
                      <a:endParaRPr lang="en-US" dirty="0"/>
                    </a:p>
                  </a:txBody>
                  <a:tcPr/>
                </a:tc>
              </a:tr>
              <a:tr h="563668">
                <a:tc>
                  <a:txBody>
                    <a:bodyPr/>
                    <a:lstStyle/>
                    <a:p>
                      <a:r>
                        <a:rPr lang="pt-BR" dirty="0" smtClean="0"/>
                        <a:t>ALTERAR OBJETOS CORE</a:t>
                      </a:r>
                      <a:endParaRPr lang="en-US" dirty="0"/>
                    </a:p>
                  </a:txBody>
                  <a:tcPr/>
                </a:tc>
                <a:tc>
                  <a:txBody>
                    <a:bodyPr/>
                    <a:lstStyle/>
                    <a:p>
                      <a:r>
                        <a:rPr lang="pt-BR" dirty="0" smtClean="0"/>
                        <a:t>CLONE</a:t>
                      </a:r>
                      <a:r>
                        <a:rPr lang="pt-BR" baseline="0" dirty="0" smtClean="0"/>
                        <a:t> OBJETOS OU CUSTOM</a:t>
                      </a:r>
                      <a:endParaRPr lang="en-US" dirty="0"/>
                    </a:p>
                  </a:txBody>
                  <a:tcPr/>
                </a:tc>
              </a:tr>
              <a:tr h="563668">
                <a:tc>
                  <a:txBody>
                    <a:bodyPr/>
                    <a:lstStyle/>
                    <a:p>
                      <a:r>
                        <a:rPr lang="pt-BR" dirty="0" smtClean="0"/>
                        <a:t>DBLINK SISTEMAS EXTERNOS</a:t>
                      </a:r>
                      <a:endParaRPr lang="en-US" dirty="0"/>
                    </a:p>
                  </a:txBody>
                  <a:tcPr/>
                </a:tc>
                <a:tc>
                  <a:txBody>
                    <a:bodyPr/>
                    <a:lstStyle/>
                    <a:p>
                      <a:r>
                        <a:rPr lang="pt-BR" dirty="0" smtClean="0"/>
                        <a:t>ARQUIVOS TEXTO OU SOA OU GATEWAY</a:t>
                      </a:r>
                      <a:endParaRPr lang="en-US" dirty="0"/>
                    </a:p>
                  </a:txBody>
                  <a:tcPr/>
                </a:tc>
              </a:tr>
            </a:tbl>
          </a:graphicData>
        </a:graphic>
      </p:graphicFrame>
      <p:pic>
        <p:nvPicPr>
          <p:cNvPr id="13" name="Imagem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28184" y="963021"/>
            <a:ext cx="1707095" cy="1367036"/>
          </a:xfrm>
          <a:prstGeom prst="rect">
            <a:avLst/>
          </a:prstGeom>
        </p:spPr>
      </p:pic>
    </p:spTree>
    <p:extLst>
      <p:ext uri="{BB962C8B-B14F-4D97-AF65-F5344CB8AC3E}">
        <p14:creationId xmlns:p14="http://schemas.microsoft.com/office/powerpoint/2010/main" val="385950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endCondLst>
                                    <p:cond evt="onNext" delay="0">
                                      <p:tgtEl>
                                        <p:sldTgt/>
                                      </p:tgtEl>
                                    </p:cond>
                                  </p:endCondLst>
                                  <p:childTnLst>
                                    <p:animRot by="120000">
                                      <p:cBhvr>
                                        <p:cTn id="6" dur="100" fill="hold">
                                          <p:stCondLst>
                                            <p:cond delay="0"/>
                                          </p:stCondLst>
                                        </p:cTn>
                                        <p:tgtEl>
                                          <p:spTgt spid="8"/>
                                        </p:tgtEl>
                                        <p:attrNameLst>
                                          <p:attrName>r</p:attrName>
                                        </p:attrNameLst>
                                      </p:cBhvr>
                                    </p:animRot>
                                    <p:animRot by="-240000">
                                      <p:cBhvr>
                                        <p:cTn id="7" dur="200" fill="hold">
                                          <p:stCondLst>
                                            <p:cond delay="200"/>
                                          </p:stCondLst>
                                        </p:cTn>
                                        <p:tgtEl>
                                          <p:spTgt spid="8"/>
                                        </p:tgtEl>
                                        <p:attrNameLst>
                                          <p:attrName>r</p:attrName>
                                        </p:attrNameLst>
                                      </p:cBhvr>
                                    </p:animRot>
                                    <p:animRot by="240000">
                                      <p:cBhvr>
                                        <p:cTn id="8" dur="200" fill="hold">
                                          <p:stCondLst>
                                            <p:cond delay="400"/>
                                          </p:stCondLst>
                                        </p:cTn>
                                        <p:tgtEl>
                                          <p:spTgt spid="8"/>
                                        </p:tgtEl>
                                        <p:attrNameLst>
                                          <p:attrName>r</p:attrName>
                                        </p:attrNameLst>
                                      </p:cBhvr>
                                    </p:animRot>
                                    <p:animRot by="-240000">
                                      <p:cBhvr>
                                        <p:cTn id="9" dur="200" fill="hold">
                                          <p:stCondLst>
                                            <p:cond delay="600"/>
                                          </p:stCondLst>
                                        </p:cTn>
                                        <p:tgtEl>
                                          <p:spTgt spid="8"/>
                                        </p:tgtEl>
                                        <p:attrNameLst>
                                          <p:attrName>r</p:attrName>
                                        </p:attrNameLst>
                                      </p:cBhvr>
                                    </p:animRot>
                                    <p:animRot by="120000">
                                      <p:cBhvr>
                                        <p:cTn id="10" dur="200" fill="hold">
                                          <p:stCondLst>
                                            <p:cond delay="800"/>
                                          </p:stCondLst>
                                        </p:cTn>
                                        <p:tgtEl>
                                          <p:spTgt spid="8"/>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arn(inVertical)">
                                      <p:cBhvr>
                                        <p:cTn id="19" dur="500"/>
                                        <p:tgtEl>
                                          <p:spTgt spid="11"/>
                                        </p:tgtEl>
                                      </p:cBhvr>
                                    </p:animEffect>
                                  </p:childTnLst>
                                </p:cTn>
                              </p:par>
                              <p:par>
                                <p:cTn id="20" presetID="16" presetClass="entr" presetSubtype="21"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arn(inVertical)">
                                      <p:cBhvr>
                                        <p:cTn id="22" dur="500"/>
                                        <p:tgtEl>
                                          <p:spTgt spid="13"/>
                                        </p:tgtEl>
                                      </p:cBhvr>
                                    </p:animEffect>
                                  </p:childTnLst>
                                </p:cTn>
                              </p:par>
                              <p:par>
                                <p:cTn id="23" presetID="16" presetClass="entr" presetSubtype="21"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arn(inVertical)">
                                      <p:cBhvr>
                                        <p:cTn id="25" dur="500"/>
                                        <p:tgtEl>
                                          <p:spTgt spid="9"/>
                                        </p:tgtEl>
                                      </p:cBhvr>
                                    </p:animEffect>
                                  </p:childTnLst>
                                </p:cTn>
                              </p:par>
                              <p:par>
                                <p:cTn id="26" presetID="16" presetClass="entr" presetSubtype="21"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arn(inVertical)">
                                      <p:cBhvr>
                                        <p:cTn id="28" dur="500"/>
                                        <p:tgtEl>
                                          <p:spTgt spid="10"/>
                                        </p:tgtEl>
                                      </p:cBhvr>
                                    </p:animEffect>
                                  </p:childTnLst>
                                </p:cTn>
                              </p:par>
                            </p:childTnLst>
                          </p:cTn>
                        </p:par>
                        <p:par>
                          <p:cTn id="29" fill="hold">
                            <p:stCondLst>
                              <p:cond delay="500"/>
                            </p:stCondLst>
                            <p:childTnLst>
                              <p:par>
                                <p:cTn id="30" presetID="6" presetClass="entr" presetSubtype="16"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circle(in)">
                                      <p:cBhvr>
                                        <p:cTn id="32"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Em resumo</a:t>
            </a:r>
            <a:endParaRPr lang="pt-BR" dirty="0"/>
          </a:p>
        </p:txBody>
      </p:sp>
      <p:sp>
        <p:nvSpPr>
          <p:cNvPr id="4" name="CaixaDeTexto 3"/>
          <p:cNvSpPr txBox="1"/>
          <p:nvPr/>
        </p:nvSpPr>
        <p:spPr>
          <a:xfrm>
            <a:off x="107503" y="890549"/>
            <a:ext cx="9036495" cy="6324808"/>
          </a:xfrm>
          <a:prstGeom prst="rect">
            <a:avLst/>
          </a:prstGeom>
          <a:solidFill>
            <a:schemeClr val="bg1"/>
          </a:solidFill>
        </p:spPr>
        <p:txBody>
          <a:bodyPr wrap="square" rtlCol="0">
            <a:spAutoFit/>
          </a:bodyPr>
          <a:lstStyle/>
          <a:p>
            <a:pPr marL="285750" indent="-285750">
              <a:buFont typeface="Wingdings" panose="05000000000000000000" pitchFamily="2" charset="2"/>
              <a:buChar char="q"/>
            </a:pPr>
            <a:r>
              <a:rPr lang="pt-BR" dirty="0" smtClean="0"/>
              <a:t>Resumo:</a:t>
            </a:r>
          </a:p>
          <a:p>
            <a:pPr marL="742950" lvl="1" indent="-285750">
              <a:buFont typeface="Wingdings" panose="05000000000000000000" pitchFamily="2" charset="2"/>
              <a:buChar char="q"/>
            </a:pPr>
            <a:r>
              <a:rPr lang="pt-BR" dirty="0" smtClean="0"/>
              <a:t>A partir de 2007</a:t>
            </a:r>
            <a:r>
              <a:rPr lang="pt-BR" dirty="0"/>
              <a:t>, </a:t>
            </a:r>
            <a:r>
              <a:rPr lang="pt-BR" dirty="0" smtClean="0"/>
              <a:t>na </a:t>
            </a:r>
            <a:r>
              <a:rPr lang="pt-BR" dirty="0"/>
              <a:t>Release </a:t>
            </a:r>
            <a:r>
              <a:rPr lang="pt-BR" dirty="0" smtClean="0"/>
              <a:t>12, </a:t>
            </a:r>
            <a:r>
              <a:rPr lang="pt-BR" dirty="0"/>
              <a:t>Oracle </a:t>
            </a:r>
            <a:r>
              <a:rPr lang="pt-BR" dirty="0" smtClean="0"/>
              <a:t>ampliou </a:t>
            </a:r>
            <a:r>
              <a:rPr lang="pt-BR" dirty="0"/>
              <a:t>os componentes </a:t>
            </a:r>
            <a:r>
              <a:rPr lang="pt-BR" dirty="0" smtClean="0"/>
              <a:t>RICEW </a:t>
            </a:r>
            <a:r>
              <a:rPr lang="pt-BR" dirty="0"/>
              <a:t>e introduziu uma nova terminologia chamado componentes CEMLI. </a:t>
            </a:r>
            <a:endParaRPr lang="pt-BR" dirty="0" smtClean="0"/>
          </a:p>
          <a:p>
            <a:pPr marL="742950" lvl="1" indent="-285750">
              <a:buFont typeface="Wingdings" panose="05000000000000000000" pitchFamily="2" charset="2"/>
              <a:buChar char="q"/>
            </a:pPr>
            <a:r>
              <a:rPr lang="pt-BR" dirty="0" smtClean="0"/>
              <a:t>A </a:t>
            </a:r>
            <a:r>
              <a:rPr lang="pt-BR" dirty="0"/>
              <a:t>estrutura foi estabelecida pela Oracle </a:t>
            </a:r>
            <a:r>
              <a:rPr lang="pt-BR" dirty="0" err="1"/>
              <a:t>On</a:t>
            </a:r>
            <a:r>
              <a:rPr lang="pt-BR" dirty="0"/>
              <a:t> </a:t>
            </a:r>
            <a:r>
              <a:rPr lang="pt-BR" dirty="0" err="1"/>
              <a:t>Demand</a:t>
            </a:r>
            <a:r>
              <a:rPr lang="pt-BR" dirty="0"/>
              <a:t> para categorizar personalizações, ou seja, software que tinha </a:t>
            </a:r>
            <a:r>
              <a:rPr lang="pt-BR" dirty="0" smtClean="0"/>
              <a:t>sido </a:t>
            </a:r>
            <a:r>
              <a:rPr lang="pt-BR" dirty="0"/>
              <a:t>adicionado pelo cliente ou </a:t>
            </a:r>
            <a:r>
              <a:rPr lang="pt-BR" dirty="0" smtClean="0"/>
              <a:t>implementado </a:t>
            </a:r>
            <a:r>
              <a:rPr lang="pt-BR" dirty="0"/>
              <a:t>para os aplicativos </a:t>
            </a:r>
            <a:r>
              <a:rPr lang="pt-BR" dirty="0" smtClean="0"/>
              <a:t>Oracle.</a:t>
            </a:r>
            <a:endParaRPr lang="pt-BR" dirty="0"/>
          </a:p>
          <a:p>
            <a:pPr marL="742950" lvl="1" indent="-285750">
              <a:buFont typeface="Wingdings" panose="05000000000000000000" pitchFamily="2" charset="2"/>
              <a:buChar char="q"/>
            </a:pPr>
            <a:r>
              <a:rPr lang="pt-BR" dirty="0" smtClean="0"/>
              <a:t>Objetivo: Direcionar </a:t>
            </a:r>
            <a:r>
              <a:rPr lang="pt-BR" dirty="0"/>
              <a:t>as equipes do projeto na especificação funcional </a:t>
            </a:r>
            <a:r>
              <a:rPr lang="pt-BR" dirty="0" smtClean="0"/>
              <a:t>e desenvolvimento </a:t>
            </a:r>
            <a:r>
              <a:rPr lang="pt-BR" dirty="0"/>
              <a:t>de </a:t>
            </a:r>
            <a:r>
              <a:rPr lang="pt-BR" dirty="0" err="1"/>
              <a:t>CEMLIs</a:t>
            </a:r>
            <a:r>
              <a:rPr lang="pt-BR" dirty="0"/>
              <a:t> utilizando padrões estabelecidos </a:t>
            </a:r>
            <a:r>
              <a:rPr lang="pt-BR" dirty="0" smtClean="0"/>
              <a:t>pela Oracle</a:t>
            </a:r>
            <a:r>
              <a:rPr lang="pt-BR" dirty="0"/>
              <a:t>.</a:t>
            </a:r>
          </a:p>
          <a:p>
            <a:pPr marL="800100" lvl="1" indent="-342900">
              <a:lnSpc>
                <a:spcPct val="100000"/>
              </a:lnSpc>
              <a:spcBef>
                <a:spcPts val="0"/>
              </a:spcBef>
              <a:spcAft>
                <a:spcPts val="0"/>
              </a:spcAft>
              <a:buFont typeface="Wingdings" panose="05000000000000000000" pitchFamily="2" charset="2"/>
              <a:buChar char="q"/>
            </a:pPr>
            <a:endParaRPr lang="en-US"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a:p>
          <a:p>
            <a:pPr marL="800100" lvl="1" indent="-342900">
              <a:lnSpc>
                <a:spcPct val="100000"/>
              </a:lnSpc>
              <a:spcBef>
                <a:spcPts val="0"/>
              </a:spcBef>
              <a:spcAft>
                <a:spcPts val="0"/>
              </a:spcAft>
              <a:buFont typeface="Wingdings" panose="05000000000000000000" pitchFamily="2" charset="2"/>
              <a:buChar char="q"/>
            </a:pPr>
            <a:endParaRPr lang="pt-BR" dirty="0"/>
          </a:p>
          <a:p>
            <a:pPr marL="285750" indent="-285750">
              <a:buFont typeface="Wingdings" panose="05000000000000000000" pitchFamily="2" charset="2"/>
              <a:buChar char="q"/>
            </a:pPr>
            <a:endParaRPr lang="pt-BR" dirty="0" smtClean="0">
              <a:sym typeface="Wingdings" panose="05000000000000000000" pitchFamily="2" charset="2"/>
            </a:endParaRPr>
          </a:p>
          <a:p>
            <a:pPr marL="285750" indent="-285750">
              <a:buFont typeface="Wingdings" panose="05000000000000000000" pitchFamily="2" charset="2"/>
              <a:buChar char="q"/>
            </a:pPr>
            <a:endParaRPr lang="en-US"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Imagem 9" descr="http://1.bp.blogspot.com/-1Jd3oRtGFaY/UKxtqgVjrPI/AAAAAAAAADk/TyeYUv_WePQ/s400/Screen+Shot+2012-11-20+at+10.58.08+PM.png">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1691680" y="4357857"/>
            <a:ext cx="5544616" cy="2500143"/>
          </a:xfrm>
          <a:prstGeom prst="rect">
            <a:avLst/>
          </a:prstGeom>
          <a:noFill/>
          <a:ln>
            <a:noFill/>
          </a:ln>
        </p:spPr>
      </p:pic>
    </p:spTree>
    <p:extLst>
      <p:ext uri="{BB962C8B-B14F-4D97-AF65-F5344CB8AC3E}">
        <p14:creationId xmlns:p14="http://schemas.microsoft.com/office/powerpoint/2010/main" val="27312687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1"/>
            <a:ext cx="9144000" cy="908720"/>
          </a:xfrm>
        </p:spPr>
        <p:txBody>
          <a:bodyPr anchor="ctr"/>
          <a:lstStyle/>
          <a:p>
            <a:pPr algn="l"/>
            <a:r>
              <a:rPr lang="en-US" sz="4800" dirty="0"/>
              <a:t>T</a:t>
            </a:r>
            <a:r>
              <a:rPr lang="en-US" altLang="pt-BR" sz="4800" dirty="0"/>
              <a:t>ypical Implementation Lifecycle</a:t>
            </a:r>
            <a:endParaRPr lang="pt-BR" sz="4800" dirty="0">
              <a:solidFill>
                <a:schemeClr val="tx1"/>
              </a:solidFill>
            </a:endParaRPr>
          </a:p>
        </p:txBody>
      </p:sp>
      <p:pic>
        <p:nvPicPr>
          <p:cNvPr id="3" name="Image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0600"/>
            <a:ext cx="9144000" cy="5174704"/>
          </a:xfrm>
          <a:prstGeom prst="rect">
            <a:avLst/>
          </a:prstGeom>
        </p:spPr>
      </p:pic>
    </p:spTree>
    <p:extLst>
      <p:ext uri="{BB962C8B-B14F-4D97-AF65-F5344CB8AC3E}">
        <p14:creationId xmlns:p14="http://schemas.microsoft.com/office/powerpoint/2010/main" val="6169453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TIL</a:t>
            </a:r>
            <a:endParaRPr lang="pt-BR" dirty="0"/>
          </a:p>
        </p:txBody>
      </p:sp>
      <p:cxnSp>
        <p:nvCxnSpPr>
          <p:cNvPr id="4"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2923826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TIL</a:t>
            </a:r>
            <a:endParaRPr lang="pt-BR" dirty="0"/>
          </a:p>
        </p:txBody>
      </p:sp>
      <p:cxnSp>
        <p:nvCxnSpPr>
          <p:cNvPr id="4"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CaixaDeTexto 4"/>
          <p:cNvSpPr txBox="1"/>
          <p:nvPr/>
        </p:nvSpPr>
        <p:spPr>
          <a:xfrm>
            <a:off x="0" y="908720"/>
            <a:ext cx="8964488" cy="3471720"/>
          </a:xfrm>
          <a:prstGeom prst="rect">
            <a:avLst/>
          </a:prstGeom>
          <a:noFill/>
        </p:spPr>
        <p:txBody>
          <a:bodyPr wrap="square" rtlCol="0">
            <a:spAutoFit/>
          </a:bodyPr>
          <a:lstStyle/>
          <a:p>
            <a:pPr marL="285750" indent="-285750">
              <a:buFont typeface="Wingdings" charset="2"/>
              <a:buChar char="q"/>
            </a:pPr>
            <a:r>
              <a:rPr lang="en-US" dirty="0" err="1" smtClean="0"/>
              <a:t>Manualmente</a:t>
            </a:r>
            <a:r>
              <a:rPr lang="en-US" dirty="0"/>
              <a:t>: </a:t>
            </a:r>
            <a:r>
              <a:rPr lang="en-US" dirty="0" err="1" smtClean="0"/>
              <a:t>Digita</a:t>
            </a:r>
            <a:r>
              <a:rPr lang="en-US" dirty="0" smtClean="0"/>
              <a:t>-se o </a:t>
            </a:r>
            <a:r>
              <a:rPr lang="en-US" dirty="0" err="1" smtClean="0"/>
              <a:t>que</a:t>
            </a:r>
            <a:r>
              <a:rPr lang="en-US" dirty="0" smtClean="0"/>
              <a:t> </a:t>
            </a:r>
            <a:r>
              <a:rPr lang="en-US" dirty="0" err="1" smtClean="0"/>
              <a:t>testou</a:t>
            </a:r>
            <a:r>
              <a:rPr lang="en-US" dirty="0" smtClean="0"/>
              <a:t> no </a:t>
            </a:r>
            <a:r>
              <a:rPr lang="en-US" dirty="0" err="1" smtClean="0"/>
              <a:t>CRPn</a:t>
            </a:r>
            <a:r>
              <a:rPr lang="en-US" dirty="0" smtClean="0"/>
              <a:t> no GOLD; </a:t>
            </a:r>
            <a:r>
              <a:rPr lang="en-US" dirty="0" err="1" smtClean="0"/>
              <a:t>Suscetível</a:t>
            </a:r>
            <a:r>
              <a:rPr lang="en-US" dirty="0" smtClean="0"/>
              <a:t> a </a:t>
            </a:r>
            <a:r>
              <a:rPr lang="en-US" dirty="0" err="1" smtClean="0"/>
              <a:t>erro</a:t>
            </a:r>
            <a:r>
              <a:rPr lang="en-US" dirty="0" smtClean="0"/>
              <a:t> no </a:t>
            </a:r>
            <a:r>
              <a:rPr lang="en-US" dirty="0" err="1" smtClean="0"/>
              <a:t>ambiente</a:t>
            </a:r>
            <a:r>
              <a:rPr lang="en-US" dirty="0" smtClean="0"/>
              <a:t> </a:t>
            </a:r>
            <a:r>
              <a:rPr lang="en-US" dirty="0" err="1" smtClean="0"/>
              <a:t>alvo</a:t>
            </a:r>
            <a:r>
              <a:rPr lang="en-US" dirty="0" smtClean="0"/>
              <a:t>.</a:t>
            </a:r>
          </a:p>
          <a:p>
            <a:pPr marL="285750" indent="-285750">
              <a:buFont typeface="Wingdings" charset="2"/>
              <a:buChar char="q"/>
            </a:pPr>
            <a:r>
              <a:rPr lang="en-US" dirty="0" smtClean="0"/>
              <a:t>FNDLOAD: Scripts </a:t>
            </a:r>
            <a:r>
              <a:rPr lang="en-US" dirty="0" err="1" smtClean="0"/>
              <a:t>contidas</a:t>
            </a:r>
            <a:r>
              <a:rPr lang="en-US" dirty="0" smtClean="0"/>
              <a:t> no Sistema </a:t>
            </a:r>
            <a:r>
              <a:rPr lang="en-US" dirty="0" err="1" smtClean="0"/>
              <a:t>Operacional</a:t>
            </a:r>
            <a:r>
              <a:rPr lang="en-US" dirty="0" smtClean="0"/>
              <a:t> para </a:t>
            </a:r>
            <a:r>
              <a:rPr lang="en-US" dirty="0" err="1" smtClean="0"/>
              <a:t>baixar</a:t>
            </a:r>
            <a:r>
              <a:rPr lang="en-US" dirty="0" smtClean="0"/>
              <a:t> dados de </a:t>
            </a:r>
            <a:r>
              <a:rPr lang="en-US" dirty="0" err="1" smtClean="0"/>
              <a:t>uma</a:t>
            </a:r>
            <a:r>
              <a:rPr lang="en-US" dirty="0" smtClean="0"/>
              <a:t> </a:t>
            </a:r>
            <a:r>
              <a:rPr lang="en-US" dirty="0" err="1" smtClean="0"/>
              <a:t>aplicação</a:t>
            </a:r>
            <a:r>
              <a:rPr lang="en-US" dirty="0" smtClean="0"/>
              <a:t> e lava-lo a outro </a:t>
            </a:r>
            <a:r>
              <a:rPr lang="en-US" dirty="0" err="1" smtClean="0"/>
              <a:t>ambiente</a:t>
            </a:r>
            <a:r>
              <a:rPr lang="en-US" dirty="0" smtClean="0"/>
              <a:t>; </a:t>
            </a:r>
            <a:r>
              <a:rPr lang="en-US" dirty="0" err="1" smtClean="0"/>
              <a:t>Necessidade</a:t>
            </a:r>
            <a:r>
              <a:rPr lang="en-US" dirty="0" smtClean="0"/>
              <a:t> do </a:t>
            </a:r>
            <a:r>
              <a:rPr lang="en-US" dirty="0" err="1" smtClean="0"/>
              <a:t>consultor</a:t>
            </a:r>
            <a:r>
              <a:rPr lang="en-US" dirty="0" smtClean="0"/>
              <a:t> </a:t>
            </a:r>
            <a:r>
              <a:rPr lang="en-US" dirty="0" err="1" smtClean="0"/>
              <a:t>conhecer</a:t>
            </a:r>
            <a:r>
              <a:rPr lang="en-US" dirty="0" smtClean="0"/>
              <a:t> o </a:t>
            </a:r>
            <a:r>
              <a:rPr lang="en-US" dirty="0" err="1" smtClean="0"/>
              <a:t>ambiente</a:t>
            </a:r>
            <a:r>
              <a:rPr lang="en-US" dirty="0" smtClean="0"/>
              <a:t> Unix e </a:t>
            </a:r>
            <a:r>
              <a:rPr lang="en-US" dirty="0" err="1" smtClean="0"/>
              <a:t>os</a:t>
            </a:r>
            <a:r>
              <a:rPr lang="en-US" dirty="0" smtClean="0"/>
              <a:t> </a:t>
            </a:r>
            <a:r>
              <a:rPr lang="en-US" dirty="0" err="1" smtClean="0"/>
              <a:t>comandos</a:t>
            </a:r>
            <a:r>
              <a:rPr lang="en-US" dirty="0" smtClean="0"/>
              <a:t> FNDLOAD; (BBTS </a:t>
            </a:r>
            <a:r>
              <a:rPr lang="en-US" dirty="0" err="1" smtClean="0"/>
              <a:t>já</a:t>
            </a:r>
            <a:r>
              <a:rPr lang="en-US" dirty="0" smtClean="0"/>
              <a:t> </a:t>
            </a:r>
            <a:r>
              <a:rPr lang="en-US" dirty="0" err="1" smtClean="0"/>
              <a:t>possui</a:t>
            </a:r>
            <a:r>
              <a:rPr lang="en-US" dirty="0" smtClean="0"/>
              <a:t> </a:t>
            </a:r>
            <a:r>
              <a:rPr lang="en-US" dirty="0" err="1" smtClean="0"/>
              <a:t>inúmeras</a:t>
            </a:r>
            <a:r>
              <a:rPr lang="en-US" dirty="0" smtClean="0"/>
              <a:t> scripts de up e down);</a:t>
            </a:r>
          </a:p>
          <a:p>
            <a:pPr marL="285750" indent="-285750">
              <a:buFont typeface="Wingdings" charset="2"/>
              <a:buChar char="q"/>
            </a:pPr>
            <a:r>
              <a:rPr lang="en-US" dirty="0" err="1" smtClean="0"/>
              <a:t>iSetup</a:t>
            </a:r>
            <a:r>
              <a:rPr lang="en-US" dirty="0" smtClean="0"/>
              <a:t>: </a:t>
            </a:r>
            <a:r>
              <a:rPr lang="en-US" dirty="0" err="1" smtClean="0"/>
              <a:t>Módulo</a:t>
            </a:r>
            <a:r>
              <a:rPr lang="en-US" dirty="0" smtClean="0"/>
              <a:t> </a:t>
            </a:r>
            <a:r>
              <a:rPr lang="en-US" dirty="0" err="1" smtClean="0"/>
              <a:t>fornecido</a:t>
            </a:r>
            <a:r>
              <a:rPr lang="en-US" dirty="0" smtClean="0"/>
              <a:t> </a:t>
            </a:r>
            <a:r>
              <a:rPr lang="en-US" dirty="0" err="1" smtClean="0"/>
              <a:t>pelo</a:t>
            </a:r>
            <a:r>
              <a:rPr lang="en-US" dirty="0" smtClean="0"/>
              <a:t> </a:t>
            </a:r>
            <a:r>
              <a:rPr lang="en-US" dirty="0" err="1" smtClean="0"/>
              <a:t>eBusiness</a:t>
            </a:r>
            <a:r>
              <a:rPr lang="en-US" dirty="0" smtClean="0"/>
              <a:t> Suite, </a:t>
            </a:r>
            <a:r>
              <a:rPr lang="en-US" dirty="0" err="1" smtClean="0"/>
              <a:t>que</a:t>
            </a:r>
            <a:r>
              <a:rPr lang="en-US" dirty="0" smtClean="0"/>
              <a:t> </a:t>
            </a:r>
            <a:r>
              <a:rPr lang="en-US" dirty="0" err="1" smtClean="0"/>
              <a:t>permite</a:t>
            </a:r>
            <a:r>
              <a:rPr lang="en-US" dirty="0" smtClean="0"/>
              <a:t> a </a:t>
            </a:r>
            <a:r>
              <a:rPr lang="en-US" dirty="0" err="1" smtClean="0"/>
              <a:t>migração</a:t>
            </a:r>
            <a:r>
              <a:rPr lang="en-US" dirty="0" smtClean="0"/>
              <a:t> de </a:t>
            </a:r>
            <a:r>
              <a:rPr lang="en-US" dirty="0" err="1" smtClean="0"/>
              <a:t>configurações</a:t>
            </a:r>
            <a:r>
              <a:rPr lang="en-US" dirty="0" smtClean="0"/>
              <a:t> de um </a:t>
            </a:r>
            <a:r>
              <a:rPr lang="en-US" dirty="0" err="1" smtClean="0"/>
              <a:t>ambiente</a:t>
            </a:r>
            <a:r>
              <a:rPr lang="en-US" dirty="0"/>
              <a:t> para outro; </a:t>
            </a:r>
            <a:r>
              <a:rPr lang="en-US" dirty="0" smtClean="0"/>
              <a:t>As </a:t>
            </a:r>
            <a:r>
              <a:rPr lang="en-US" dirty="0" err="1"/>
              <a:t>instâncias</a:t>
            </a:r>
            <a:r>
              <a:rPr lang="en-US" dirty="0"/>
              <a:t> de </a:t>
            </a:r>
            <a:r>
              <a:rPr lang="en-US" dirty="0" err="1"/>
              <a:t>origem</a:t>
            </a:r>
            <a:r>
              <a:rPr lang="en-US" dirty="0"/>
              <a:t> e de </a:t>
            </a:r>
            <a:r>
              <a:rPr lang="en-US" dirty="0" err="1"/>
              <a:t>destino</a:t>
            </a:r>
            <a:r>
              <a:rPr lang="en-US" dirty="0"/>
              <a:t> </a:t>
            </a:r>
            <a:r>
              <a:rPr lang="en-US" dirty="0" err="1"/>
              <a:t>devem</a:t>
            </a:r>
            <a:r>
              <a:rPr lang="en-US" dirty="0"/>
              <a:t> </a:t>
            </a:r>
            <a:r>
              <a:rPr lang="en-US" dirty="0" err="1" smtClean="0"/>
              <a:t>estar</a:t>
            </a:r>
            <a:r>
              <a:rPr lang="en-US" dirty="0" smtClean="0"/>
              <a:t> </a:t>
            </a:r>
            <a:r>
              <a:rPr lang="en-US" dirty="0" err="1" smtClean="0"/>
              <a:t>nos</a:t>
            </a:r>
            <a:r>
              <a:rPr lang="en-US" dirty="0" smtClean="0"/>
              <a:t> </a:t>
            </a:r>
            <a:r>
              <a:rPr lang="en-US" dirty="0" err="1"/>
              <a:t>mesmos</a:t>
            </a:r>
            <a:r>
              <a:rPr lang="en-US" dirty="0"/>
              <a:t> </a:t>
            </a:r>
            <a:r>
              <a:rPr lang="en-US" dirty="0" err="1"/>
              <a:t>níveis</a:t>
            </a:r>
            <a:r>
              <a:rPr lang="en-US" dirty="0"/>
              <a:t> </a:t>
            </a:r>
            <a:r>
              <a:rPr lang="en-US" dirty="0" smtClean="0"/>
              <a:t>de patches. (Tem </a:t>
            </a:r>
            <a:r>
              <a:rPr lang="en-US" dirty="0" err="1" smtClean="0"/>
              <a:t>que</a:t>
            </a:r>
            <a:r>
              <a:rPr lang="en-US" dirty="0" smtClean="0"/>
              <a:t> </a:t>
            </a:r>
            <a:r>
              <a:rPr lang="en-US" dirty="0" err="1" smtClean="0"/>
              <a:t>ser</a:t>
            </a:r>
            <a:r>
              <a:rPr lang="en-US" dirty="0" smtClean="0"/>
              <a:t> </a:t>
            </a:r>
            <a:r>
              <a:rPr lang="en-US" dirty="0" err="1" smtClean="0"/>
              <a:t>configurado</a:t>
            </a:r>
            <a:r>
              <a:rPr lang="en-US" dirty="0" smtClean="0"/>
              <a:t>).</a:t>
            </a:r>
            <a:endParaRPr lang="pt-BR" dirty="0"/>
          </a:p>
        </p:txBody>
      </p:sp>
    </p:spTree>
    <p:extLst>
      <p:ext uri="{BB962C8B-B14F-4D97-AF65-F5344CB8AC3E}">
        <p14:creationId xmlns:p14="http://schemas.microsoft.com/office/powerpoint/2010/main" val="7970557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Em resumo TIL</a:t>
            </a:r>
            <a:endParaRPr lang="pt-BR" dirty="0"/>
          </a:p>
        </p:txBody>
      </p:sp>
      <p:sp>
        <p:nvSpPr>
          <p:cNvPr id="4" name="CaixaDeTexto 3"/>
          <p:cNvSpPr txBox="1"/>
          <p:nvPr/>
        </p:nvSpPr>
        <p:spPr>
          <a:xfrm>
            <a:off x="-1" y="890549"/>
            <a:ext cx="9143999" cy="5992410"/>
          </a:xfrm>
          <a:prstGeom prst="rect">
            <a:avLst/>
          </a:prstGeom>
          <a:solidFill>
            <a:schemeClr val="bg1"/>
          </a:solidFill>
        </p:spPr>
        <p:txBody>
          <a:bodyPr wrap="square" rtlCol="0">
            <a:spAutoFit/>
          </a:bodyPr>
          <a:lstStyle/>
          <a:p>
            <a:pPr marL="285750" indent="-285750">
              <a:buFont typeface="Wingdings" panose="05000000000000000000" pitchFamily="2" charset="2"/>
              <a:buChar char="q"/>
            </a:pPr>
            <a:r>
              <a:rPr lang="pt-BR" dirty="0" smtClean="0"/>
              <a:t>Resumo:</a:t>
            </a:r>
          </a:p>
          <a:p>
            <a:pPr marL="742950" lvl="1" indent="-285750">
              <a:buFont typeface="Wingdings" panose="05000000000000000000" pitchFamily="2" charset="2"/>
              <a:buChar char="q"/>
            </a:pPr>
            <a:r>
              <a:rPr lang="pt-BR" dirty="0" smtClean="0"/>
              <a:t>Processos manuais podem gerar erros, que </a:t>
            </a:r>
            <a:r>
              <a:rPr lang="pt-BR" dirty="0" err="1" smtClean="0"/>
              <a:t>n</a:t>
            </a:r>
            <a:r>
              <a:rPr lang="en-US" dirty="0" err="1" smtClean="0"/>
              <a:t>ão</a:t>
            </a:r>
            <a:r>
              <a:rPr lang="en-US" dirty="0" smtClean="0"/>
              <a:t> </a:t>
            </a:r>
            <a:r>
              <a:rPr lang="en-US" dirty="0" err="1" smtClean="0"/>
              <a:t>poderão</a:t>
            </a:r>
            <a:r>
              <a:rPr lang="en-US" dirty="0" smtClean="0"/>
              <a:t> </a:t>
            </a:r>
            <a:r>
              <a:rPr lang="en-US" dirty="0" err="1" smtClean="0"/>
              <a:t>ser</a:t>
            </a:r>
            <a:r>
              <a:rPr lang="en-US" dirty="0" smtClean="0"/>
              <a:t> </a:t>
            </a:r>
            <a:r>
              <a:rPr lang="en-US" dirty="0" err="1" smtClean="0"/>
              <a:t>excluidos</a:t>
            </a:r>
            <a:r>
              <a:rPr lang="en-US" dirty="0" smtClean="0"/>
              <a:t> </a:t>
            </a:r>
            <a:r>
              <a:rPr lang="en-US" dirty="0" err="1" smtClean="0"/>
              <a:t>pelo</a:t>
            </a:r>
            <a:r>
              <a:rPr lang="en-US" dirty="0" smtClean="0"/>
              <a:t> Sistema;</a:t>
            </a:r>
          </a:p>
          <a:p>
            <a:pPr marL="742950" lvl="1" indent="-285750">
              <a:buFont typeface="Wingdings" panose="05000000000000000000" pitchFamily="2" charset="2"/>
              <a:buChar char="q"/>
            </a:pPr>
            <a:r>
              <a:rPr lang="en-US" dirty="0" smtClean="0"/>
              <a:t>FNDLOAD </a:t>
            </a:r>
            <a:r>
              <a:rPr lang="en-US" dirty="0" err="1" smtClean="0"/>
              <a:t>requer</a:t>
            </a:r>
            <a:r>
              <a:rPr lang="en-US" dirty="0" smtClean="0"/>
              <a:t> </a:t>
            </a:r>
            <a:r>
              <a:rPr lang="en-US" dirty="0" err="1" smtClean="0"/>
              <a:t>conhecimento</a:t>
            </a:r>
            <a:r>
              <a:rPr lang="en-US" dirty="0" smtClean="0"/>
              <a:t> do </a:t>
            </a:r>
            <a:r>
              <a:rPr lang="en-US" dirty="0" err="1" smtClean="0"/>
              <a:t>Consultor</a:t>
            </a:r>
            <a:r>
              <a:rPr lang="en-US" dirty="0" smtClean="0"/>
              <a:t> </a:t>
            </a:r>
            <a:r>
              <a:rPr lang="en-US" dirty="0" err="1" smtClean="0"/>
              <a:t>em</a:t>
            </a:r>
            <a:r>
              <a:rPr lang="en-US" dirty="0" smtClean="0"/>
              <a:t> Unix </a:t>
            </a:r>
            <a:r>
              <a:rPr lang="en-US" dirty="0" err="1" smtClean="0"/>
              <a:t>ou</a:t>
            </a:r>
            <a:r>
              <a:rPr lang="en-US" dirty="0" smtClean="0"/>
              <a:t> a </a:t>
            </a:r>
            <a:r>
              <a:rPr lang="en-US" dirty="0" err="1" smtClean="0"/>
              <a:t>centralização</a:t>
            </a:r>
            <a:r>
              <a:rPr lang="en-US" dirty="0" smtClean="0"/>
              <a:t> das </a:t>
            </a:r>
            <a:r>
              <a:rPr lang="en-US" dirty="0" err="1" smtClean="0"/>
              <a:t>solicitação</a:t>
            </a:r>
            <a:r>
              <a:rPr lang="en-US" dirty="0" smtClean="0"/>
              <a:t> a um ATG;</a:t>
            </a:r>
          </a:p>
          <a:p>
            <a:pPr marL="742950" lvl="1" indent="-285750">
              <a:buFont typeface="Wingdings" panose="05000000000000000000" pitchFamily="2" charset="2"/>
              <a:buChar char="q"/>
            </a:pPr>
            <a:r>
              <a:rPr lang="en-US" dirty="0" err="1" smtClean="0"/>
              <a:t>iSetup</a:t>
            </a:r>
            <a:r>
              <a:rPr lang="en-US" dirty="0"/>
              <a:t> </a:t>
            </a:r>
            <a:r>
              <a:rPr lang="en-US" dirty="0" err="1" smtClean="0"/>
              <a:t>não</a:t>
            </a:r>
            <a:r>
              <a:rPr lang="en-US" dirty="0" smtClean="0"/>
              <a:t> </a:t>
            </a:r>
            <a:r>
              <a:rPr lang="en-US" dirty="0" err="1" smtClean="0"/>
              <a:t>configurado</a:t>
            </a:r>
            <a:r>
              <a:rPr lang="en-US" dirty="0" smtClean="0"/>
              <a:t> no </a:t>
            </a:r>
            <a:r>
              <a:rPr lang="en-US" dirty="0" err="1" smtClean="0"/>
              <a:t>ambiente</a:t>
            </a:r>
            <a:r>
              <a:rPr lang="en-US" dirty="0" smtClean="0"/>
              <a:t> da BBTS, </a:t>
            </a:r>
            <a:r>
              <a:rPr lang="en-US" dirty="0" err="1" smtClean="0"/>
              <a:t>alguns</a:t>
            </a:r>
            <a:r>
              <a:rPr lang="en-US" dirty="0" smtClean="0"/>
              <a:t> </a:t>
            </a:r>
            <a:r>
              <a:rPr lang="en-US" dirty="0" err="1" smtClean="0"/>
              <a:t>problemas</a:t>
            </a:r>
            <a:r>
              <a:rPr lang="en-US" dirty="0" smtClean="0"/>
              <a:t> </a:t>
            </a:r>
            <a:r>
              <a:rPr lang="en-US" dirty="0" err="1" smtClean="0"/>
              <a:t>na</a:t>
            </a:r>
            <a:r>
              <a:rPr lang="en-US" dirty="0" smtClean="0"/>
              <a:t> </a:t>
            </a:r>
            <a:r>
              <a:rPr lang="en-US" dirty="0" err="1" smtClean="0"/>
              <a:t>versão</a:t>
            </a:r>
            <a:r>
              <a:rPr lang="en-US" dirty="0" smtClean="0"/>
              <a:t> 11i.9. </a:t>
            </a:r>
            <a:r>
              <a:rPr lang="en-US" dirty="0" err="1" smtClean="0"/>
              <a:t>Necessita</a:t>
            </a:r>
            <a:r>
              <a:rPr lang="en-US" dirty="0" smtClean="0"/>
              <a:t> </a:t>
            </a:r>
            <a:r>
              <a:rPr lang="en-US" dirty="0" err="1" smtClean="0"/>
              <a:t>instalar</a:t>
            </a:r>
            <a:r>
              <a:rPr lang="en-US" dirty="0" smtClean="0"/>
              <a:t> e </a:t>
            </a:r>
            <a:r>
              <a:rPr lang="en-US" dirty="0" err="1" smtClean="0"/>
              <a:t>testar</a:t>
            </a:r>
            <a:r>
              <a:rPr lang="en-US" dirty="0" smtClean="0"/>
              <a:t>.</a:t>
            </a:r>
            <a:endParaRPr lang="pt-BR" dirty="0"/>
          </a:p>
          <a:p>
            <a:pPr marL="800100" lvl="1" indent="-342900">
              <a:lnSpc>
                <a:spcPct val="100000"/>
              </a:lnSpc>
              <a:spcBef>
                <a:spcPts val="0"/>
              </a:spcBef>
              <a:spcAft>
                <a:spcPts val="0"/>
              </a:spcAft>
              <a:buFont typeface="Wingdings" panose="05000000000000000000" pitchFamily="2" charset="2"/>
              <a:buChar char="q"/>
            </a:pPr>
            <a:endParaRPr lang="en-US"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smtClean="0"/>
          </a:p>
          <a:p>
            <a:pPr marL="800100" lvl="1" indent="-342900">
              <a:lnSpc>
                <a:spcPct val="100000"/>
              </a:lnSpc>
              <a:spcBef>
                <a:spcPts val="0"/>
              </a:spcBef>
              <a:spcAft>
                <a:spcPts val="0"/>
              </a:spcAft>
              <a:buFont typeface="Wingdings" panose="05000000000000000000" pitchFamily="2" charset="2"/>
              <a:buChar char="q"/>
            </a:pPr>
            <a:endParaRPr lang="pt-BR" dirty="0"/>
          </a:p>
          <a:p>
            <a:pPr marL="800100" lvl="1" indent="-342900">
              <a:lnSpc>
                <a:spcPct val="100000"/>
              </a:lnSpc>
              <a:spcBef>
                <a:spcPts val="0"/>
              </a:spcBef>
              <a:spcAft>
                <a:spcPts val="0"/>
              </a:spcAft>
              <a:buFont typeface="Wingdings" panose="05000000000000000000" pitchFamily="2" charset="2"/>
              <a:buChar char="q"/>
            </a:pPr>
            <a:endParaRPr lang="pt-BR" dirty="0"/>
          </a:p>
          <a:p>
            <a:pPr marL="285750" indent="-285750">
              <a:buFont typeface="Wingdings" panose="05000000000000000000" pitchFamily="2" charset="2"/>
              <a:buChar char="q"/>
            </a:pPr>
            <a:endParaRPr lang="pt-BR" dirty="0" smtClean="0">
              <a:sym typeface="Wingdings" panose="05000000000000000000" pitchFamily="2" charset="2"/>
            </a:endParaRPr>
          </a:p>
          <a:p>
            <a:pPr marL="285750" indent="-285750">
              <a:buFont typeface="Wingdings" panose="05000000000000000000" pitchFamily="2" charset="2"/>
              <a:buChar char="q"/>
            </a:pPr>
            <a:endParaRPr lang="en-US"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0026847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0" y="1"/>
            <a:ext cx="9144000" cy="908720"/>
          </a:xfrm>
          <a:prstGeom prst="rect">
            <a:avLst/>
          </a:prstGeom>
        </p:spPr>
        <p:txBody>
          <a:bodyPr anchor="ct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en-US" altLang="en-US" b="1" dirty="0" err="1" smtClean="0">
                <a:solidFill>
                  <a:schemeClr val="tx1"/>
                </a:solidFill>
              </a:rPr>
              <a:t>Padrão</a:t>
            </a:r>
            <a:r>
              <a:rPr lang="en-US" altLang="en-US" b="1" dirty="0" smtClean="0">
                <a:solidFill>
                  <a:schemeClr val="tx1"/>
                </a:solidFill>
              </a:rPr>
              <a:t> – War Room</a:t>
            </a:r>
            <a:endParaRPr lang="pt-BR" dirty="0">
              <a:solidFill>
                <a:schemeClr val="tx1"/>
              </a:solidFill>
            </a:endParaRPr>
          </a:p>
        </p:txBody>
      </p:sp>
      <p:pic>
        <p:nvPicPr>
          <p:cNvPr id="3" name="Image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94" y="836712"/>
            <a:ext cx="9089010" cy="5112568"/>
          </a:xfrm>
          <a:prstGeom prst="rect">
            <a:avLst/>
          </a:prstGeom>
        </p:spPr>
      </p:pic>
    </p:spTree>
    <p:extLst>
      <p:ext uri="{BB962C8B-B14F-4D97-AF65-F5344CB8AC3E}">
        <p14:creationId xmlns:p14="http://schemas.microsoft.com/office/powerpoint/2010/main" val="9924216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6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Padrão</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CaixaDeTexto 3"/>
          <p:cNvSpPr txBox="1"/>
          <p:nvPr/>
        </p:nvSpPr>
        <p:spPr>
          <a:xfrm>
            <a:off x="-1" y="908720"/>
            <a:ext cx="9144000" cy="4219617"/>
          </a:xfrm>
          <a:prstGeom prst="rect">
            <a:avLst/>
          </a:prstGeom>
          <a:noFill/>
        </p:spPr>
        <p:txBody>
          <a:bodyPr wrap="square" rtlCol="0">
            <a:spAutoFit/>
          </a:bodyPr>
          <a:lstStyle/>
          <a:p>
            <a:pPr marL="285750" indent="-285750">
              <a:buFont typeface="Wingdings" panose="05000000000000000000" pitchFamily="2" charset="2"/>
              <a:buChar char="q"/>
            </a:pPr>
            <a:r>
              <a:rPr lang="en-US" dirty="0" err="1" smtClean="0"/>
              <a:t>Todas</a:t>
            </a:r>
            <a:r>
              <a:rPr lang="en-US" dirty="0" smtClean="0"/>
              <a:t> as </a:t>
            </a:r>
            <a:r>
              <a:rPr lang="en-US" dirty="0" err="1" smtClean="0"/>
              <a:t>documentações</a:t>
            </a:r>
            <a:r>
              <a:rPr lang="en-US" dirty="0" smtClean="0"/>
              <a:t> </a:t>
            </a:r>
            <a:r>
              <a:rPr lang="en-US" dirty="0" err="1" smtClean="0"/>
              <a:t>deverão</a:t>
            </a:r>
            <a:r>
              <a:rPr lang="en-US" dirty="0" smtClean="0"/>
              <a:t> </a:t>
            </a:r>
            <a:r>
              <a:rPr lang="en-US" dirty="0" err="1" smtClean="0"/>
              <a:t>ser</a:t>
            </a:r>
            <a:r>
              <a:rPr lang="en-US" dirty="0" smtClean="0"/>
              <a:t> </a:t>
            </a:r>
            <a:r>
              <a:rPr lang="en-US" dirty="0" err="1" smtClean="0"/>
              <a:t>colocadas</a:t>
            </a:r>
            <a:r>
              <a:rPr lang="en-US" dirty="0" smtClean="0"/>
              <a:t> </a:t>
            </a:r>
            <a:r>
              <a:rPr lang="en-US" dirty="0" err="1" smtClean="0"/>
              <a:t>em</a:t>
            </a:r>
            <a:r>
              <a:rPr lang="en-US" dirty="0" smtClean="0"/>
              <a:t> um </a:t>
            </a:r>
            <a:r>
              <a:rPr lang="en-US" dirty="0" err="1" smtClean="0"/>
              <a:t>repositório</a:t>
            </a:r>
            <a:r>
              <a:rPr lang="en-US" dirty="0" smtClean="0"/>
              <a:t>: </a:t>
            </a:r>
            <a:r>
              <a:rPr lang="en-US" dirty="0" smtClean="0">
                <a:hlinkClick r:id="rId2"/>
              </a:rPr>
              <a:t>http://alm.cobra.com.br:18080/svn/EBS_12_2_4</a:t>
            </a:r>
            <a:endParaRPr lang="en-US" dirty="0" smtClean="0"/>
          </a:p>
          <a:p>
            <a:pPr marL="1200150" lvl="2" indent="-285750">
              <a:buFont typeface="Wingdings" panose="05000000000000000000" pitchFamily="2" charset="2"/>
              <a:buChar char="q"/>
            </a:pPr>
            <a:r>
              <a:rPr lang="en-US" dirty="0" smtClean="0"/>
              <a:t>O </a:t>
            </a:r>
            <a:r>
              <a:rPr lang="en-US" dirty="0" err="1" smtClean="0"/>
              <a:t>colaborador</a:t>
            </a:r>
            <a:r>
              <a:rPr lang="en-US" dirty="0" smtClean="0"/>
              <a:t> </a:t>
            </a:r>
            <a:r>
              <a:rPr lang="en-US" dirty="0" err="1" smtClean="0"/>
              <a:t>deverá</a:t>
            </a:r>
            <a:r>
              <a:rPr lang="en-US" dirty="0" smtClean="0"/>
              <a:t> </a:t>
            </a:r>
            <a:r>
              <a:rPr lang="en-US" dirty="0" err="1" smtClean="0"/>
              <a:t>efetuar</a:t>
            </a:r>
            <a:r>
              <a:rPr lang="en-US" dirty="0" smtClean="0"/>
              <a:t> o commit, </a:t>
            </a:r>
            <a:r>
              <a:rPr lang="en-US" dirty="0" err="1" smtClean="0"/>
              <a:t>pelo</a:t>
            </a:r>
            <a:r>
              <a:rPr lang="en-US" dirty="0" smtClean="0"/>
              <a:t> </a:t>
            </a:r>
            <a:r>
              <a:rPr lang="en-US" dirty="0" err="1" smtClean="0"/>
              <a:t>menos</a:t>
            </a:r>
            <a:r>
              <a:rPr lang="en-US" dirty="0" smtClean="0"/>
              <a:t> </a:t>
            </a:r>
            <a:r>
              <a:rPr lang="en-US" dirty="0" err="1" smtClean="0"/>
              <a:t>duas</a:t>
            </a:r>
            <a:r>
              <a:rPr lang="en-US" dirty="0" smtClean="0"/>
              <a:t> </a:t>
            </a:r>
            <a:r>
              <a:rPr lang="en-US" dirty="0" err="1" smtClean="0"/>
              <a:t>vezes</a:t>
            </a:r>
            <a:r>
              <a:rPr lang="en-US" dirty="0" smtClean="0"/>
              <a:t> </a:t>
            </a:r>
            <a:r>
              <a:rPr lang="en-US" dirty="0" err="1" smtClean="0"/>
              <a:t>ao</a:t>
            </a:r>
            <a:r>
              <a:rPr lang="en-US" dirty="0" smtClean="0"/>
              <a:t> </a:t>
            </a:r>
            <a:r>
              <a:rPr lang="en-US" dirty="0" err="1" smtClean="0"/>
              <a:t>dia</a:t>
            </a:r>
            <a:r>
              <a:rPr lang="en-US" dirty="0" smtClean="0"/>
              <a:t>: antes do </a:t>
            </a:r>
            <a:r>
              <a:rPr lang="en-US" dirty="0" err="1" smtClean="0"/>
              <a:t>almoço</a:t>
            </a:r>
            <a:r>
              <a:rPr lang="en-US" dirty="0" smtClean="0"/>
              <a:t> e antes de </a:t>
            </a:r>
            <a:r>
              <a:rPr lang="en-US" dirty="0" err="1" smtClean="0"/>
              <a:t>terminar</a:t>
            </a:r>
            <a:r>
              <a:rPr lang="en-US" dirty="0" smtClean="0"/>
              <a:t> o </a:t>
            </a:r>
            <a:r>
              <a:rPr lang="en-US" dirty="0" err="1" smtClean="0"/>
              <a:t>expediente</a:t>
            </a:r>
            <a:r>
              <a:rPr lang="en-US" dirty="0" smtClean="0"/>
              <a:t>.</a:t>
            </a:r>
          </a:p>
          <a:p>
            <a:pPr marL="285750" indent="-285750">
              <a:buFont typeface="Wingdings" panose="05000000000000000000" pitchFamily="2" charset="2"/>
              <a:buChar char="q"/>
            </a:pPr>
            <a:r>
              <a:rPr lang="en-US" dirty="0" err="1" smtClean="0"/>
              <a:t>Todos</a:t>
            </a:r>
            <a:r>
              <a:rPr lang="en-US" dirty="0" smtClean="0"/>
              <a:t> </a:t>
            </a:r>
            <a:r>
              <a:rPr lang="en-US" dirty="0" err="1" smtClean="0"/>
              <a:t>os</a:t>
            </a:r>
            <a:r>
              <a:rPr lang="en-US" dirty="0" smtClean="0"/>
              <a:t> </a:t>
            </a:r>
            <a:r>
              <a:rPr lang="en-US" dirty="0" err="1" smtClean="0"/>
              <a:t>objetos</a:t>
            </a:r>
            <a:r>
              <a:rPr lang="en-US" dirty="0" smtClean="0"/>
              <a:t> a </a:t>
            </a:r>
            <a:r>
              <a:rPr lang="en-US" dirty="0" err="1" smtClean="0"/>
              <a:t>serem</a:t>
            </a:r>
            <a:r>
              <a:rPr lang="en-US" dirty="0" smtClean="0"/>
              <a:t> CUSTOMIZADOS pela BBTS, </a:t>
            </a:r>
            <a:r>
              <a:rPr lang="en-US" dirty="0" err="1" smtClean="0"/>
              <a:t>deverão</a:t>
            </a:r>
            <a:r>
              <a:rPr lang="en-US" dirty="0" smtClean="0"/>
              <a:t> </a:t>
            </a:r>
            <a:r>
              <a:rPr lang="en-US" dirty="0" err="1" smtClean="0"/>
              <a:t>ser</a:t>
            </a:r>
            <a:r>
              <a:rPr lang="en-US" dirty="0" smtClean="0"/>
              <a:t> </a:t>
            </a:r>
            <a:r>
              <a:rPr lang="en-US" dirty="0" err="1" smtClean="0"/>
              <a:t>prefixados</a:t>
            </a:r>
            <a:r>
              <a:rPr lang="en-US" dirty="0" smtClean="0"/>
              <a:t>: </a:t>
            </a:r>
          </a:p>
          <a:p>
            <a:pPr marL="1200150" lvl="2" indent="-285750">
              <a:lnSpc>
                <a:spcPct val="100000"/>
              </a:lnSpc>
              <a:spcBef>
                <a:spcPts val="0"/>
              </a:spcBef>
              <a:spcAft>
                <a:spcPts val="0"/>
              </a:spcAft>
              <a:buFont typeface="Wingdings" panose="05000000000000000000" pitchFamily="2" charset="2"/>
              <a:buChar char="q"/>
            </a:pPr>
            <a:r>
              <a:rPr lang="en-US" dirty="0" smtClean="0">
                <a:solidFill>
                  <a:srgbClr val="FF0000"/>
                </a:solidFill>
              </a:rPr>
              <a:t>XXBBTS</a:t>
            </a:r>
            <a:r>
              <a:rPr lang="en-US" dirty="0" smtClean="0"/>
              <a:t>_, </a:t>
            </a:r>
            <a:r>
              <a:rPr lang="en-US" dirty="0" err="1" smtClean="0"/>
              <a:t>hoje</a:t>
            </a:r>
            <a:r>
              <a:rPr lang="en-US" dirty="0" smtClean="0"/>
              <a:t> </a:t>
            </a:r>
            <a:r>
              <a:rPr lang="en-US" dirty="0" err="1" smtClean="0"/>
              <a:t>estes</a:t>
            </a:r>
            <a:r>
              <a:rPr lang="en-US" dirty="0" smtClean="0"/>
              <a:t> </a:t>
            </a:r>
            <a:r>
              <a:rPr lang="en-US" dirty="0" err="1" smtClean="0"/>
              <a:t>prefixos</a:t>
            </a:r>
            <a:r>
              <a:rPr lang="en-US" dirty="0" smtClean="0"/>
              <a:t> </a:t>
            </a:r>
            <a:r>
              <a:rPr lang="en-US" dirty="0" err="1" smtClean="0"/>
              <a:t>são</a:t>
            </a:r>
            <a:r>
              <a:rPr lang="en-US" dirty="0" smtClean="0"/>
              <a:t>: COB </a:t>
            </a:r>
            <a:r>
              <a:rPr lang="en-US" dirty="0" err="1" smtClean="0"/>
              <a:t>ou</a:t>
            </a:r>
            <a:r>
              <a:rPr lang="en-US" dirty="0" smtClean="0"/>
              <a:t> BBTS, </a:t>
            </a:r>
            <a:r>
              <a:rPr lang="en-US" dirty="0" err="1" smtClean="0"/>
              <a:t>isso</a:t>
            </a:r>
            <a:r>
              <a:rPr lang="en-US" dirty="0" smtClean="0"/>
              <a:t> </a:t>
            </a:r>
            <a:r>
              <a:rPr lang="en-US" dirty="0" err="1" smtClean="0"/>
              <a:t>envolve</a:t>
            </a:r>
            <a:r>
              <a:rPr lang="en-US" dirty="0" smtClean="0"/>
              <a:t> </a:t>
            </a:r>
            <a:r>
              <a:rPr lang="en-US" dirty="0" err="1" smtClean="0"/>
              <a:t>objetos</a:t>
            </a:r>
            <a:r>
              <a:rPr lang="en-US" dirty="0" smtClean="0"/>
              <a:t> de Banco de Dados, Menus, </a:t>
            </a:r>
            <a:r>
              <a:rPr lang="en-US" dirty="0" err="1" smtClean="0"/>
              <a:t>Reponsabilidades</a:t>
            </a:r>
            <a:r>
              <a:rPr lang="en-US" dirty="0" smtClean="0"/>
              <a:t> (</a:t>
            </a:r>
            <a:r>
              <a:rPr lang="en-US" dirty="0" err="1" smtClean="0"/>
              <a:t>Chave</a:t>
            </a:r>
            <a:r>
              <a:rPr lang="en-US" dirty="0" smtClean="0"/>
              <a:t>) e etc.</a:t>
            </a:r>
          </a:p>
          <a:p>
            <a:pPr marL="1200150" lvl="2" indent="-285750">
              <a:lnSpc>
                <a:spcPct val="100000"/>
              </a:lnSpc>
              <a:spcBef>
                <a:spcPts val="0"/>
              </a:spcBef>
              <a:spcAft>
                <a:spcPts val="0"/>
              </a:spcAft>
              <a:buFont typeface="Wingdings" panose="05000000000000000000" pitchFamily="2" charset="2"/>
              <a:buChar char="q"/>
            </a:pPr>
            <a:r>
              <a:rPr lang="en-US" dirty="0" err="1" smtClean="0"/>
              <a:t>Todas</a:t>
            </a:r>
            <a:r>
              <a:rPr lang="en-US" dirty="0" smtClean="0"/>
              <a:t> as </a:t>
            </a:r>
            <a:r>
              <a:rPr lang="en-US" dirty="0" err="1" smtClean="0"/>
              <a:t>mensagens</a:t>
            </a:r>
            <a:r>
              <a:rPr lang="en-US" dirty="0" smtClean="0"/>
              <a:t> das </a:t>
            </a:r>
            <a:r>
              <a:rPr lang="en-US" dirty="0" err="1" smtClean="0"/>
              <a:t>aplicações</a:t>
            </a:r>
            <a:r>
              <a:rPr lang="en-US" dirty="0" smtClean="0"/>
              <a:t> </a:t>
            </a:r>
            <a:r>
              <a:rPr lang="en-US" dirty="0" err="1" smtClean="0"/>
              <a:t>serão</a:t>
            </a:r>
            <a:r>
              <a:rPr lang="en-US" dirty="0" smtClean="0"/>
              <a:t> </a:t>
            </a:r>
            <a:r>
              <a:rPr lang="en-US" dirty="0" err="1" smtClean="0"/>
              <a:t>padronizadas</a:t>
            </a:r>
            <a:r>
              <a:rPr lang="en-US" dirty="0" smtClean="0"/>
              <a:t> </a:t>
            </a:r>
            <a:r>
              <a:rPr lang="en-US" dirty="0" err="1" smtClean="0"/>
              <a:t>seguindo</a:t>
            </a:r>
            <a:r>
              <a:rPr lang="en-US" dirty="0" smtClean="0"/>
              <a:t> o </a:t>
            </a:r>
            <a:r>
              <a:rPr lang="en-US" dirty="0" err="1" smtClean="0"/>
              <a:t>arquivo</a:t>
            </a:r>
            <a:r>
              <a:rPr lang="en-US" dirty="0" smtClean="0"/>
              <a:t> de </a:t>
            </a:r>
            <a:r>
              <a:rPr lang="en-US" dirty="0" err="1" smtClean="0"/>
              <a:t>mensagens</a:t>
            </a:r>
            <a:r>
              <a:rPr lang="en-US" dirty="0" smtClean="0"/>
              <a:t> da BBTS;</a:t>
            </a:r>
          </a:p>
          <a:p>
            <a:pPr marL="1200150" lvl="2" indent="-285750">
              <a:lnSpc>
                <a:spcPct val="100000"/>
              </a:lnSpc>
              <a:spcBef>
                <a:spcPts val="0"/>
              </a:spcBef>
              <a:spcAft>
                <a:spcPts val="0"/>
              </a:spcAft>
              <a:buFont typeface="Wingdings" panose="05000000000000000000" pitchFamily="2" charset="2"/>
              <a:buChar char="q"/>
            </a:pPr>
            <a:r>
              <a:rPr lang="en-US" dirty="0" err="1" smtClean="0"/>
              <a:t>Responsabilidades</a:t>
            </a:r>
            <a:r>
              <a:rPr lang="en-US" dirty="0" smtClean="0"/>
              <a:t> </a:t>
            </a:r>
            <a:r>
              <a:rPr lang="en-US" dirty="0" err="1" smtClean="0"/>
              <a:t>deverão</a:t>
            </a:r>
            <a:r>
              <a:rPr lang="en-US" dirty="0" smtClean="0"/>
              <a:t> </a:t>
            </a:r>
            <a:r>
              <a:rPr lang="en-US" dirty="0" err="1" smtClean="0"/>
              <a:t>possuir</a:t>
            </a:r>
            <a:r>
              <a:rPr lang="en-US" dirty="0" smtClean="0"/>
              <a:t> a SIGLA BBTS, </a:t>
            </a:r>
            <a:r>
              <a:rPr lang="en-US" dirty="0" err="1" smtClean="0"/>
              <a:t>bem</a:t>
            </a:r>
            <a:r>
              <a:rPr lang="en-US" dirty="0" smtClean="0"/>
              <a:t> </a:t>
            </a:r>
            <a:r>
              <a:rPr lang="en-US" dirty="0" err="1" smtClean="0"/>
              <a:t>como</a:t>
            </a:r>
            <a:r>
              <a:rPr lang="en-US" dirty="0" smtClean="0"/>
              <a:t> a </a:t>
            </a:r>
            <a:r>
              <a:rPr lang="en-US" dirty="0" err="1" smtClean="0"/>
              <a:t>indicação</a:t>
            </a:r>
            <a:r>
              <a:rPr lang="en-US" dirty="0" smtClean="0"/>
              <a:t> de </a:t>
            </a:r>
            <a:r>
              <a:rPr lang="en-US" dirty="0" err="1" smtClean="0"/>
              <a:t>responsabilidade</a:t>
            </a:r>
            <a:r>
              <a:rPr lang="en-US" dirty="0" smtClean="0"/>
              <a:t> Professional </a:t>
            </a:r>
            <a:r>
              <a:rPr lang="en-US" dirty="0" err="1" smtClean="0"/>
              <a:t>ou</a:t>
            </a:r>
            <a:r>
              <a:rPr lang="en-US" dirty="0" smtClean="0"/>
              <a:t> Employee User;</a:t>
            </a:r>
          </a:p>
          <a:p>
            <a:pPr marL="1200150" lvl="2" indent="-285750">
              <a:lnSpc>
                <a:spcPct val="100000"/>
              </a:lnSpc>
              <a:spcBef>
                <a:spcPts val="0"/>
              </a:spcBef>
              <a:spcAft>
                <a:spcPts val="0"/>
              </a:spcAft>
              <a:buFont typeface="Wingdings" panose="05000000000000000000" pitchFamily="2" charset="2"/>
              <a:buChar char="q"/>
            </a:pPr>
            <a:r>
              <a:rPr lang="en-US" dirty="0" err="1" smtClean="0"/>
              <a:t>Os</a:t>
            </a:r>
            <a:r>
              <a:rPr lang="en-US" dirty="0" smtClean="0"/>
              <a:t> </a:t>
            </a:r>
            <a:r>
              <a:rPr lang="en-US" dirty="0" err="1" smtClean="0"/>
              <a:t>campos</a:t>
            </a:r>
            <a:r>
              <a:rPr lang="en-US" dirty="0" smtClean="0"/>
              <a:t> DATA </a:t>
            </a:r>
            <a:r>
              <a:rPr lang="en-US" dirty="0" err="1" smtClean="0"/>
              <a:t>são</a:t>
            </a:r>
            <a:r>
              <a:rPr lang="en-US" dirty="0" smtClean="0"/>
              <a:t> </a:t>
            </a:r>
            <a:r>
              <a:rPr lang="en-US" dirty="0" err="1" smtClean="0"/>
              <a:t>padronizados</a:t>
            </a:r>
            <a:r>
              <a:rPr lang="en-US" dirty="0" smtClean="0"/>
              <a:t> </a:t>
            </a:r>
            <a:r>
              <a:rPr lang="en-US" dirty="0" err="1" smtClean="0"/>
              <a:t>através</a:t>
            </a:r>
            <a:r>
              <a:rPr lang="en-US" dirty="0" smtClean="0"/>
              <a:t> do CAMPO FND_DATA;</a:t>
            </a:r>
          </a:p>
        </p:txBody>
      </p:sp>
    </p:spTree>
    <p:extLst>
      <p:ext uri="{BB962C8B-B14F-4D97-AF65-F5344CB8AC3E}">
        <p14:creationId xmlns:p14="http://schemas.microsoft.com/office/powerpoint/2010/main" val="26864697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6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Padrão</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CaixaDeTexto 3"/>
          <p:cNvSpPr txBox="1"/>
          <p:nvPr/>
        </p:nvSpPr>
        <p:spPr>
          <a:xfrm>
            <a:off x="-1" y="908720"/>
            <a:ext cx="9144000" cy="2031325"/>
          </a:xfrm>
          <a:prstGeom prst="rect">
            <a:avLst/>
          </a:prstGeom>
          <a:noFill/>
        </p:spPr>
        <p:txBody>
          <a:bodyPr wrap="square" rtlCol="0">
            <a:spAutoFit/>
          </a:bodyPr>
          <a:lstStyle/>
          <a:p>
            <a:pPr marL="285750" indent="-285750">
              <a:lnSpc>
                <a:spcPct val="100000"/>
              </a:lnSpc>
              <a:spcBef>
                <a:spcPts val="0"/>
              </a:spcBef>
              <a:spcAft>
                <a:spcPts val="0"/>
              </a:spcAft>
              <a:buFont typeface="Wingdings" charset="2"/>
              <a:buChar char="q"/>
            </a:pPr>
            <a:r>
              <a:rPr lang="en-US" dirty="0" err="1" smtClean="0"/>
              <a:t>Não</a:t>
            </a:r>
            <a:r>
              <a:rPr lang="en-US" dirty="0" smtClean="0"/>
              <a:t> </a:t>
            </a:r>
            <a:r>
              <a:rPr lang="en-US" dirty="0" err="1" smtClean="0"/>
              <a:t>deverá</a:t>
            </a:r>
            <a:r>
              <a:rPr lang="en-US" dirty="0" smtClean="0"/>
              <a:t> </a:t>
            </a:r>
            <a:r>
              <a:rPr lang="en-US" dirty="0" err="1" smtClean="0"/>
              <a:t>existir</a:t>
            </a:r>
            <a:r>
              <a:rPr lang="en-US" dirty="0" smtClean="0"/>
              <a:t> </a:t>
            </a:r>
            <a:r>
              <a:rPr lang="en-US" dirty="0" err="1" smtClean="0"/>
              <a:t>cadastro</a:t>
            </a:r>
            <a:r>
              <a:rPr lang="en-US" dirty="0" smtClean="0"/>
              <a:t> DUPLICADO. </a:t>
            </a:r>
            <a:r>
              <a:rPr lang="en-US" dirty="0" err="1" smtClean="0"/>
              <a:t>Existindo</a:t>
            </a:r>
            <a:r>
              <a:rPr lang="en-US" dirty="0" smtClean="0"/>
              <a:t> um </a:t>
            </a:r>
            <a:r>
              <a:rPr lang="en-US" dirty="0" err="1" smtClean="0"/>
              <a:t>cadastro</a:t>
            </a:r>
            <a:r>
              <a:rPr lang="en-US" dirty="0" smtClean="0"/>
              <a:t> DUPLICADO, entre </a:t>
            </a:r>
            <a:r>
              <a:rPr lang="en-US" dirty="0" err="1" smtClean="0"/>
              <a:t>os</a:t>
            </a:r>
            <a:r>
              <a:rPr lang="en-US" dirty="0" smtClean="0"/>
              <a:t> </a:t>
            </a:r>
            <a:r>
              <a:rPr lang="en-US" dirty="0" err="1" smtClean="0"/>
              <a:t>módulos</a:t>
            </a:r>
            <a:r>
              <a:rPr lang="en-US" dirty="0" smtClean="0"/>
              <a:t>, </a:t>
            </a:r>
            <a:r>
              <a:rPr lang="en-US" dirty="0" err="1" smtClean="0"/>
              <a:t>deverão</a:t>
            </a:r>
            <a:r>
              <a:rPr lang="en-US" dirty="0" smtClean="0"/>
              <a:t> </a:t>
            </a:r>
            <a:r>
              <a:rPr lang="en-US" dirty="0" err="1" smtClean="0"/>
              <a:t>informar</a:t>
            </a:r>
            <a:r>
              <a:rPr lang="en-US" dirty="0" smtClean="0"/>
              <a:t> </a:t>
            </a:r>
            <a:r>
              <a:rPr lang="en-US" dirty="0" err="1" smtClean="0"/>
              <a:t>à</a:t>
            </a:r>
            <a:r>
              <a:rPr lang="en-US" dirty="0" smtClean="0"/>
              <a:t> BBTS, </a:t>
            </a:r>
            <a:r>
              <a:rPr lang="en-US" dirty="0" err="1" smtClean="0"/>
              <a:t>que</a:t>
            </a:r>
            <a:r>
              <a:rPr lang="en-US" dirty="0" smtClean="0"/>
              <a:t> </a:t>
            </a:r>
            <a:r>
              <a:rPr lang="en-US" dirty="0" err="1" smtClean="0"/>
              <a:t>decidirá</a:t>
            </a:r>
            <a:r>
              <a:rPr lang="en-US" dirty="0" smtClean="0"/>
              <a:t> </a:t>
            </a:r>
            <a:r>
              <a:rPr lang="en-US" dirty="0" err="1" smtClean="0"/>
              <a:t>como</a:t>
            </a:r>
            <a:r>
              <a:rPr lang="en-US" dirty="0" smtClean="0"/>
              <a:t> </a:t>
            </a:r>
            <a:r>
              <a:rPr lang="en-US" dirty="0" err="1" smtClean="0"/>
              <a:t>agir</a:t>
            </a:r>
            <a:r>
              <a:rPr lang="en-US" dirty="0" smtClean="0"/>
              <a:t>;</a:t>
            </a:r>
          </a:p>
          <a:p>
            <a:pPr marL="285750" indent="-285750">
              <a:lnSpc>
                <a:spcPct val="100000"/>
              </a:lnSpc>
              <a:spcBef>
                <a:spcPts val="0"/>
              </a:spcBef>
              <a:spcAft>
                <a:spcPts val="0"/>
              </a:spcAft>
              <a:buFont typeface="Wingdings" panose="05000000000000000000" pitchFamily="2" charset="2"/>
              <a:buChar char="q"/>
            </a:pPr>
            <a:endParaRPr lang="en-US" dirty="0"/>
          </a:p>
          <a:p>
            <a:pPr marL="285750" indent="-285750">
              <a:lnSpc>
                <a:spcPct val="100000"/>
              </a:lnSpc>
              <a:spcBef>
                <a:spcPts val="0"/>
              </a:spcBef>
              <a:spcAft>
                <a:spcPts val="0"/>
              </a:spcAft>
              <a:buFont typeface="Wingdings" panose="05000000000000000000" pitchFamily="2" charset="2"/>
              <a:buChar char="q"/>
            </a:pPr>
            <a:r>
              <a:rPr lang="en-US" dirty="0" err="1" smtClean="0"/>
              <a:t>Por</a:t>
            </a:r>
            <a:r>
              <a:rPr lang="en-US" dirty="0" smtClean="0"/>
              <a:t> </a:t>
            </a:r>
            <a:r>
              <a:rPr lang="en-US" dirty="0" err="1" smtClean="0"/>
              <a:t>padrão</a:t>
            </a:r>
            <a:r>
              <a:rPr lang="en-US" dirty="0" smtClean="0"/>
              <a:t>, TODAS as </a:t>
            </a:r>
            <a:r>
              <a:rPr lang="en-US" dirty="0" err="1" smtClean="0"/>
              <a:t>telas</a:t>
            </a:r>
            <a:r>
              <a:rPr lang="en-US" dirty="0" smtClean="0"/>
              <a:t> de </a:t>
            </a:r>
            <a:r>
              <a:rPr lang="en-US" dirty="0" err="1" smtClean="0"/>
              <a:t>cadastro</a:t>
            </a:r>
            <a:r>
              <a:rPr lang="en-US" dirty="0" smtClean="0"/>
              <a:t> </a:t>
            </a:r>
            <a:r>
              <a:rPr lang="en-US" dirty="0" err="1" smtClean="0"/>
              <a:t>deverão</a:t>
            </a:r>
            <a:r>
              <a:rPr lang="en-US" dirty="0" smtClean="0"/>
              <a:t> </a:t>
            </a:r>
            <a:r>
              <a:rPr lang="en-US" dirty="0" err="1" smtClean="0"/>
              <a:t>ser</a:t>
            </a:r>
            <a:r>
              <a:rPr lang="en-US" dirty="0" smtClean="0"/>
              <a:t> PERSONALIZADAS, para </a:t>
            </a:r>
            <a:r>
              <a:rPr lang="en-US" dirty="0" err="1" smtClean="0"/>
              <a:t>serem</a:t>
            </a:r>
            <a:r>
              <a:rPr lang="en-US" dirty="0" smtClean="0"/>
              <a:t> </a:t>
            </a:r>
            <a:r>
              <a:rPr lang="en-US" dirty="0" err="1" smtClean="0"/>
              <a:t>em</a:t>
            </a:r>
            <a:r>
              <a:rPr lang="en-US" dirty="0" smtClean="0"/>
              <a:t> UPPERCASE e SEM CARACTERES DE ACENTUAÇÃO;</a:t>
            </a:r>
          </a:p>
          <a:p>
            <a:pPr>
              <a:lnSpc>
                <a:spcPct val="100000"/>
              </a:lnSpc>
              <a:spcBef>
                <a:spcPts val="0"/>
              </a:spcBef>
              <a:spcAft>
                <a:spcPts val="0"/>
              </a:spcAft>
            </a:pPr>
            <a:endParaRPr lang="en-US" dirty="0" smtClean="0"/>
          </a:p>
          <a:p>
            <a:pPr marL="285750" indent="-285750">
              <a:lnSpc>
                <a:spcPct val="100000"/>
              </a:lnSpc>
              <a:spcBef>
                <a:spcPts val="0"/>
              </a:spcBef>
              <a:spcAft>
                <a:spcPts val="0"/>
              </a:spcAft>
              <a:buFont typeface="Wingdings" panose="05000000000000000000" pitchFamily="2" charset="2"/>
              <a:buChar char="q"/>
            </a:pPr>
            <a:r>
              <a:rPr lang="en-US" dirty="0" err="1" smtClean="0"/>
              <a:t>Os</a:t>
            </a:r>
            <a:r>
              <a:rPr lang="en-US" dirty="0" smtClean="0"/>
              <a:t> </a:t>
            </a:r>
            <a:r>
              <a:rPr lang="en-US" dirty="0" err="1" smtClean="0"/>
              <a:t>termos</a:t>
            </a:r>
            <a:r>
              <a:rPr lang="en-US" dirty="0" smtClean="0"/>
              <a:t> </a:t>
            </a:r>
            <a:r>
              <a:rPr lang="en-US" dirty="0" err="1" smtClean="0"/>
              <a:t>específicos</a:t>
            </a:r>
            <a:r>
              <a:rPr lang="en-US" dirty="0" smtClean="0"/>
              <a:t> do Software, </a:t>
            </a:r>
            <a:r>
              <a:rPr lang="en-US" dirty="0" err="1" smtClean="0"/>
              <a:t>devem</a:t>
            </a:r>
            <a:r>
              <a:rPr lang="en-US" dirty="0" smtClean="0"/>
              <a:t> </a:t>
            </a:r>
            <a:r>
              <a:rPr lang="en-US" dirty="0" err="1" smtClean="0"/>
              <a:t>ser</a:t>
            </a:r>
            <a:r>
              <a:rPr lang="en-US" dirty="0" smtClean="0"/>
              <a:t> </a:t>
            </a:r>
            <a:r>
              <a:rPr lang="en-US" dirty="0" err="1" smtClean="0"/>
              <a:t>incluidos</a:t>
            </a:r>
            <a:r>
              <a:rPr lang="en-US" dirty="0" smtClean="0"/>
              <a:t> no </a:t>
            </a:r>
            <a:r>
              <a:rPr lang="en-US" dirty="0" err="1" smtClean="0"/>
              <a:t>Tesauro</a:t>
            </a:r>
            <a:r>
              <a:rPr lang="en-US" dirty="0" smtClean="0"/>
              <a:t> </a:t>
            </a:r>
            <a:r>
              <a:rPr lang="en-US" dirty="0" err="1" smtClean="0"/>
              <a:t>Institucional</a:t>
            </a:r>
            <a:r>
              <a:rPr lang="en-US" dirty="0" smtClean="0"/>
              <a:t>;</a:t>
            </a:r>
          </a:p>
        </p:txBody>
      </p:sp>
    </p:spTree>
    <p:extLst>
      <p:ext uri="{BB962C8B-B14F-4D97-AF65-F5344CB8AC3E}">
        <p14:creationId xmlns:p14="http://schemas.microsoft.com/office/powerpoint/2010/main" val="9150485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6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Padrão</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CaixaDeTexto 6"/>
          <p:cNvSpPr txBox="1"/>
          <p:nvPr/>
        </p:nvSpPr>
        <p:spPr>
          <a:xfrm>
            <a:off x="2577" y="908720"/>
            <a:ext cx="8961911" cy="1375761"/>
          </a:xfrm>
          <a:prstGeom prst="rect">
            <a:avLst/>
          </a:prstGeom>
          <a:noFill/>
        </p:spPr>
        <p:txBody>
          <a:bodyPr wrap="square" rtlCol="0">
            <a:spAutoFit/>
          </a:bodyPr>
          <a:lstStyle/>
          <a:p>
            <a:pPr marL="285750" indent="-285750">
              <a:buFont typeface="Wingdings" panose="05000000000000000000" pitchFamily="2" charset="2"/>
              <a:buChar char="q"/>
            </a:pPr>
            <a:r>
              <a:rPr lang="pt-BR" dirty="0" smtClean="0"/>
              <a:t>Diretórios </a:t>
            </a:r>
            <a:r>
              <a:rPr lang="pt-BR" dirty="0"/>
              <a:t>de Comunicação</a:t>
            </a:r>
          </a:p>
          <a:p>
            <a:pPr marL="742950" lvl="1" indent="-285750">
              <a:buFont typeface="Wingdings" panose="05000000000000000000" pitchFamily="2" charset="2"/>
              <a:buChar char="q"/>
            </a:pPr>
            <a:r>
              <a:rPr lang="pt-BR" sz="1600" dirty="0"/>
              <a:t>Transferência: Tempo de Vida de um arquivo nesta área é de </a:t>
            </a:r>
            <a:r>
              <a:rPr lang="pt-BR" sz="1600" b="1" dirty="0">
                <a:solidFill>
                  <a:srgbClr val="FF0000"/>
                </a:solidFill>
              </a:rPr>
              <a:t>5</a:t>
            </a:r>
            <a:r>
              <a:rPr lang="pt-BR" sz="1600" dirty="0"/>
              <a:t> </a:t>
            </a:r>
            <a:r>
              <a:rPr lang="pt-BR" sz="1600" dirty="0" smtClean="0"/>
              <a:t>Dias;</a:t>
            </a:r>
            <a:endParaRPr lang="pt-BR" sz="1600" dirty="0"/>
          </a:p>
          <a:p>
            <a:pPr marL="742950" lvl="1" indent="-285750">
              <a:buFont typeface="Wingdings" panose="05000000000000000000" pitchFamily="2" charset="2"/>
              <a:buChar char="q"/>
            </a:pPr>
            <a:r>
              <a:rPr lang="pt-BR" sz="1600" b="1" dirty="0" smtClean="0">
                <a:solidFill>
                  <a:srgbClr val="FF0000"/>
                </a:solidFill>
              </a:rPr>
              <a:t>Normatiza</a:t>
            </a:r>
            <a:r>
              <a:rPr lang="en-US" sz="1600" b="1" dirty="0" err="1" smtClean="0">
                <a:solidFill>
                  <a:srgbClr val="FF0000"/>
                </a:solidFill>
              </a:rPr>
              <a:t>ção</a:t>
            </a:r>
            <a:r>
              <a:rPr lang="en-US" sz="1600" b="1" dirty="0" smtClean="0">
                <a:solidFill>
                  <a:srgbClr val="FF0000"/>
                </a:solidFill>
              </a:rPr>
              <a:t> do tempo de </a:t>
            </a:r>
            <a:r>
              <a:rPr lang="en-US" sz="1600" b="1" dirty="0" err="1" smtClean="0">
                <a:solidFill>
                  <a:srgbClr val="FF0000"/>
                </a:solidFill>
              </a:rPr>
              <a:t>retenção</a:t>
            </a:r>
            <a:r>
              <a:rPr lang="en-US" sz="1600" dirty="0" smtClean="0"/>
              <a:t>.</a:t>
            </a:r>
            <a:endParaRPr lang="en-US" sz="1600" dirty="0"/>
          </a:p>
        </p:txBody>
      </p:sp>
      <p:graphicFrame>
        <p:nvGraphicFramePr>
          <p:cNvPr id="8" name="Diagrama 7"/>
          <p:cNvGraphicFramePr/>
          <p:nvPr>
            <p:extLst>
              <p:ext uri="{D42A27DB-BD31-4B8C-83A1-F6EECF244321}">
                <p14:modId xmlns:p14="http://schemas.microsoft.com/office/powerpoint/2010/main" val="964761409"/>
              </p:ext>
            </p:extLst>
          </p:nvPr>
        </p:nvGraphicFramePr>
        <p:xfrm>
          <a:off x="2038762" y="2723963"/>
          <a:ext cx="6277654" cy="35133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74739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6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Padrão</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CaixaDeTexto 5"/>
          <p:cNvSpPr txBox="1"/>
          <p:nvPr/>
        </p:nvSpPr>
        <p:spPr>
          <a:xfrm>
            <a:off x="2576" y="908720"/>
            <a:ext cx="9141423" cy="3610219"/>
          </a:xfrm>
          <a:prstGeom prst="rect">
            <a:avLst/>
          </a:prstGeom>
          <a:noFill/>
        </p:spPr>
        <p:txBody>
          <a:bodyPr wrap="square" rtlCol="0">
            <a:spAutoFit/>
          </a:bodyPr>
          <a:lstStyle/>
          <a:p>
            <a:pPr marL="285750" indent="-285750">
              <a:buFont typeface="Wingdings" panose="05000000000000000000" pitchFamily="2" charset="2"/>
              <a:buChar char="q"/>
            </a:pPr>
            <a:r>
              <a:rPr lang="pt-BR" dirty="0" err="1" smtClean="0"/>
              <a:t>Diret</a:t>
            </a:r>
            <a:r>
              <a:rPr lang="en-US" dirty="0" err="1" smtClean="0"/>
              <a:t>órios</a:t>
            </a:r>
            <a:r>
              <a:rPr lang="en-US" dirty="0" smtClean="0"/>
              <a:t> </a:t>
            </a:r>
            <a:r>
              <a:rPr lang="en-US" dirty="0" err="1" smtClean="0"/>
              <a:t>Padrões</a:t>
            </a:r>
            <a:r>
              <a:rPr lang="en-US" dirty="0" smtClean="0"/>
              <a:t> e </a:t>
            </a:r>
            <a:r>
              <a:rPr lang="en-US" dirty="0" err="1" smtClean="0"/>
              <a:t>Conteúdos</a:t>
            </a:r>
            <a:r>
              <a:rPr lang="en-US" dirty="0" smtClean="0"/>
              <a:t>:</a:t>
            </a:r>
          </a:p>
          <a:p>
            <a:pPr marL="742950" lvl="1" indent="-285750">
              <a:lnSpc>
                <a:spcPct val="100000"/>
              </a:lnSpc>
              <a:spcBef>
                <a:spcPts val="0"/>
              </a:spcBef>
              <a:spcAft>
                <a:spcPts val="0"/>
              </a:spcAft>
              <a:buFont typeface="Wingdings" panose="05000000000000000000" pitchFamily="2" charset="2"/>
              <a:buChar char="q"/>
            </a:pPr>
            <a:r>
              <a:rPr lang="en-US" dirty="0" smtClean="0"/>
              <a:t>12.2.4 – MÓDULOS DO </a:t>
            </a:r>
            <a:r>
              <a:rPr lang="en-US" dirty="0" err="1" smtClean="0"/>
              <a:t>eBusiness</a:t>
            </a:r>
            <a:r>
              <a:rPr lang="en-US" dirty="0" smtClean="0"/>
              <a:t> Suite;</a:t>
            </a:r>
          </a:p>
          <a:p>
            <a:pPr marL="742950" lvl="1" indent="-285750">
              <a:lnSpc>
                <a:spcPct val="100000"/>
              </a:lnSpc>
              <a:spcBef>
                <a:spcPts val="0"/>
              </a:spcBef>
              <a:spcAft>
                <a:spcPts val="0"/>
              </a:spcAft>
              <a:buFont typeface="Wingdings" panose="05000000000000000000" pitchFamily="2" charset="2"/>
              <a:buChar char="q"/>
            </a:pPr>
            <a:r>
              <a:rPr lang="en-US" dirty="0" smtClean="0"/>
              <a:t>AGENDA – Agenda de </a:t>
            </a:r>
            <a:r>
              <a:rPr lang="en-US" dirty="0" err="1" smtClean="0"/>
              <a:t>reuniões</a:t>
            </a:r>
            <a:r>
              <a:rPr lang="en-US" dirty="0" smtClean="0"/>
              <a:t> com </a:t>
            </a:r>
            <a:r>
              <a:rPr lang="en-US" dirty="0" err="1" smtClean="0"/>
              <a:t>os</a:t>
            </a:r>
            <a:r>
              <a:rPr lang="en-US" dirty="0" smtClean="0"/>
              <a:t> </a:t>
            </a:r>
            <a:r>
              <a:rPr lang="en-US" dirty="0" err="1" smtClean="0"/>
              <a:t>usuários</a:t>
            </a:r>
            <a:r>
              <a:rPr lang="en-US" dirty="0" smtClean="0"/>
              <a:t> </a:t>
            </a:r>
            <a:r>
              <a:rPr lang="en-US" dirty="0" err="1" smtClean="0"/>
              <a:t>Chave</a:t>
            </a:r>
            <a:r>
              <a:rPr lang="en-US" dirty="0" smtClean="0"/>
              <a:t>, </a:t>
            </a:r>
            <a:r>
              <a:rPr lang="en-US" dirty="0" err="1" smtClean="0"/>
              <a:t>Funcionais</a:t>
            </a:r>
            <a:r>
              <a:rPr lang="en-US" dirty="0" smtClean="0"/>
              <a:t> e Outros;</a:t>
            </a:r>
          </a:p>
          <a:p>
            <a:pPr marL="742950" lvl="1" indent="-285750">
              <a:lnSpc>
                <a:spcPct val="100000"/>
              </a:lnSpc>
              <a:spcBef>
                <a:spcPts val="0"/>
              </a:spcBef>
              <a:spcAft>
                <a:spcPts val="0"/>
              </a:spcAft>
              <a:buFont typeface="Wingdings" panose="05000000000000000000" pitchFamily="2" charset="2"/>
              <a:buChar char="q"/>
            </a:pPr>
            <a:r>
              <a:rPr lang="en-US" dirty="0" smtClean="0"/>
              <a:t>APRENSENTAÇÃO – </a:t>
            </a:r>
            <a:r>
              <a:rPr lang="en-US" dirty="0" err="1" smtClean="0"/>
              <a:t>Diretório</a:t>
            </a:r>
            <a:r>
              <a:rPr lang="en-US" dirty="0" smtClean="0"/>
              <a:t> de </a:t>
            </a:r>
            <a:r>
              <a:rPr lang="en-US" dirty="0" err="1" smtClean="0"/>
              <a:t>Apresentações</a:t>
            </a:r>
            <a:r>
              <a:rPr lang="en-US" dirty="0" smtClean="0"/>
              <a:t> do </a:t>
            </a:r>
            <a:r>
              <a:rPr lang="en-US" dirty="0" err="1" smtClean="0"/>
              <a:t>Projeto</a:t>
            </a:r>
            <a:r>
              <a:rPr lang="en-US" dirty="0" smtClean="0"/>
              <a:t>;</a:t>
            </a:r>
          </a:p>
          <a:p>
            <a:pPr marL="742950" lvl="1" indent="-285750">
              <a:lnSpc>
                <a:spcPct val="100000"/>
              </a:lnSpc>
              <a:spcBef>
                <a:spcPts val="0"/>
              </a:spcBef>
              <a:spcAft>
                <a:spcPts val="0"/>
              </a:spcAft>
              <a:buFont typeface="Wingdings" panose="05000000000000000000" pitchFamily="2" charset="2"/>
              <a:buChar char="q"/>
            </a:pPr>
            <a:r>
              <a:rPr lang="en-US" dirty="0" smtClean="0"/>
              <a:t>CONTRATO – </a:t>
            </a:r>
            <a:r>
              <a:rPr lang="en-US" dirty="0" err="1" smtClean="0"/>
              <a:t>Edital</a:t>
            </a:r>
            <a:r>
              <a:rPr lang="en-US" dirty="0" smtClean="0"/>
              <a:t> do </a:t>
            </a:r>
            <a:r>
              <a:rPr lang="en-US" dirty="0" err="1" smtClean="0"/>
              <a:t>Contrato</a:t>
            </a:r>
            <a:r>
              <a:rPr lang="en-US" dirty="0" smtClean="0"/>
              <a:t> para </a:t>
            </a:r>
            <a:r>
              <a:rPr lang="en-US" dirty="0" err="1" smtClean="0"/>
              <a:t>Implantação</a:t>
            </a:r>
            <a:r>
              <a:rPr lang="en-US" dirty="0" smtClean="0"/>
              <a:t> do </a:t>
            </a:r>
            <a:r>
              <a:rPr lang="en-US" dirty="0" err="1" smtClean="0"/>
              <a:t>eBusiness</a:t>
            </a:r>
            <a:r>
              <a:rPr lang="en-US" dirty="0" smtClean="0"/>
              <a:t> Suite;</a:t>
            </a:r>
          </a:p>
          <a:p>
            <a:pPr marL="742950" lvl="1" indent="-285750">
              <a:lnSpc>
                <a:spcPct val="100000"/>
              </a:lnSpc>
              <a:spcBef>
                <a:spcPts val="0"/>
              </a:spcBef>
              <a:spcAft>
                <a:spcPts val="0"/>
              </a:spcAft>
              <a:buFont typeface="Wingdings" panose="05000000000000000000" pitchFamily="2" charset="2"/>
              <a:buChar char="q"/>
            </a:pPr>
            <a:r>
              <a:rPr lang="en-US" dirty="0" smtClean="0"/>
              <a:t>DESCRITIVOS – </a:t>
            </a:r>
            <a:r>
              <a:rPr lang="en-US" dirty="0" err="1" smtClean="0"/>
              <a:t>Trabalho</a:t>
            </a:r>
            <a:r>
              <a:rPr lang="en-US" dirty="0" smtClean="0"/>
              <a:t> da CRIE</a:t>
            </a:r>
          </a:p>
          <a:p>
            <a:pPr marL="742950" lvl="1" indent="-285750">
              <a:lnSpc>
                <a:spcPct val="100000"/>
              </a:lnSpc>
              <a:spcBef>
                <a:spcPts val="0"/>
              </a:spcBef>
              <a:spcAft>
                <a:spcPts val="0"/>
              </a:spcAft>
              <a:buFont typeface="Wingdings" panose="05000000000000000000" pitchFamily="2" charset="2"/>
              <a:buChar char="q"/>
            </a:pPr>
            <a:r>
              <a:rPr lang="en-US" dirty="0" smtClean="0"/>
              <a:t>MAPA DE FÉRIAS – </a:t>
            </a:r>
            <a:r>
              <a:rPr lang="en-US" dirty="0" err="1" smtClean="0"/>
              <a:t>Mapa</a:t>
            </a:r>
            <a:r>
              <a:rPr lang="en-US" dirty="0" smtClean="0"/>
              <a:t> de </a:t>
            </a:r>
            <a:r>
              <a:rPr lang="en-US" dirty="0" err="1" smtClean="0"/>
              <a:t>Férias</a:t>
            </a:r>
            <a:r>
              <a:rPr lang="en-US" dirty="0" smtClean="0"/>
              <a:t> </a:t>
            </a:r>
            <a:r>
              <a:rPr lang="en-US" dirty="0" err="1" smtClean="0"/>
              <a:t>Colaboradores</a:t>
            </a:r>
            <a:r>
              <a:rPr lang="en-US" dirty="0" smtClean="0"/>
              <a:t> da BBTS</a:t>
            </a:r>
          </a:p>
          <a:p>
            <a:pPr marL="742950" lvl="1" indent="-285750">
              <a:lnSpc>
                <a:spcPct val="100000"/>
              </a:lnSpc>
              <a:spcBef>
                <a:spcPts val="0"/>
              </a:spcBef>
              <a:spcAft>
                <a:spcPts val="0"/>
              </a:spcAft>
              <a:buFont typeface="Wingdings" panose="05000000000000000000" pitchFamily="2" charset="2"/>
              <a:buChar char="q"/>
            </a:pPr>
            <a:r>
              <a:rPr lang="en-US" dirty="0" smtClean="0"/>
              <a:t>MOTIVACIONAL – Videos </a:t>
            </a:r>
            <a:r>
              <a:rPr lang="en-US" dirty="0" err="1" smtClean="0"/>
              <a:t>Motivacionais</a:t>
            </a:r>
            <a:r>
              <a:rPr lang="en-US" dirty="0" smtClean="0"/>
              <a:t>;</a:t>
            </a:r>
          </a:p>
          <a:p>
            <a:pPr marL="742950" lvl="1" indent="-285750">
              <a:lnSpc>
                <a:spcPct val="100000"/>
              </a:lnSpc>
              <a:spcBef>
                <a:spcPts val="0"/>
              </a:spcBef>
              <a:spcAft>
                <a:spcPts val="0"/>
              </a:spcAft>
              <a:buFont typeface="Wingdings" panose="05000000000000000000" pitchFamily="2" charset="2"/>
              <a:buChar char="q"/>
            </a:pPr>
            <a:r>
              <a:rPr lang="en-US" dirty="0" smtClean="0"/>
              <a:t>ORACLE_FUSION – </a:t>
            </a:r>
            <a:r>
              <a:rPr lang="en-US" dirty="0" err="1" smtClean="0"/>
              <a:t>Documentação</a:t>
            </a:r>
            <a:r>
              <a:rPr lang="en-US" dirty="0" smtClean="0"/>
              <a:t> do Oracle Fusion;</a:t>
            </a:r>
          </a:p>
          <a:p>
            <a:pPr marL="742950" lvl="1" indent="-285750">
              <a:lnSpc>
                <a:spcPct val="100000"/>
              </a:lnSpc>
              <a:spcBef>
                <a:spcPts val="0"/>
              </a:spcBef>
              <a:spcAft>
                <a:spcPts val="0"/>
              </a:spcAft>
              <a:buFont typeface="Wingdings" panose="05000000000000000000" pitchFamily="2" charset="2"/>
              <a:buChar char="q"/>
            </a:pPr>
            <a:r>
              <a:rPr lang="en-US" dirty="0" smtClean="0"/>
              <a:t>PADRAO – </a:t>
            </a:r>
            <a:r>
              <a:rPr lang="en-US" dirty="0" err="1" smtClean="0"/>
              <a:t>Modelos</a:t>
            </a:r>
            <a:r>
              <a:rPr lang="en-US" dirty="0" smtClean="0"/>
              <a:t> de ATA, </a:t>
            </a:r>
            <a:r>
              <a:rPr lang="en-US" dirty="0" err="1" smtClean="0"/>
              <a:t>Documentos</a:t>
            </a:r>
            <a:r>
              <a:rPr lang="en-US" dirty="0" smtClean="0"/>
              <a:t> e </a:t>
            </a:r>
            <a:r>
              <a:rPr lang="en-US" dirty="0" err="1" smtClean="0"/>
              <a:t>etc</a:t>
            </a:r>
            <a:r>
              <a:rPr lang="en-US" smtClean="0"/>
              <a:t>;</a:t>
            </a:r>
            <a:endParaRPr lang="en-US" dirty="0" smtClean="0"/>
          </a:p>
          <a:p>
            <a:pPr marL="742950" lvl="1" indent="-285750">
              <a:lnSpc>
                <a:spcPct val="100000"/>
              </a:lnSpc>
              <a:spcBef>
                <a:spcPts val="0"/>
              </a:spcBef>
              <a:spcAft>
                <a:spcPts val="0"/>
              </a:spcAft>
              <a:buFont typeface="Wingdings" panose="05000000000000000000" pitchFamily="2" charset="2"/>
              <a:buChar char="q"/>
            </a:pPr>
            <a:r>
              <a:rPr lang="en-US" dirty="0" smtClean="0"/>
              <a:t>PEOPLE_SOFTWARE – </a:t>
            </a:r>
            <a:r>
              <a:rPr lang="en-US" dirty="0" err="1" smtClean="0"/>
              <a:t>Documentação</a:t>
            </a:r>
            <a:r>
              <a:rPr lang="en-US" dirty="0" smtClean="0"/>
              <a:t> do People Software;</a:t>
            </a:r>
          </a:p>
          <a:p>
            <a:pPr marL="742950" lvl="1" indent="-285750">
              <a:lnSpc>
                <a:spcPct val="100000"/>
              </a:lnSpc>
              <a:spcBef>
                <a:spcPts val="0"/>
              </a:spcBef>
              <a:spcAft>
                <a:spcPts val="0"/>
              </a:spcAft>
              <a:buFont typeface="Wingdings" panose="05000000000000000000" pitchFamily="2" charset="2"/>
              <a:buChar char="q"/>
            </a:pPr>
            <a:r>
              <a:rPr lang="en-US" dirty="0" smtClean="0"/>
              <a:t>SCRIPTS – Scripts </a:t>
            </a:r>
          </a:p>
        </p:txBody>
      </p:sp>
    </p:spTree>
    <p:extLst>
      <p:ext uri="{BB962C8B-B14F-4D97-AF65-F5344CB8AC3E}">
        <p14:creationId xmlns:p14="http://schemas.microsoft.com/office/powerpoint/2010/main" val="136322668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6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 Padrão</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CaixaDeTexto 5"/>
          <p:cNvSpPr txBox="1"/>
          <p:nvPr/>
        </p:nvSpPr>
        <p:spPr>
          <a:xfrm>
            <a:off x="2576" y="908720"/>
            <a:ext cx="9141423" cy="3828740"/>
          </a:xfrm>
          <a:prstGeom prst="rect">
            <a:avLst/>
          </a:prstGeom>
          <a:noFill/>
        </p:spPr>
        <p:txBody>
          <a:bodyPr wrap="square" rtlCol="0">
            <a:spAutoFit/>
          </a:bodyPr>
          <a:lstStyle/>
          <a:p>
            <a:pPr marL="285750" indent="-285750">
              <a:buFont typeface="Wingdings" panose="05000000000000000000" pitchFamily="2" charset="2"/>
              <a:buChar char="q"/>
            </a:pPr>
            <a:r>
              <a:rPr lang="pt-BR" dirty="0" err="1" smtClean="0"/>
              <a:t>Diret</a:t>
            </a:r>
            <a:r>
              <a:rPr lang="en-US" dirty="0" err="1" smtClean="0"/>
              <a:t>órios</a:t>
            </a:r>
            <a:r>
              <a:rPr lang="en-US" dirty="0" smtClean="0"/>
              <a:t> </a:t>
            </a:r>
            <a:r>
              <a:rPr lang="en-US" dirty="0" err="1" smtClean="0"/>
              <a:t>Padrões</a:t>
            </a:r>
            <a:r>
              <a:rPr lang="en-US" dirty="0" smtClean="0"/>
              <a:t> e </a:t>
            </a:r>
            <a:r>
              <a:rPr lang="en-US" dirty="0" err="1" smtClean="0"/>
              <a:t>Conteúdos</a:t>
            </a:r>
            <a:r>
              <a:rPr lang="en-US" dirty="0" smtClean="0"/>
              <a:t>:</a:t>
            </a:r>
          </a:p>
          <a:p>
            <a:pPr marL="742950" lvl="1" indent="-285750">
              <a:buFont typeface="Wingdings" panose="05000000000000000000" pitchFamily="2" charset="2"/>
              <a:buChar char="q"/>
            </a:pPr>
            <a:r>
              <a:rPr lang="en-US" dirty="0" smtClean="0"/>
              <a:t>12.2.4 – MÓDULOS DO </a:t>
            </a:r>
            <a:r>
              <a:rPr lang="en-US" dirty="0" err="1" smtClean="0"/>
              <a:t>eBusiness</a:t>
            </a:r>
            <a:r>
              <a:rPr lang="en-US" dirty="0" smtClean="0"/>
              <a:t> Suite;</a:t>
            </a:r>
          </a:p>
          <a:p>
            <a:pPr marL="1200150" lvl="2" indent="-285750">
              <a:lnSpc>
                <a:spcPct val="100000"/>
              </a:lnSpc>
              <a:spcBef>
                <a:spcPts val="0"/>
              </a:spcBef>
              <a:spcAft>
                <a:spcPts val="0"/>
              </a:spcAft>
              <a:buFont typeface="Wingdings" panose="05000000000000000000" pitchFamily="2" charset="2"/>
              <a:buChar char="q"/>
            </a:pPr>
            <a:r>
              <a:rPr lang="en-US" dirty="0" smtClean="0"/>
              <a:t>NOME DO MÓDULO</a:t>
            </a:r>
          </a:p>
          <a:p>
            <a:pPr marL="1657350" lvl="3" indent="-285750">
              <a:lnSpc>
                <a:spcPct val="100000"/>
              </a:lnSpc>
              <a:spcBef>
                <a:spcPts val="0"/>
              </a:spcBef>
              <a:spcAft>
                <a:spcPts val="0"/>
              </a:spcAft>
              <a:buFont typeface="Wingdings" panose="05000000000000000000" pitchFamily="2" charset="2"/>
              <a:buChar char="q"/>
            </a:pPr>
            <a:r>
              <a:rPr lang="en-US" sz="1600" dirty="0" smtClean="0"/>
              <a:t>01_ATA_DE_REUNIÃO – </a:t>
            </a:r>
            <a:r>
              <a:rPr lang="en-US" sz="1600" dirty="0" err="1" smtClean="0"/>
              <a:t>Atas</a:t>
            </a:r>
            <a:r>
              <a:rPr lang="en-US" sz="1600" dirty="0" smtClean="0"/>
              <a:t> de </a:t>
            </a:r>
            <a:r>
              <a:rPr lang="en-US" sz="1600" dirty="0" err="1" smtClean="0"/>
              <a:t>Reunião</a:t>
            </a:r>
            <a:r>
              <a:rPr lang="en-US" sz="1600" dirty="0" smtClean="0"/>
              <a:t> (ATA_AAAA_MM_DD-</a:t>
            </a:r>
            <a:r>
              <a:rPr lang="en-US" sz="1600" dirty="0" err="1" smtClean="0"/>
              <a:t>Motivo.doc</a:t>
            </a:r>
            <a:r>
              <a:rPr lang="en-US" sz="1600" dirty="0" smtClean="0"/>
              <a:t>)</a:t>
            </a:r>
          </a:p>
          <a:p>
            <a:pPr marL="1657350" lvl="3" indent="-285750">
              <a:lnSpc>
                <a:spcPct val="100000"/>
              </a:lnSpc>
              <a:spcBef>
                <a:spcPts val="0"/>
              </a:spcBef>
              <a:spcAft>
                <a:spcPts val="0"/>
              </a:spcAft>
              <a:buFont typeface="Wingdings" panose="05000000000000000000" pitchFamily="2" charset="2"/>
              <a:buChar char="q"/>
            </a:pPr>
            <a:r>
              <a:rPr lang="en-US" sz="1600" dirty="0" smtClean="0"/>
              <a:t>02_PROCESSO_ATUAL – ˜AS IS˜ da </a:t>
            </a:r>
            <a:r>
              <a:rPr lang="en-US" sz="1600" dirty="0" err="1" smtClean="0"/>
              <a:t>área</a:t>
            </a:r>
            <a:r>
              <a:rPr lang="en-US" sz="1600" dirty="0" smtClean="0"/>
              <a:t> </a:t>
            </a:r>
            <a:r>
              <a:rPr lang="en-US" sz="1600" dirty="0" err="1" smtClean="0"/>
              <a:t>ou</a:t>
            </a:r>
            <a:r>
              <a:rPr lang="en-US" sz="1600" dirty="0" smtClean="0"/>
              <a:t> </a:t>
            </a:r>
            <a:r>
              <a:rPr lang="en-US" sz="1600" dirty="0" err="1" smtClean="0"/>
              <a:t>processo</a:t>
            </a:r>
            <a:r>
              <a:rPr lang="en-US" sz="1600" dirty="0" smtClean="0"/>
              <a:t> da </a:t>
            </a:r>
            <a:r>
              <a:rPr lang="en-US" sz="1600" dirty="0" err="1" smtClean="0"/>
              <a:t>área</a:t>
            </a:r>
            <a:r>
              <a:rPr lang="en-US" sz="1600" dirty="0" smtClean="0"/>
              <a:t>;</a:t>
            </a:r>
          </a:p>
          <a:p>
            <a:pPr marL="1657350" lvl="3" indent="-285750">
              <a:lnSpc>
                <a:spcPct val="100000"/>
              </a:lnSpc>
              <a:spcBef>
                <a:spcPts val="0"/>
              </a:spcBef>
              <a:spcAft>
                <a:spcPts val="0"/>
              </a:spcAft>
              <a:buFont typeface="Wingdings" panose="05000000000000000000" pitchFamily="2" charset="2"/>
              <a:buChar char="q"/>
            </a:pPr>
            <a:r>
              <a:rPr lang="en-US" sz="1600" dirty="0" smtClean="0"/>
              <a:t>03_PROCESSO_FUTURO – “TO BE” da </a:t>
            </a:r>
            <a:r>
              <a:rPr lang="en-US" sz="1600" dirty="0" err="1" smtClean="0"/>
              <a:t>área</a:t>
            </a:r>
            <a:r>
              <a:rPr lang="en-US" sz="1600" dirty="0" smtClean="0"/>
              <a:t> </a:t>
            </a:r>
            <a:r>
              <a:rPr lang="en-US" sz="1600" dirty="0" err="1" smtClean="0"/>
              <a:t>ou</a:t>
            </a:r>
            <a:r>
              <a:rPr lang="en-US" sz="1600" dirty="0" smtClean="0"/>
              <a:t> </a:t>
            </a:r>
            <a:r>
              <a:rPr lang="en-US" sz="1600" dirty="0" err="1" smtClean="0"/>
              <a:t>processo</a:t>
            </a:r>
            <a:r>
              <a:rPr lang="en-US" sz="1600" dirty="0" smtClean="0"/>
              <a:t> da </a:t>
            </a:r>
            <a:r>
              <a:rPr lang="en-US" sz="1600" dirty="0" err="1" smtClean="0"/>
              <a:t>área</a:t>
            </a:r>
            <a:r>
              <a:rPr lang="en-US" sz="1600" dirty="0" smtClean="0"/>
              <a:t>;</a:t>
            </a:r>
          </a:p>
          <a:p>
            <a:pPr marL="1657350" lvl="3" indent="-285750">
              <a:lnSpc>
                <a:spcPct val="100000"/>
              </a:lnSpc>
              <a:spcBef>
                <a:spcPts val="0"/>
              </a:spcBef>
              <a:spcAft>
                <a:spcPts val="0"/>
              </a:spcAft>
              <a:buFont typeface="Wingdings" panose="05000000000000000000" pitchFamily="2" charset="2"/>
              <a:buChar char="q"/>
            </a:pPr>
            <a:r>
              <a:rPr lang="en-US" sz="1600" dirty="0" smtClean="0"/>
              <a:t>04_CONFIGURAÇÃO – </a:t>
            </a:r>
            <a:r>
              <a:rPr lang="en-US" sz="1600" dirty="0" err="1" smtClean="0"/>
              <a:t>Configuração</a:t>
            </a:r>
            <a:r>
              <a:rPr lang="en-US" sz="1600" dirty="0" smtClean="0"/>
              <a:t> </a:t>
            </a:r>
            <a:r>
              <a:rPr lang="en-US" sz="1600" dirty="0" err="1" smtClean="0"/>
              <a:t>que</a:t>
            </a:r>
            <a:r>
              <a:rPr lang="en-US" sz="1600" dirty="0" smtClean="0"/>
              <a:t> </a:t>
            </a:r>
            <a:r>
              <a:rPr lang="en-US" sz="1600" dirty="0" err="1" smtClean="0"/>
              <a:t>esta</a:t>
            </a:r>
            <a:r>
              <a:rPr lang="en-US" sz="1600" dirty="0" smtClean="0"/>
              <a:t> </a:t>
            </a:r>
            <a:r>
              <a:rPr lang="en-US" sz="1600" dirty="0" err="1" smtClean="0"/>
              <a:t>sendo</a:t>
            </a:r>
            <a:r>
              <a:rPr lang="en-US" sz="1600" dirty="0" smtClean="0"/>
              <a:t> </a:t>
            </a:r>
            <a:r>
              <a:rPr lang="en-US" sz="1600" dirty="0" err="1" smtClean="0"/>
              <a:t>realizada</a:t>
            </a:r>
            <a:r>
              <a:rPr lang="en-US" sz="1600" dirty="0" smtClean="0"/>
              <a:t>;</a:t>
            </a:r>
          </a:p>
          <a:p>
            <a:pPr marL="1657350" lvl="3" indent="-285750">
              <a:lnSpc>
                <a:spcPct val="100000"/>
              </a:lnSpc>
              <a:spcBef>
                <a:spcPts val="0"/>
              </a:spcBef>
              <a:spcAft>
                <a:spcPts val="0"/>
              </a:spcAft>
              <a:buFont typeface="Wingdings" panose="05000000000000000000" pitchFamily="2" charset="2"/>
              <a:buChar char="q"/>
            </a:pPr>
            <a:r>
              <a:rPr lang="en-US" sz="1600" dirty="0" smtClean="0"/>
              <a:t>05_GAPS – </a:t>
            </a:r>
            <a:r>
              <a:rPr lang="en-US" sz="1600" dirty="0" err="1" smtClean="0"/>
              <a:t>Planilha</a:t>
            </a:r>
            <a:r>
              <a:rPr lang="en-US" sz="1600" dirty="0" smtClean="0"/>
              <a:t> com </a:t>
            </a:r>
            <a:r>
              <a:rPr lang="en-US" sz="1600" dirty="0" err="1" smtClean="0"/>
              <a:t>os</a:t>
            </a:r>
            <a:r>
              <a:rPr lang="en-US" sz="1600" dirty="0" smtClean="0"/>
              <a:t> GAPS, Nome do </a:t>
            </a:r>
            <a:r>
              <a:rPr lang="en-US" sz="1600" dirty="0" err="1" smtClean="0"/>
              <a:t>Artefato</a:t>
            </a:r>
            <a:r>
              <a:rPr lang="en-US" sz="1600" dirty="0" smtClean="0"/>
              <a:t> e </a:t>
            </a:r>
            <a:r>
              <a:rPr lang="en-US" sz="1600" dirty="0" err="1" smtClean="0"/>
              <a:t>Prioridades</a:t>
            </a:r>
            <a:r>
              <a:rPr lang="en-US" sz="1600" dirty="0" smtClean="0"/>
              <a:t>;</a:t>
            </a:r>
          </a:p>
          <a:p>
            <a:pPr marL="1657350" lvl="3" indent="-285750">
              <a:lnSpc>
                <a:spcPct val="100000"/>
              </a:lnSpc>
              <a:spcBef>
                <a:spcPts val="0"/>
              </a:spcBef>
              <a:spcAft>
                <a:spcPts val="0"/>
              </a:spcAft>
              <a:buFont typeface="Wingdings" panose="05000000000000000000" pitchFamily="2" charset="2"/>
              <a:buChar char="q"/>
            </a:pPr>
            <a:r>
              <a:rPr lang="en-US" sz="1600" dirty="0" smtClean="0"/>
              <a:t>06_TESTE_UNITÁRIO – </a:t>
            </a:r>
            <a:r>
              <a:rPr lang="en-US" sz="1600" dirty="0" err="1" smtClean="0"/>
              <a:t>Documento</a:t>
            </a:r>
            <a:r>
              <a:rPr lang="en-US" sz="1600" dirty="0" smtClean="0"/>
              <a:t> e </a:t>
            </a:r>
            <a:r>
              <a:rPr lang="en-US" sz="1600" dirty="0" err="1" smtClean="0"/>
              <a:t>Resultado</a:t>
            </a:r>
            <a:r>
              <a:rPr lang="en-US" sz="1600" dirty="0" smtClean="0"/>
              <a:t> dos Testes </a:t>
            </a:r>
            <a:r>
              <a:rPr lang="en-US" sz="1600" dirty="0" err="1" smtClean="0"/>
              <a:t>Unitários</a:t>
            </a:r>
            <a:r>
              <a:rPr lang="en-US" sz="1600" dirty="0" smtClean="0"/>
              <a:t>;</a:t>
            </a:r>
          </a:p>
          <a:p>
            <a:pPr marL="1657350" lvl="3" indent="-285750">
              <a:lnSpc>
                <a:spcPct val="100000"/>
              </a:lnSpc>
              <a:spcBef>
                <a:spcPts val="0"/>
              </a:spcBef>
              <a:spcAft>
                <a:spcPts val="0"/>
              </a:spcAft>
              <a:buFont typeface="Wingdings" panose="05000000000000000000" pitchFamily="2" charset="2"/>
              <a:buChar char="q"/>
            </a:pPr>
            <a:r>
              <a:rPr lang="en-US" sz="1600" dirty="0" smtClean="0"/>
              <a:t>07_TESTE_INTEGRADO – </a:t>
            </a:r>
            <a:r>
              <a:rPr lang="en-US" sz="1600" dirty="0" err="1" smtClean="0"/>
              <a:t>Documento</a:t>
            </a:r>
            <a:r>
              <a:rPr lang="en-US" sz="1600" dirty="0" smtClean="0"/>
              <a:t> e </a:t>
            </a:r>
            <a:r>
              <a:rPr lang="en-US" sz="1600" dirty="0" err="1" smtClean="0"/>
              <a:t>Resultado</a:t>
            </a:r>
            <a:r>
              <a:rPr lang="en-US" sz="1600" dirty="0" smtClean="0"/>
              <a:t> do Teste </a:t>
            </a:r>
            <a:r>
              <a:rPr lang="en-US" sz="1600" dirty="0" err="1" smtClean="0"/>
              <a:t>Integrado</a:t>
            </a:r>
            <a:r>
              <a:rPr lang="en-US" sz="1600" dirty="0" smtClean="0"/>
              <a:t>;</a:t>
            </a:r>
          </a:p>
          <a:p>
            <a:pPr marL="1657350" lvl="3" indent="-285750">
              <a:lnSpc>
                <a:spcPct val="100000"/>
              </a:lnSpc>
              <a:spcBef>
                <a:spcPts val="0"/>
              </a:spcBef>
              <a:spcAft>
                <a:spcPts val="0"/>
              </a:spcAft>
              <a:buFont typeface="Wingdings" panose="05000000000000000000" pitchFamily="2" charset="2"/>
              <a:buChar char="q"/>
            </a:pPr>
            <a:r>
              <a:rPr lang="en-US" sz="1600" dirty="0" smtClean="0"/>
              <a:t>08_CUSTOMIZAÇÃO – Nome do </a:t>
            </a:r>
            <a:r>
              <a:rPr lang="en-US" sz="1600" dirty="0" err="1" smtClean="0"/>
              <a:t>Artefato</a:t>
            </a:r>
            <a:r>
              <a:rPr lang="en-US" sz="1600" dirty="0" smtClean="0"/>
              <a:t> e </a:t>
            </a:r>
            <a:r>
              <a:rPr lang="en-US" sz="1600" dirty="0" err="1" smtClean="0"/>
              <a:t>Estrutura</a:t>
            </a:r>
            <a:r>
              <a:rPr lang="en-US" sz="1600" dirty="0" smtClean="0"/>
              <a:t> </a:t>
            </a:r>
            <a:r>
              <a:rPr lang="en-US" sz="1600" dirty="0" err="1" smtClean="0"/>
              <a:t>Padrão</a:t>
            </a:r>
            <a:r>
              <a:rPr lang="en-US" sz="1600" dirty="0" smtClean="0"/>
              <a:t> para </a:t>
            </a:r>
            <a:r>
              <a:rPr lang="en-US" sz="1600" dirty="0" err="1" smtClean="0"/>
              <a:t>Artefato</a:t>
            </a:r>
            <a:r>
              <a:rPr lang="en-US" sz="1600" dirty="0" smtClean="0"/>
              <a:t>;</a:t>
            </a:r>
          </a:p>
          <a:p>
            <a:pPr marL="1657350" lvl="3" indent="-285750">
              <a:lnSpc>
                <a:spcPct val="100000"/>
              </a:lnSpc>
              <a:spcBef>
                <a:spcPts val="0"/>
              </a:spcBef>
              <a:spcAft>
                <a:spcPts val="0"/>
              </a:spcAft>
              <a:buFont typeface="Wingdings" panose="05000000000000000000" pitchFamily="2" charset="2"/>
              <a:buChar char="q"/>
            </a:pPr>
            <a:r>
              <a:rPr lang="en-US" sz="1600" dirty="0" smtClean="0"/>
              <a:t>09_APRESENTACAO – </a:t>
            </a:r>
            <a:r>
              <a:rPr lang="en-US" sz="1600" dirty="0" err="1" smtClean="0"/>
              <a:t>Apresentação</a:t>
            </a:r>
            <a:r>
              <a:rPr lang="en-US" sz="1600" dirty="0" smtClean="0"/>
              <a:t> do </a:t>
            </a:r>
            <a:r>
              <a:rPr lang="en-US" sz="1600" dirty="0" err="1" smtClean="0"/>
              <a:t>Módulos</a:t>
            </a:r>
            <a:endParaRPr lang="en-US" sz="1600" dirty="0" smtClean="0"/>
          </a:p>
          <a:p>
            <a:pPr marL="1657350" lvl="3" indent="-285750">
              <a:lnSpc>
                <a:spcPct val="100000"/>
              </a:lnSpc>
              <a:spcBef>
                <a:spcPts val="0"/>
              </a:spcBef>
              <a:spcAft>
                <a:spcPts val="0"/>
              </a:spcAft>
              <a:buFont typeface="Wingdings" panose="05000000000000000000" pitchFamily="2" charset="2"/>
              <a:buChar char="q"/>
            </a:pPr>
            <a:r>
              <a:rPr lang="en-US" sz="1600" dirty="0" smtClean="0"/>
              <a:t>10_MANUAIS – </a:t>
            </a:r>
            <a:r>
              <a:rPr lang="en-US" sz="1600" dirty="0" err="1" smtClean="0"/>
              <a:t>Manuais</a:t>
            </a:r>
            <a:r>
              <a:rPr lang="en-US" sz="1600" dirty="0" smtClean="0"/>
              <a:t> </a:t>
            </a:r>
            <a:r>
              <a:rPr lang="en-US" sz="1600" dirty="0" err="1" smtClean="0"/>
              <a:t>ou</a:t>
            </a:r>
            <a:r>
              <a:rPr lang="en-US" sz="1600" dirty="0" smtClean="0"/>
              <a:t> UPKs do </a:t>
            </a:r>
            <a:r>
              <a:rPr lang="en-US" sz="1600" dirty="0" err="1" smtClean="0"/>
              <a:t>Módulo</a:t>
            </a:r>
            <a:r>
              <a:rPr lang="en-US" sz="1600" dirty="0" smtClean="0"/>
              <a:t>;</a:t>
            </a:r>
          </a:p>
        </p:txBody>
      </p:sp>
    </p:spTree>
    <p:extLst>
      <p:ext uri="{BB962C8B-B14F-4D97-AF65-F5344CB8AC3E}">
        <p14:creationId xmlns:p14="http://schemas.microsoft.com/office/powerpoint/2010/main" val="18595800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7000" y="1841500"/>
            <a:ext cx="6350000" cy="3175000"/>
          </a:xfrm>
          <a:prstGeom prst="rect">
            <a:avLst/>
          </a:prstGeom>
        </p:spPr>
      </p:pic>
      <p:sp>
        <p:nvSpPr>
          <p:cNvPr id="3" name="Título 1"/>
          <p:cNvSpPr txBox="1">
            <a:spLocks/>
          </p:cNvSpPr>
          <p:nvPr/>
        </p:nvSpPr>
        <p:spPr>
          <a:xfrm>
            <a:off x="0" y="1"/>
            <a:ext cx="9144000" cy="908720"/>
          </a:xfrm>
          <a:prstGeom prst="rect">
            <a:avLst/>
          </a:prstGeom>
        </p:spPr>
        <p:txBody>
          <a:bodyPr anchor="ct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en-US" altLang="en-US" b="1" dirty="0" err="1" smtClean="0">
                <a:solidFill>
                  <a:schemeClr val="tx1"/>
                </a:solidFill>
              </a:rPr>
              <a:t>Desafio</a:t>
            </a:r>
            <a:endParaRPr lang="pt-BR" dirty="0">
              <a:solidFill>
                <a:schemeClr val="tx1"/>
              </a:solidFill>
            </a:endParaRPr>
          </a:p>
        </p:txBody>
      </p:sp>
    </p:spTree>
    <p:extLst>
      <p:ext uri="{BB962C8B-B14F-4D97-AF65-F5344CB8AC3E}">
        <p14:creationId xmlns:p14="http://schemas.microsoft.com/office/powerpoint/2010/main" val="159132888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34662" y="0"/>
            <a:ext cx="9109337" cy="890549"/>
          </a:xfrm>
          <a:prstGeom prst="rect">
            <a:avLst/>
          </a:prstGeom>
        </p:spPr>
        <p:txBody>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lnSpc>
                <a:spcPct val="100000"/>
              </a:lnSpc>
            </a:pPr>
            <a:r>
              <a:rPr lang="pt-BR" dirty="0" smtClean="0"/>
              <a:t>E-Business </a:t>
            </a:r>
            <a:r>
              <a:rPr lang="pt-BR" dirty="0" err="1" smtClean="0"/>
              <a:t>Suite</a:t>
            </a:r>
            <a:r>
              <a:rPr lang="pt-BR" dirty="0" smtClean="0"/>
              <a:t> (Desafio)</a:t>
            </a:r>
            <a:endParaRPr lang="pt-BR" dirty="0"/>
          </a:p>
        </p:txBody>
      </p:sp>
      <p:cxnSp>
        <p:nvCxnSpPr>
          <p:cNvPr id="5" name="Conector reto 4"/>
          <p:cNvCxnSpPr/>
          <p:nvPr/>
        </p:nvCxnSpPr>
        <p:spPr bwMode="auto">
          <a:xfrm>
            <a:off x="-1" y="894831"/>
            <a:ext cx="896448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 name="Group 4"/>
          <p:cNvGrpSpPr>
            <a:grpSpLocks noChangeAspect="1"/>
          </p:cNvGrpSpPr>
          <p:nvPr/>
        </p:nvGrpSpPr>
        <p:grpSpPr bwMode="auto">
          <a:xfrm>
            <a:off x="-29243" y="980728"/>
            <a:ext cx="9144000" cy="5067301"/>
            <a:chOff x="0" y="782"/>
            <a:chExt cx="5760" cy="3192"/>
          </a:xfrm>
        </p:grpSpPr>
        <p:sp>
          <p:nvSpPr>
            <p:cNvPr id="7" name="AutoShape 3"/>
            <p:cNvSpPr>
              <a:spLocks noChangeAspect="1" noChangeArrowheads="1" noTextEdit="1"/>
            </p:cNvSpPr>
            <p:nvPr/>
          </p:nvSpPr>
          <p:spPr bwMode="auto">
            <a:xfrm>
              <a:off x="0" y="782"/>
              <a:ext cx="5760" cy="3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5"/>
            <p:cNvSpPr>
              <a:spLocks/>
            </p:cNvSpPr>
            <p:nvPr/>
          </p:nvSpPr>
          <p:spPr bwMode="auto">
            <a:xfrm>
              <a:off x="2403" y="1204"/>
              <a:ext cx="961" cy="1155"/>
            </a:xfrm>
            <a:custGeom>
              <a:avLst/>
              <a:gdLst>
                <a:gd name="T0" fmla="*/ 0 w 961"/>
                <a:gd name="T1" fmla="*/ 1155 h 1155"/>
                <a:gd name="T2" fmla="*/ 26 w 961"/>
                <a:gd name="T3" fmla="*/ 1048 h 1155"/>
                <a:gd name="T4" fmla="*/ 46 w 961"/>
                <a:gd name="T5" fmla="*/ 937 h 1155"/>
                <a:gd name="T6" fmla="*/ 70 w 961"/>
                <a:gd name="T7" fmla="*/ 729 h 1155"/>
                <a:gd name="T8" fmla="*/ 89 w 961"/>
                <a:gd name="T9" fmla="*/ 538 h 1155"/>
                <a:gd name="T10" fmla="*/ 96 w 961"/>
                <a:gd name="T11" fmla="*/ 446 h 1155"/>
                <a:gd name="T12" fmla="*/ 101 w 961"/>
                <a:gd name="T13" fmla="*/ 359 h 1155"/>
                <a:gd name="T14" fmla="*/ 108 w 961"/>
                <a:gd name="T15" fmla="*/ 282 h 1155"/>
                <a:gd name="T16" fmla="*/ 120 w 961"/>
                <a:gd name="T17" fmla="*/ 215 h 1155"/>
                <a:gd name="T18" fmla="*/ 134 w 961"/>
                <a:gd name="T19" fmla="*/ 151 h 1155"/>
                <a:gd name="T20" fmla="*/ 158 w 961"/>
                <a:gd name="T21" fmla="*/ 99 h 1155"/>
                <a:gd name="T22" fmla="*/ 185 w 961"/>
                <a:gd name="T23" fmla="*/ 59 h 1155"/>
                <a:gd name="T24" fmla="*/ 216 w 961"/>
                <a:gd name="T25" fmla="*/ 27 h 1155"/>
                <a:gd name="T26" fmla="*/ 255 w 961"/>
                <a:gd name="T27" fmla="*/ 7 h 1155"/>
                <a:gd name="T28" fmla="*/ 305 w 961"/>
                <a:gd name="T29" fmla="*/ 0 h 1155"/>
                <a:gd name="T30" fmla="*/ 363 w 961"/>
                <a:gd name="T31" fmla="*/ 0 h 1155"/>
                <a:gd name="T32" fmla="*/ 413 w 961"/>
                <a:gd name="T33" fmla="*/ 0 h 1155"/>
                <a:gd name="T34" fmla="*/ 495 w 961"/>
                <a:gd name="T35" fmla="*/ 0 h 1155"/>
                <a:gd name="T36" fmla="*/ 567 w 961"/>
                <a:gd name="T37" fmla="*/ 0 h 1155"/>
                <a:gd name="T38" fmla="*/ 629 w 961"/>
                <a:gd name="T39" fmla="*/ 0 h 1155"/>
                <a:gd name="T40" fmla="*/ 694 w 961"/>
                <a:gd name="T41" fmla="*/ 0 h 1155"/>
                <a:gd name="T42" fmla="*/ 764 w 961"/>
                <a:gd name="T43" fmla="*/ 0 h 1155"/>
                <a:gd name="T44" fmla="*/ 853 w 961"/>
                <a:gd name="T45" fmla="*/ 0 h 1155"/>
                <a:gd name="T46" fmla="*/ 903 w 961"/>
                <a:gd name="T47" fmla="*/ 0 h 1155"/>
                <a:gd name="T48" fmla="*/ 961 w 961"/>
                <a:gd name="T49" fmla="*/ 0 h 1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61" h="1155">
                  <a:moveTo>
                    <a:pt x="0" y="1155"/>
                  </a:moveTo>
                  <a:lnTo>
                    <a:pt x="26" y="1048"/>
                  </a:lnTo>
                  <a:lnTo>
                    <a:pt x="46" y="937"/>
                  </a:lnTo>
                  <a:lnTo>
                    <a:pt x="70" y="729"/>
                  </a:lnTo>
                  <a:lnTo>
                    <a:pt x="89" y="538"/>
                  </a:lnTo>
                  <a:lnTo>
                    <a:pt x="96" y="446"/>
                  </a:lnTo>
                  <a:lnTo>
                    <a:pt x="101" y="359"/>
                  </a:lnTo>
                  <a:lnTo>
                    <a:pt x="108" y="282"/>
                  </a:lnTo>
                  <a:lnTo>
                    <a:pt x="120" y="215"/>
                  </a:lnTo>
                  <a:lnTo>
                    <a:pt x="134" y="151"/>
                  </a:lnTo>
                  <a:lnTo>
                    <a:pt x="158" y="99"/>
                  </a:lnTo>
                  <a:lnTo>
                    <a:pt x="185" y="59"/>
                  </a:lnTo>
                  <a:lnTo>
                    <a:pt x="216" y="27"/>
                  </a:lnTo>
                  <a:lnTo>
                    <a:pt x="255" y="7"/>
                  </a:lnTo>
                  <a:lnTo>
                    <a:pt x="305" y="0"/>
                  </a:lnTo>
                  <a:lnTo>
                    <a:pt x="363" y="0"/>
                  </a:lnTo>
                  <a:lnTo>
                    <a:pt x="413" y="0"/>
                  </a:lnTo>
                  <a:lnTo>
                    <a:pt x="495" y="0"/>
                  </a:lnTo>
                  <a:lnTo>
                    <a:pt x="567" y="0"/>
                  </a:lnTo>
                  <a:lnTo>
                    <a:pt x="629" y="0"/>
                  </a:lnTo>
                  <a:lnTo>
                    <a:pt x="694" y="0"/>
                  </a:lnTo>
                  <a:lnTo>
                    <a:pt x="764" y="0"/>
                  </a:lnTo>
                  <a:lnTo>
                    <a:pt x="853" y="0"/>
                  </a:lnTo>
                  <a:lnTo>
                    <a:pt x="903" y="0"/>
                  </a:lnTo>
                  <a:lnTo>
                    <a:pt x="961"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6"/>
            <p:cNvSpPr>
              <a:spLocks noChangeArrowheads="1"/>
            </p:cNvSpPr>
            <p:nvPr/>
          </p:nvSpPr>
          <p:spPr bwMode="auto">
            <a:xfrm>
              <a:off x="2744" y="829"/>
              <a:ext cx="562"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Organizar a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 name="Rectangle 7"/>
            <p:cNvSpPr>
              <a:spLocks noChangeArrowheads="1"/>
            </p:cNvSpPr>
            <p:nvPr/>
          </p:nvSpPr>
          <p:spPr bwMode="auto">
            <a:xfrm>
              <a:off x="2744" y="953"/>
              <a:ext cx="488"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gestão de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1" name="Rectangle 8"/>
            <p:cNvSpPr>
              <a:spLocks noChangeArrowheads="1"/>
            </p:cNvSpPr>
            <p:nvPr/>
          </p:nvSpPr>
          <p:spPr bwMode="auto">
            <a:xfrm>
              <a:off x="2744" y="1077"/>
              <a:ext cx="493"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processos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2" name="Freeform 9"/>
            <p:cNvSpPr>
              <a:spLocks/>
            </p:cNvSpPr>
            <p:nvPr/>
          </p:nvSpPr>
          <p:spPr bwMode="auto">
            <a:xfrm>
              <a:off x="1322" y="2359"/>
              <a:ext cx="1081" cy="491"/>
            </a:xfrm>
            <a:custGeom>
              <a:avLst/>
              <a:gdLst>
                <a:gd name="T0" fmla="*/ 1081 w 1081"/>
                <a:gd name="T1" fmla="*/ 0 h 491"/>
                <a:gd name="T2" fmla="*/ 1050 w 1081"/>
                <a:gd name="T3" fmla="*/ 45 h 491"/>
                <a:gd name="T4" fmla="*/ 1030 w 1081"/>
                <a:gd name="T5" fmla="*/ 92 h 491"/>
                <a:gd name="T6" fmla="*/ 992 w 1081"/>
                <a:gd name="T7" fmla="*/ 176 h 491"/>
                <a:gd name="T8" fmla="*/ 973 w 1081"/>
                <a:gd name="T9" fmla="*/ 260 h 491"/>
                <a:gd name="T10" fmla="*/ 954 w 1081"/>
                <a:gd name="T11" fmla="*/ 335 h 491"/>
                <a:gd name="T12" fmla="*/ 929 w 1081"/>
                <a:gd name="T13" fmla="*/ 399 h 491"/>
                <a:gd name="T14" fmla="*/ 891 w 1081"/>
                <a:gd name="T15" fmla="*/ 451 h 491"/>
                <a:gd name="T16" fmla="*/ 857 w 1081"/>
                <a:gd name="T17" fmla="*/ 466 h 491"/>
                <a:gd name="T18" fmla="*/ 826 w 1081"/>
                <a:gd name="T19" fmla="*/ 479 h 491"/>
                <a:gd name="T20" fmla="*/ 783 w 1081"/>
                <a:gd name="T21" fmla="*/ 491 h 491"/>
                <a:gd name="T22" fmla="*/ 732 w 1081"/>
                <a:gd name="T23" fmla="*/ 491 h 491"/>
                <a:gd name="T24" fmla="*/ 668 w 1081"/>
                <a:gd name="T25" fmla="*/ 491 h 491"/>
                <a:gd name="T26" fmla="*/ 610 w 1081"/>
                <a:gd name="T27" fmla="*/ 491 h 491"/>
                <a:gd name="T28" fmla="*/ 516 w 1081"/>
                <a:gd name="T29" fmla="*/ 491 h 491"/>
                <a:gd name="T30" fmla="*/ 439 w 1081"/>
                <a:gd name="T31" fmla="*/ 491 h 491"/>
                <a:gd name="T32" fmla="*/ 370 w 1081"/>
                <a:gd name="T33" fmla="*/ 491 h 491"/>
                <a:gd name="T34" fmla="*/ 300 w 1081"/>
                <a:gd name="T35" fmla="*/ 491 h 491"/>
                <a:gd name="T36" fmla="*/ 216 w 1081"/>
                <a:gd name="T37" fmla="*/ 491 h 491"/>
                <a:gd name="T38" fmla="*/ 173 w 1081"/>
                <a:gd name="T39" fmla="*/ 491 h 491"/>
                <a:gd name="T40" fmla="*/ 122 w 1081"/>
                <a:gd name="T41" fmla="*/ 491 h 491"/>
                <a:gd name="T42" fmla="*/ 64 w 1081"/>
                <a:gd name="T43" fmla="*/ 491 h 491"/>
                <a:gd name="T44" fmla="*/ 0 w 1081"/>
                <a:gd name="T45" fmla="*/ 491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81" h="491">
                  <a:moveTo>
                    <a:pt x="1081" y="0"/>
                  </a:moveTo>
                  <a:lnTo>
                    <a:pt x="1050" y="45"/>
                  </a:lnTo>
                  <a:lnTo>
                    <a:pt x="1030" y="92"/>
                  </a:lnTo>
                  <a:lnTo>
                    <a:pt x="992" y="176"/>
                  </a:lnTo>
                  <a:lnTo>
                    <a:pt x="973" y="260"/>
                  </a:lnTo>
                  <a:lnTo>
                    <a:pt x="954" y="335"/>
                  </a:lnTo>
                  <a:lnTo>
                    <a:pt x="929" y="399"/>
                  </a:lnTo>
                  <a:lnTo>
                    <a:pt x="891" y="451"/>
                  </a:lnTo>
                  <a:lnTo>
                    <a:pt x="857" y="466"/>
                  </a:lnTo>
                  <a:lnTo>
                    <a:pt x="826" y="479"/>
                  </a:lnTo>
                  <a:lnTo>
                    <a:pt x="783" y="491"/>
                  </a:lnTo>
                  <a:lnTo>
                    <a:pt x="732" y="491"/>
                  </a:lnTo>
                  <a:lnTo>
                    <a:pt x="668" y="491"/>
                  </a:lnTo>
                  <a:lnTo>
                    <a:pt x="610" y="491"/>
                  </a:lnTo>
                  <a:lnTo>
                    <a:pt x="516" y="491"/>
                  </a:lnTo>
                  <a:lnTo>
                    <a:pt x="439" y="491"/>
                  </a:lnTo>
                  <a:lnTo>
                    <a:pt x="370" y="491"/>
                  </a:lnTo>
                  <a:lnTo>
                    <a:pt x="300" y="491"/>
                  </a:lnTo>
                  <a:lnTo>
                    <a:pt x="216" y="491"/>
                  </a:lnTo>
                  <a:lnTo>
                    <a:pt x="173" y="491"/>
                  </a:lnTo>
                  <a:lnTo>
                    <a:pt x="122" y="491"/>
                  </a:lnTo>
                  <a:lnTo>
                    <a:pt x="64" y="491"/>
                  </a:lnTo>
                  <a:lnTo>
                    <a:pt x="0" y="491"/>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Rectangle 10"/>
            <p:cNvSpPr>
              <a:spLocks noChangeArrowheads="1"/>
            </p:cNvSpPr>
            <p:nvPr/>
          </p:nvSpPr>
          <p:spPr bwMode="auto">
            <a:xfrm>
              <a:off x="1358" y="2476"/>
              <a:ext cx="634"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Estruturar os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4" name="Rectangle 11"/>
            <p:cNvSpPr>
              <a:spLocks noChangeArrowheads="1"/>
            </p:cNvSpPr>
            <p:nvPr/>
          </p:nvSpPr>
          <p:spPr bwMode="auto">
            <a:xfrm>
              <a:off x="1358" y="2600"/>
              <a:ext cx="603"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trabalhos de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5" name="Rectangle 12"/>
            <p:cNvSpPr>
              <a:spLocks noChangeArrowheads="1"/>
            </p:cNvSpPr>
            <p:nvPr/>
          </p:nvSpPr>
          <p:spPr bwMode="auto">
            <a:xfrm>
              <a:off x="1358" y="2723"/>
              <a:ext cx="334"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gestão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6" name="Freeform 13"/>
            <p:cNvSpPr>
              <a:spLocks/>
            </p:cNvSpPr>
            <p:nvPr/>
          </p:nvSpPr>
          <p:spPr bwMode="auto">
            <a:xfrm>
              <a:off x="1221" y="1861"/>
              <a:ext cx="1182" cy="498"/>
            </a:xfrm>
            <a:custGeom>
              <a:avLst/>
              <a:gdLst>
                <a:gd name="T0" fmla="*/ 1182 w 1182"/>
                <a:gd name="T1" fmla="*/ 498 h 498"/>
                <a:gd name="T2" fmla="*/ 1143 w 1182"/>
                <a:gd name="T3" fmla="*/ 451 h 498"/>
                <a:gd name="T4" fmla="*/ 1112 w 1182"/>
                <a:gd name="T5" fmla="*/ 406 h 498"/>
                <a:gd name="T6" fmla="*/ 1062 w 1182"/>
                <a:gd name="T7" fmla="*/ 315 h 498"/>
                <a:gd name="T8" fmla="*/ 1030 w 1182"/>
                <a:gd name="T9" fmla="*/ 228 h 498"/>
                <a:gd name="T10" fmla="*/ 997 w 1182"/>
                <a:gd name="T11" fmla="*/ 156 h 498"/>
                <a:gd name="T12" fmla="*/ 958 w 1182"/>
                <a:gd name="T13" fmla="*/ 91 h 498"/>
                <a:gd name="T14" fmla="*/ 908 w 1182"/>
                <a:gd name="T15" fmla="*/ 44 h 498"/>
                <a:gd name="T16" fmla="*/ 877 w 1182"/>
                <a:gd name="T17" fmla="*/ 24 h 498"/>
                <a:gd name="T18" fmla="*/ 838 w 1182"/>
                <a:gd name="T19" fmla="*/ 12 h 498"/>
                <a:gd name="T20" fmla="*/ 795 w 1182"/>
                <a:gd name="T21" fmla="*/ 0 h 498"/>
                <a:gd name="T22" fmla="*/ 737 w 1182"/>
                <a:gd name="T23" fmla="*/ 0 h 498"/>
                <a:gd name="T24" fmla="*/ 672 w 1182"/>
                <a:gd name="T25" fmla="*/ 0 h 498"/>
                <a:gd name="T26" fmla="*/ 617 w 1182"/>
                <a:gd name="T27" fmla="*/ 0 h 498"/>
                <a:gd name="T28" fmla="*/ 564 w 1182"/>
                <a:gd name="T29" fmla="*/ 0 h 498"/>
                <a:gd name="T30" fmla="*/ 521 w 1182"/>
                <a:gd name="T31" fmla="*/ 0 h 498"/>
                <a:gd name="T32" fmla="*/ 439 w 1182"/>
                <a:gd name="T33" fmla="*/ 0 h 498"/>
                <a:gd name="T34" fmla="*/ 367 w 1182"/>
                <a:gd name="T35" fmla="*/ 0 h 498"/>
                <a:gd name="T36" fmla="*/ 298 w 1182"/>
                <a:gd name="T37" fmla="*/ 0 h 498"/>
                <a:gd name="T38" fmla="*/ 216 w 1182"/>
                <a:gd name="T39" fmla="*/ 0 h 498"/>
                <a:gd name="T40" fmla="*/ 170 w 1182"/>
                <a:gd name="T41" fmla="*/ 0 h 498"/>
                <a:gd name="T42" fmla="*/ 120 w 1182"/>
                <a:gd name="T43" fmla="*/ 0 h 498"/>
                <a:gd name="T44" fmla="*/ 62 w 1182"/>
                <a:gd name="T45" fmla="*/ 0 h 498"/>
                <a:gd name="T46" fmla="*/ 0 w 1182"/>
                <a:gd name="T47" fmla="*/ 0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82" h="498">
                  <a:moveTo>
                    <a:pt x="1182" y="498"/>
                  </a:moveTo>
                  <a:lnTo>
                    <a:pt x="1143" y="451"/>
                  </a:lnTo>
                  <a:lnTo>
                    <a:pt x="1112" y="406"/>
                  </a:lnTo>
                  <a:lnTo>
                    <a:pt x="1062" y="315"/>
                  </a:lnTo>
                  <a:lnTo>
                    <a:pt x="1030" y="228"/>
                  </a:lnTo>
                  <a:lnTo>
                    <a:pt x="997" y="156"/>
                  </a:lnTo>
                  <a:lnTo>
                    <a:pt x="958" y="91"/>
                  </a:lnTo>
                  <a:lnTo>
                    <a:pt x="908" y="44"/>
                  </a:lnTo>
                  <a:lnTo>
                    <a:pt x="877" y="24"/>
                  </a:lnTo>
                  <a:lnTo>
                    <a:pt x="838" y="12"/>
                  </a:lnTo>
                  <a:lnTo>
                    <a:pt x="795" y="0"/>
                  </a:lnTo>
                  <a:lnTo>
                    <a:pt x="737" y="0"/>
                  </a:lnTo>
                  <a:lnTo>
                    <a:pt x="672" y="0"/>
                  </a:lnTo>
                  <a:lnTo>
                    <a:pt x="617" y="0"/>
                  </a:lnTo>
                  <a:lnTo>
                    <a:pt x="564" y="0"/>
                  </a:lnTo>
                  <a:lnTo>
                    <a:pt x="521" y="0"/>
                  </a:lnTo>
                  <a:lnTo>
                    <a:pt x="439" y="0"/>
                  </a:lnTo>
                  <a:lnTo>
                    <a:pt x="367" y="0"/>
                  </a:lnTo>
                  <a:lnTo>
                    <a:pt x="298" y="0"/>
                  </a:lnTo>
                  <a:lnTo>
                    <a:pt x="216" y="0"/>
                  </a:lnTo>
                  <a:lnTo>
                    <a:pt x="170" y="0"/>
                  </a:lnTo>
                  <a:lnTo>
                    <a:pt x="120" y="0"/>
                  </a:lnTo>
                  <a:lnTo>
                    <a:pt x="62" y="0"/>
                  </a:lnTo>
                  <a:lnTo>
                    <a:pt x="0"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Rectangle 14"/>
            <p:cNvSpPr>
              <a:spLocks noChangeArrowheads="1"/>
            </p:cNvSpPr>
            <p:nvPr/>
          </p:nvSpPr>
          <p:spPr bwMode="auto">
            <a:xfrm>
              <a:off x="1257" y="1484"/>
              <a:ext cx="428"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Apoiar a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8" name="Rectangle 15"/>
            <p:cNvSpPr>
              <a:spLocks noChangeArrowheads="1"/>
            </p:cNvSpPr>
            <p:nvPr/>
          </p:nvSpPr>
          <p:spPr bwMode="auto">
            <a:xfrm>
              <a:off x="1257" y="1608"/>
              <a:ext cx="634"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realização da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9" name="Rectangle 16"/>
            <p:cNvSpPr>
              <a:spLocks noChangeArrowheads="1"/>
            </p:cNvSpPr>
            <p:nvPr/>
          </p:nvSpPr>
          <p:spPr bwMode="auto">
            <a:xfrm>
              <a:off x="1257" y="1732"/>
              <a:ext cx="334"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gestão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 name="Freeform 17"/>
            <p:cNvSpPr>
              <a:spLocks/>
            </p:cNvSpPr>
            <p:nvPr/>
          </p:nvSpPr>
          <p:spPr bwMode="auto">
            <a:xfrm>
              <a:off x="2403" y="2359"/>
              <a:ext cx="1208" cy="503"/>
            </a:xfrm>
            <a:custGeom>
              <a:avLst/>
              <a:gdLst>
                <a:gd name="T0" fmla="*/ 0 w 1208"/>
                <a:gd name="T1" fmla="*/ 0 h 503"/>
                <a:gd name="T2" fmla="*/ 31 w 1208"/>
                <a:gd name="T3" fmla="*/ 45 h 503"/>
                <a:gd name="T4" fmla="*/ 58 w 1208"/>
                <a:gd name="T5" fmla="*/ 92 h 503"/>
                <a:gd name="T6" fmla="*/ 96 w 1208"/>
                <a:gd name="T7" fmla="*/ 183 h 503"/>
                <a:gd name="T8" fmla="*/ 127 w 1208"/>
                <a:gd name="T9" fmla="*/ 268 h 503"/>
                <a:gd name="T10" fmla="*/ 154 w 1208"/>
                <a:gd name="T11" fmla="*/ 347 h 503"/>
                <a:gd name="T12" fmla="*/ 185 w 1208"/>
                <a:gd name="T13" fmla="*/ 412 h 503"/>
                <a:gd name="T14" fmla="*/ 223 w 1208"/>
                <a:gd name="T15" fmla="*/ 459 h 503"/>
                <a:gd name="T16" fmla="*/ 255 w 1208"/>
                <a:gd name="T17" fmla="*/ 479 h 503"/>
                <a:gd name="T18" fmla="*/ 293 w 1208"/>
                <a:gd name="T19" fmla="*/ 491 h 503"/>
                <a:gd name="T20" fmla="*/ 336 w 1208"/>
                <a:gd name="T21" fmla="*/ 503 h 503"/>
                <a:gd name="T22" fmla="*/ 387 w 1208"/>
                <a:gd name="T23" fmla="*/ 503 h 503"/>
                <a:gd name="T24" fmla="*/ 459 w 1208"/>
                <a:gd name="T25" fmla="*/ 503 h 503"/>
                <a:gd name="T26" fmla="*/ 521 w 1208"/>
                <a:gd name="T27" fmla="*/ 503 h 503"/>
                <a:gd name="T28" fmla="*/ 579 w 1208"/>
                <a:gd name="T29" fmla="*/ 503 h 503"/>
                <a:gd name="T30" fmla="*/ 629 w 1208"/>
                <a:gd name="T31" fmla="*/ 503 h 503"/>
                <a:gd name="T32" fmla="*/ 718 w 1208"/>
                <a:gd name="T33" fmla="*/ 503 h 503"/>
                <a:gd name="T34" fmla="*/ 795 w 1208"/>
                <a:gd name="T35" fmla="*/ 503 h 503"/>
                <a:gd name="T36" fmla="*/ 877 w 1208"/>
                <a:gd name="T37" fmla="*/ 503 h 503"/>
                <a:gd name="T38" fmla="*/ 961 w 1208"/>
                <a:gd name="T39" fmla="*/ 503 h 503"/>
                <a:gd name="T40" fmla="*/ 1011 w 1208"/>
                <a:gd name="T41" fmla="*/ 503 h 503"/>
                <a:gd name="T42" fmla="*/ 1069 w 1208"/>
                <a:gd name="T43" fmla="*/ 503 h 503"/>
                <a:gd name="T44" fmla="*/ 1139 w 1208"/>
                <a:gd name="T45" fmla="*/ 503 h 503"/>
                <a:gd name="T46" fmla="*/ 1208 w 1208"/>
                <a:gd name="T47"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08" h="503">
                  <a:moveTo>
                    <a:pt x="0" y="0"/>
                  </a:moveTo>
                  <a:lnTo>
                    <a:pt x="31" y="45"/>
                  </a:lnTo>
                  <a:lnTo>
                    <a:pt x="58" y="92"/>
                  </a:lnTo>
                  <a:lnTo>
                    <a:pt x="96" y="183"/>
                  </a:lnTo>
                  <a:lnTo>
                    <a:pt x="127" y="268"/>
                  </a:lnTo>
                  <a:lnTo>
                    <a:pt x="154" y="347"/>
                  </a:lnTo>
                  <a:lnTo>
                    <a:pt x="185" y="412"/>
                  </a:lnTo>
                  <a:lnTo>
                    <a:pt x="223" y="459"/>
                  </a:lnTo>
                  <a:lnTo>
                    <a:pt x="255" y="479"/>
                  </a:lnTo>
                  <a:lnTo>
                    <a:pt x="293" y="491"/>
                  </a:lnTo>
                  <a:lnTo>
                    <a:pt x="336" y="503"/>
                  </a:lnTo>
                  <a:lnTo>
                    <a:pt x="387" y="503"/>
                  </a:lnTo>
                  <a:lnTo>
                    <a:pt x="459" y="503"/>
                  </a:lnTo>
                  <a:lnTo>
                    <a:pt x="521" y="503"/>
                  </a:lnTo>
                  <a:lnTo>
                    <a:pt x="579" y="503"/>
                  </a:lnTo>
                  <a:lnTo>
                    <a:pt x="629" y="503"/>
                  </a:lnTo>
                  <a:lnTo>
                    <a:pt x="718" y="503"/>
                  </a:lnTo>
                  <a:lnTo>
                    <a:pt x="795" y="503"/>
                  </a:lnTo>
                  <a:lnTo>
                    <a:pt x="877" y="503"/>
                  </a:lnTo>
                  <a:lnTo>
                    <a:pt x="961" y="503"/>
                  </a:lnTo>
                  <a:lnTo>
                    <a:pt x="1011" y="503"/>
                  </a:lnTo>
                  <a:lnTo>
                    <a:pt x="1069" y="503"/>
                  </a:lnTo>
                  <a:lnTo>
                    <a:pt x="1139" y="503"/>
                  </a:lnTo>
                  <a:lnTo>
                    <a:pt x="1208" y="503"/>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Rectangle 18"/>
            <p:cNvSpPr>
              <a:spLocks noChangeArrowheads="1"/>
            </p:cNvSpPr>
            <p:nvPr/>
          </p:nvSpPr>
          <p:spPr bwMode="auto">
            <a:xfrm>
              <a:off x="2826" y="2485"/>
              <a:ext cx="562"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Organizar a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2" name="Rectangle 19"/>
            <p:cNvSpPr>
              <a:spLocks noChangeArrowheads="1"/>
            </p:cNvSpPr>
            <p:nvPr/>
          </p:nvSpPr>
          <p:spPr bwMode="auto">
            <a:xfrm>
              <a:off x="2826" y="2609"/>
              <a:ext cx="404"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base de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3" name="Rectangle 20"/>
            <p:cNvSpPr>
              <a:spLocks noChangeArrowheads="1"/>
            </p:cNvSpPr>
            <p:nvPr/>
          </p:nvSpPr>
          <p:spPr bwMode="auto">
            <a:xfrm>
              <a:off x="2826" y="2733"/>
              <a:ext cx="704"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panose="020B0604020202020204" pitchFamily="34" charset="0"/>
                </a:rPr>
                <a:t>conhecimentos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4" name="Rectangle 21"/>
            <p:cNvSpPr>
              <a:spLocks noChangeArrowheads="1"/>
            </p:cNvSpPr>
            <p:nvPr/>
          </p:nvSpPr>
          <p:spPr bwMode="auto">
            <a:xfrm>
              <a:off x="2033" y="1977"/>
              <a:ext cx="706" cy="697"/>
            </a:xfrm>
            <a:prstGeom prst="rect">
              <a:avLst/>
            </a:prstGeom>
            <a:solidFill>
              <a:srgbClr val="FFFF99"/>
            </a:solidFill>
            <a:ln w="0">
              <a:solidFill>
                <a:srgbClr val="24272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 name="Rectangle 22"/>
            <p:cNvSpPr>
              <a:spLocks noChangeArrowheads="1"/>
            </p:cNvSpPr>
            <p:nvPr/>
          </p:nvSpPr>
          <p:spPr bwMode="auto">
            <a:xfrm>
              <a:off x="2088" y="1937"/>
              <a:ext cx="53" cy="1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Rectangle 25"/>
            <p:cNvSpPr>
              <a:spLocks noChangeArrowheads="1"/>
            </p:cNvSpPr>
            <p:nvPr/>
          </p:nvSpPr>
          <p:spPr bwMode="auto">
            <a:xfrm>
              <a:off x="2088" y="1937"/>
              <a:ext cx="53" cy="1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29"/>
            <p:cNvSpPr>
              <a:spLocks noChangeArrowheads="1"/>
            </p:cNvSpPr>
            <p:nvPr/>
          </p:nvSpPr>
          <p:spPr bwMode="auto">
            <a:xfrm>
              <a:off x="2191" y="2126"/>
              <a:ext cx="4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smtClean="0">
                  <a:ln>
                    <a:noFill/>
                  </a:ln>
                  <a:solidFill>
                    <a:srgbClr val="333333"/>
                  </a:solidFill>
                  <a:effectLst/>
                  <a:latin typeface="Arial" panose="020B0604020202020204" pitchFamily="34" charset="0"/>
                </a:rPr>
                <a:t>Manter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48" name="Rectangle 30"/>
            <p:cNvSpPr>
              <a:spLocks noChangeArrowheads="1"/>
            </p:cNvSpPr>
            <p:nvPr/>
          </p:nvSpPr>
          <p:spPr bwMode="auto">
            <a:xfrm>
              <a:off x="2343" y="2270"/>
              <a:ext cx="11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smtClean="0">
                  <a:ln>
                    <a:noFill/>
                  </a:ln>
                  <a:solidFill>
                    <a:srgbClr val="333333"/>
                  </a:solidFill>
                  <a:effectLst/>
                  <a:latin typeface="Arial" panose="020B0604020202020204" pitchFamily="34" charset="0"/>
                </a:rPr>
                <a:t>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49" name="Rectangle 31"/>
            <p:cNvSpPr>
              <a:spLocks noChangeArrowheads="1"/>
            </p:cNvSpPr>
            <p:nvPr/>
          </p:nvSpPr>
          <p:spPr bwMode="auto">
            <a:xfrm>
              <a:off x="2191" y="2414"/>
              <a:ext cx="4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smtClean="0">
                  <a:ln>
                    <a:noFill/>
                  </a:ln>
                  <a:solidFill>
                    <a:srgbClr val="333333"/>
                  </a:solidFill>
                  <a:effectLst/>
                  <a:latin typeface="Arial" panose="020B0604020202020204" pitchFamily="34" charset="0"/>
                </a:rPr>
                <a:t>evoluir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50" name="Freeform 32"/>
            <p:cNvSpPr>
              <a:spLocks/>
            </p:cNvSpPr>
            <p:nvPr/>
          </p:nvSpPr>
          <p:spPr bwMode="auto">
            <a:xfrm>
              <a:off x="3364" y="1085"/>
              <a:ext cx="997" cy="119"/>
            </a:xfrm>
            <a:custGeom>
              <a:avLst/>
              <a:gdLst>
                <a:gd name="T0" fmla="*/ 0 w 997"/>
                <a:gd name="T1" fmla="*/ 119 h 119"/>
                <a:gd name="T2" fmla="*/ 19 w 997"/>
                <a:gd name="T3" fmla="*/ 111 h 119"/>
                <a:gd name="T4" fmla="*/ 31 w 997"/>
                <a:gd name="T5" fmla="*/ 99 h 119"/>
                <a:gd name="T6" fmla="*/ 55 w 997"/>
                <a:gd name="T7" fmla="*/ 59 h 119"/>
                <a:gd name="T8" fmla="*/ 74 w 997"/>
                <a:gd name="T9" fmla="*/ 39 h 119"/>
                <a:gd name="T10" fmla="*/ 101 w 997"/>
                <a:gd name="T11" fmla="*/ 19 h 119"/>
                <a:gd name="T12" fmla="*/ 132 w 997"/>
                <a:gd name="T13" fmla="*/ 7 h 119"/>
                <a:gd name="T14" fmla="*/ 171 w 997"/>
                <a:gd name="T15" fmla="*/ 0 h 119"/>
                <a:gd name="T16" fmla="*/ 240 w 997"/>
                <a:gd name="T17" fmla="*/ 0 h 119"/>
                <a:gd name="T18" fmla="*/ 298 w 997"/>
                <a:gd name="T19" fmla="*/ 0 h 119"/>
                <a:gd name="T20" fmla="*/ 344 w 997"/>
                <a:gd name="T21" fmla="*/ 0 h 119"/>
                <a:gd name="T22" fmla="*/ 368 w 997"/>
                <a:gd name="T23" fmla="*/ 0 h 119"/>
                <a:gd name="T24" fmla="*/ 394 w 997"/>
                <a:gd name="T25" fmla="*/ 0 h 119"/>
                <a:gd name="T26" fmla="*/ 406 w 997"/>
                <a:gd name="T27" fmla="*/ 0 h 119"/>
                <a:gd name="T28" fmla="*/ 437 w 997"/>
                <a:gd name="T29" fmla="*/ 0 h 119"/>
                <a:gd name="T30" fmla="*/ 457 w 997"/>
                <a:gd name="T31" fmla="*/ 0 h 119"/>
                <a:gd name="T32" fmla="*/ 488 w 997"/>
                <a:gd name="T33" fmla="*/ 0 h 119"/>
                <a:gd name="T34" fmla="*/ 526 w 997"/>
                <a:gd name="T35" fmla="*/ 0 h 119"/>
                <a:gd name="T36" fmla="*/ 584 w 997"/>
                <a:gd name="T37" fmla="*/ 0 h 119"/>
                <a:gd name="T38" fmla="*/ 654 w 997"/>
                <a:gd name="T39" fmla="*/ 0 h 119"/>
                <a:gd name="T40" fmla="*/ 742 w 997"/>
                <a:gd name="T41" fmla="*/ 0 h 119"/>
                <a:gd name="T42" fmla="*/ 793 w 997"/>
                <a:gd name="T43" fmla="*/ 0 h 119"/>
                <a:gd name="T44" fmla="*/ 858 w 997"/>
                <a:gd name="T45" fmla="*/ 0 h 119"/>
                <a:gd name="T46" fmla="*/ 920 w 997"/>
                <a:gd name="T47" fmla="*/ 0 h 119"/>
                <a:gd name="T48" fmla="*/ 997 w 997"/>
                <a:gd name="T4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97" h="119">
                  <a:moveTo>
                    <a:pt x="0" y="119"/>
                  </a:moveTo>
                  <a:lnTo>
                    <a:pt x="19" y="111"/>
                  </a:lnTo>
                  <a:lnTo>
                    <a:pt x="31" y="99"/>
                  </a:lnTo>
                  <a:lnTo>
                    <a:pt x="55" y="59"/>
                  </a:lnTo>
                  <a:lnTo>
                    <a:pt x="74" y="39"/>
                  </a:lnTo>
                  <a:lnTo>
                    <a:pt x="101" y="19"/>
                  </a:lnTo>
                  <a:lnTo>
                    <a:pt x="132" y="7"/>
                  </a:lnTo>
                  <a:lnTo>
                    <a:pt x="171" y="0"/>
                  </a:lnTo>
                  <a:lnTo>
                    <a:pt x="240" y="0"/>
                  </a:lnTo>
                  <a:lnTo>
                    <a:pt x="298" y="0"/>
                  </a:lnTo>
                  <a:lnTo>
                    <a:pt x="344" y="0"/>
                  </a:lnTo>
                  <a:lnTo>
                    <a:pt x="368" y="0"/>
                  </a:lnTo>
                  <a:lnTo>
                    <a:pt x="394" y="0"/>
                  </a:lnTo>
                  <a:lnTo>
                    <a:pt x="406" y="0"/>
                  </a:lnTo>
                  <a:lnTo>
                    <a:pt x="437" y="0"/>
                  </a:lnTo>
                  <a:lnTo>
                    <a:pt x="457" y="0"/>
                  </a:lnTo>
                  <a:lnTo>
                    <a:pt x="488" y="0"/>
                  </a:lnTo>
                  <a:lnTo>
                    <a:pt x="526" y="0"/>
                  </a:lnTo>
                  <a:lnTo>
                    <a:pt x="584" y="0"/>
                  </a:lnTo>
                  <a:lnTo>
                    <a:pt x="654" y="0"/>
                  </a:lnTo>
                  <a:lnTo>
                    <a:pt x="742" y="0"/>
                  </a:lnTo>
                  <a:lnTo>
                    <a:pt x="793" y="0"/>
                  </a:lnTo>
                  <a:lnTo>
                    <a:pt x="858" y="0"/>
                  </a:lnTo>
                  <a:lnTo>
                    <a:pt x="920" y="0"/>
                  </a:lnTo>
                  <a:lnTo>
                    <a:pt x="997"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51" name="Rectangle 33"/>
            <p:cNvSpPr>
              <a:spLocks noChangeArrowheads="1"/>
            </p:cNvSpPr>
            <p:nvPr/>
          </p:nvSpPr>
          <p:spPr bwMode="auto">
            <a:xfrm>
              <a:off x="3508" y="846"/>
              <a:ext cx="416"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Papéis e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52" name="Rectangle 34"/>
            <p:cNvSpPr>
              <a:spLocks noChangeArrowheads="1"/>
            </p:cNvSpPr>
            <p:nvPr/>
          </p:nvSpPr>
          <p:spPr bwMode="auto">
            <a:xfrm>
              <a:off x="3508" y="966"/>
              <a:ext cx="767"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responsabilidades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53" name="Freeform 35"/>
            <p:cNvSpPr>
              <a:spLocks/>
            </p:cNvSpPr>
            <p:nvPr/>
          </p:nvSpPr>
          <p:spPr bwMode="auto">
            <a:xfrm>
              <a:off x="4361" y="1027"/>
              <a:ext cx="757" cy="58"/>
            </a:xfrm>
            <a:custGeom>
              <a:avLst/>
              <a:gdLst>
                <a:gd name="T0" fmla="*/ 0 w 757"/>
                <a:gd name="T1" fmla="*/ 58 h 58"/>
                <a:gd name="T2" fmla="*/ 39 w 757"/>
                <a:gd name="T3" fmla="*/ 53 h 58"/>
                <a:gd name="T4" fmla="*/ 65 w 757"/>
                <a:gd name="T5" fmla="*/ 33 h 58"/>
                <a:gd name="T6" fmla="*/ 82 w 757"/>
                <a:gd name="T7" fmla="*/ 18 h 58"/>
                <a:gd name="T8" fmla="*/ 101 w 757"/>
                <a:gd name="T9" fmla="*/ 5 h 58"/>
                <a:gd name="T10" fmla="*/ 135 w 757"/>
                <a:gd name="T11" fmla="*/ 0 h 58"/>
                <a:gd name="T12" fmla="*/ 171 w 757"/>
                <a:gd name="T13" fmla="*/ 0 h 58"/>
                <a:gd name="T14" fmla="*/ 224 w 757"/>
                <a:gd name="T15" fmla="*/ 0 h 58"/>
                <a:gd name="T16" fmla="*/ 267 w 757"/>
                <a:gd name="T17" fmla="*/ 0 h 58"/>
                <a:gd name="T18" fmla="*/ 293 w 757"/>
                <a:gd name="T19" fmla="*/ 0 h 58"/>
                <a:gd name="T20" fmla="*/ 317 w 757"/>
                <a:gd name="T21" fmla="*/ 0 h 58"/>
                <a:gd name="T22" fmla="*/ 344 w 757"/>
                <a:gd name="T23" fmla="*/ 0 h 58"/>
                <a:gd name="T24" fmla="*/ 363 w 757"/>
                <a:gd name="T25" fmla="*/ 0 h 58"/>
                <a:gd name="T26" fmla="*/ 382 w 757"/>
                <a:gd name="T27" fmla="*/ 0 h 58"/>
                <a:gd name="T28" fmla="*/ 401 w 757"/>
                <a:gd name="T29" fmla="*/ 0 h 58"/>
                <a:gd name="T30" fmla="*/ 425 w 757"/>
                <a:gd name="T31" fmla="*/ 0 h 58"/>
                <a:gd name="T32" fmla="*/ 464 w 757"/>
                <a:gd name="T33" fmla="*/ 0 h 58"/>
                <a:gd name="T34" fmla="*/ 514 w 757"/>
                <a:gd name="T35" fmla="*/ 0 h 58"/>
                <a:gd name="T36" fmla="*/ 579 w 757"/>
                <a:gd name="T37" fmla="*/ 0 h 58"/>
                <a:gd name="T38" fmla="*/ 656 w 757"/>
                <a:gd name="T39" fmla="*/ 0 h 58"/>
                <a:gd name="T40" fmla="*/ 757 w 757"/>
                <a:gd name="T41"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57" h="58">
                  <a:moveTo>
                    <a:pt x="0" y="58"/>
                  </a:moveTo>
                  <a:lnTo>
                    <a:pt x="39" y="53"/>
                  </a:lnTo>
                  <a:lnTo>
                    <a:pt x="65" y="33"/>
                  </a:lnTo>
                  <a:lnTo>
                    <a:pt x="82" y="18"/>
                  </a:lnTo>
                  <a:lnTo>
                    <a:pt x="101" y="5"/>
                  </a:lnTo>
                  <a:lnTo>
                    <a:pt x="135" y="0"/>
                  </a:lnTo>
                  <a:lnTo>
                    <a:pt x="171" y="0"/>
                  </a:lnTo>
                  <a:lnTo>
                    <a:pt x="224" y="0"/>
                  </a:lnTo>
                  <a:lnTo>
                    <a:pt x="267" y="0"/>
                  </a:lnTo>
                  <a:lnTo>
                    <a:pt x="293" y="0"/>
                  </a:lnTo>
                  <a:lnTo>
                    <a:pt x="317" y="0"/>
                  </a:lnTo>
                  <a:lnTo>
                    <a:pt x="344" y="0"/>
                  </a:lnTo>
                  <a:lnTo>
                    <a:pt x="363" y="0"/>
                  </a:lnTo>
                  <a:lnTo>
                    <a:pt x="382" y="0"/>
                  </a:lnTo>
                  <a:lnTo>
                    <a:pt x="401" y="0"/>
                  </a:lnTo>
                  <a:lnTo>
                    <a:pt x="425" y="0"/>
                  </a:lnTo>
                  <a:lnTo>
                    <a:pt x="464" y="0"/>
                  </a:lnTo>
                  <a:lnTo>
                    <a:pt x="514" y="0"/>
                  </a:lnTo>
                  <a:lnTo>
                    <a:pt x="579" y="0"/>
                  </a:lnTo>
                  <a:lnTo>
                    <a:pt x="656" y="0"/>
                  </a:lnTo>
                  <a:lnTo>
                    <a:pt x="757"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54" name="Rectangle 36"/>
            <p:cNvSpPr>
              <a:spLocks noChangeArrowheads="1"/>
            </p:cNvSpPr>
            <p:nvPr/>
          </p:nvSpPr>
          <p:spPr bwMode="auto">
            <a:xfrm>
              <a:off x="4508" y="782"/>
              <a:ext cx="55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Gestores de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55" name="Rectangle 37"/>
            <p:cNvSpPr>
              <a:spLocks noChangeArrowheads="1"/>
            </p:cNvSpPr>
            <p:nvPr/>
          </p:nvSpPr>
          <p:spPr bwMode="auto">
            <a:xfrm>
              <a:off x="4508" y="901"/>
              <a:ext cx="476"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processos.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56" name="Freeform 38"/>
            <p:cNvSpPr>
              <a:spLocks/>
            </p:cNvSpPr>
            <p:nvPr/>
          </p:nvSpPr>
          <p:spPr bwMode="auto">
            <a:xfrm>
              <a:off x="4361" y="1085"/>
              <a:ext cx="808" cy="218"/>
            </a:xfrm>
            <a:custGeom>
              <a:avLst/>
              <a:gdLst>
                <a:gd name="T0" fmla="*/ 0 w 808"/>
                <a:gd name="T1" fmla="*/ 0 h 218"/>
                <a:gd name="T2" fmla="*/ 19 w 808"/>
                <a:gd name="T3" fmla="*/ 7 h 218"/>
                <a:gd name="T4" fmla="*/ 39 w 808"/>
                <a:gd name="T5" fmla="*/ 34 h 218"/>
                <a:gd name="T6" fmla="*/ 51 w 808"/>
                <a:gd name="T7" fmla="*/ 66 h 218"/>
                <a:gd name="T8" fmla="*/ 65 w 808"/>
                <a:gd name="T9" fmla="*/ 111 h 218"/>
                <a:gd name="T10" fmla="*/ 82 w 808"/>
                <a:gd name="T11" fmla="*/ 151 h 218"/>
                <a:gd name="T12" fmla="*/ 101 w 808"/>
                <a:gd name="T13" fmla="*/ 183 h 218"/>
                <a:gd name="T14" fmla="*/ 135 w 808"/>
                <a:gd name="T15" fmla="*/ 210 h 218"/>
                <a:gd name="T16" fmla="*/ 171 w 808"/>
                <a:gd name="T17" fmla="*/ 218 h 218"/>
                <a:gd name="T18" fmla="*/ 228 w 808"/>
                <a:gd name="T19" fmla="*/ 218 h 218"/>
                <a:gd name="T20" fmla="*/ 274 w 808"/>
                <a:gd name="T21" fmla="*/ 218 h 218"/>
                <a:gd name="T22" fmla="*/ 305 w 808"/>
                <a:gd name="T23" fmla="*/ 218 h 218"/>
                <a:gd name="T24" fmla="*/ 325 w 808"/>
                <a:gd name="T25" fmla="*/ 218 h 218"/>
                <a:gd name="T26" fmla="*/ 356 w 808"/>
                <a:gd name="T27" fmla="*/ 218 h 218"/>
                <a:gd name="T28" fmla="*/ 382 w 808"/>
                <a:gd name="T29" fmla="*/ 218 h 218"/>
                <a:gd name="T30" fmla="*/ 394 w 808"/>
                <a:gd name="T31" fmla="*/ 218 h 218"/>
                <a:gd name="T32" fmla="*/ 421 w 808"/>
                <a:gd name="T33" fmla="*/ 218 h 218"/>
                <a:gd name="T34" fmla="*/ 445 w 808"/>
                <a:gd name="T35" fmla="*/ 218 h 218"/>
                <a:gd name="T36" fmla="*/ 490 w 808"/>
                <a:gd name="T37" fmla="*/ 218 h 218"/>
                <a:gd name="T38" fmla="*/ 541 w 808"/>
                <a:gd name="T39" fmla="*/ 218 h 218"/>
                <a:gd name="T40" fmla="*/ 611 w 808"/>
                <a:gd name="T41" fmla="*/ 218 h 218"/>
                <a:gd name="T42" fmla="*/ 699 w 808"/>
                <a:gd name="T43" fmla="*/ 218 h 218"/>
                <a:gd name="T44" fmla="*/ 808 w 808"/>
                <a:gd name="T45" fmla="*/ 21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08" h="218">
                  <a:moveTo>
                    <a:pt x="0" y="0"/>
                  </a:moveTo>
                  <a:lnTo>
                    <a:pt x="19" y="7"/>
                  </a:lnTo>
                  <a:lnTo>
                    <a:pt x="39" y="34"/>
                  </a:lnTo>
                  <a:lnTo>
                    <a:pt x="51" y="66"/>
                  </a:lnTo>
                  <a:lnTo>
                    <a:pt x="65" y="111"/>
                  </a:lnTo>
                  <a:lnTo>
                    <a:pt x="82" y="151"/>
                  </a:lnTo>
                  <a:lnTo>
                    <a:pt x="101" y="183"/>
                  </a:lnTo>
                  <a:lnTo>
                    <a:pt x="135" y="210"/>
                  </a:lnTo>
                  <a:lnTo>
                    <a:pt x="171" y="218"/>
                  </a:lnTo>
                  <a:lnTo>
                    <a:pt x="228" y="218"/>
                  </a:lnTo>
                  <a:lnTo>
                    <a:pt x="274" y="218"/>
                  </a:lnTo>
                  <a:lnTo>
                    <a:pt x="305" y="218"/>
                  </a:lnTo>
                  <a:lnTo>
                    <a:pt x="325" y="218"/>
                  </a:lnTo>
                  <a:lnTo>
                    <a:pt x="356" y="218"/>
                  </a:lnTo>
                  <a:lnTo>
                    <a:pt x="382" y="218"/>
                  </a:lnTo>
                  <a:lnTo>
                    <a:pt x="394" y="218"/>
                  </a:lnTo>
                  <a:lnTo>
                    <a:pt x="421" y="218"/>
                  </a:lnTo>
                  <a:lnTo>
                    <a:pt x="445" y="218"/>
                  </a:lnTo>
                  <a:lnTo>
                    <a:pt x="490" y="218"/>
                  </a:lnTo>
                  <a:lnTo>
                    <a:pt x="541" y="218"/>
                  </a:lnTo>
                  <a:lnTo>
                    <a:pt x="611" y="218"/>
                  </a:lnTo>
                  <a:lnTo>
                    <a:pt x="699" y="218"/>
                  </a:lnTo>
                  <a:lnTo>
                    <a:pt x="808" y="218"/>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57" name="Rectangle 39"/>
            <p:cNvSpPr>
              <a:spLocks noChangeArrowheads="1"/>
            </p:cNvSpPr>
            <p:nvPr/>
          </p:nvSpPr>
          <p:spPr bwMode="auto">
            <a:xfrm>
              <a:off x="4508" y="1060"/>
              <a:ext cx="591"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Especialistas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58" name="Rectangle 40"/>
            <p:cNvSpPr>
              <a:spLocks noChangeArrowheads="1"/>
            </p:cNvSpPr>
            <p:nvPr/>
          </p:nvSpPr>
          <p:spPr bwMode="auto">
            <a:xfrm>
              <a:off x="4508" y="1179"/>
              <a:ext cx="24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de TI</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59" name="Freeform 41"/>
            <p:cNvSpPr>
              <a:spLocks/>
            </p:cNvSpPr>
            <p:nvPr/>
          </p:nvSpPr>
          <p:spPr bwMode="auto">
            <a:xfrm>
              <a:off x="3364" y="1204"/>
              <a:ext cx="1043" cy="307"/>
            </a:xfrm>
            <a:custGeom>
              <a:avLst/>
              <a:gdLst>
                <a:gd name="T0" fmla="*/ 0 w 1043"/>
                <a:gd name="T1" fmla="*/ 0 h 307"/>
                <a:gd name="T2" fmla="*/ 5 w 1043"/>
                <a:gd name="T3" fmla="*/ 7 h 307"/>
                <a:gd name="T4" fmla="*/ 19 w 1043"/>
                <a:gd name="T5" fmla="*/ 12 h 307"/>
                <a:gd name="T6" fmla="*/ 31 w 1043"/>
                <a:gd name="T7" fmla="*/ 44 h 307"/>
                <a:gd name="T8" fmla="*/ 43 w 1043"/>
                <a:gd name="T9" fmla="*/ 99 h 307"/>
                <a:gd name="T10" fmla="*/ 55 w 1043"/>
                <a:gd name="T11" fmla="*/ 156 h 307"/>
                <a:gd name="T12" fmla="*/ 74 w 1043"/>
                <a:gd name="T13" fmla="*/ 210 h 307"/>
                <a:gd name="T14" fmla="*/ 101 w 1043"/>
                <a:gd name="T15" fmla="*/ 262 h 307"/>
                <a:gd name="T16" fmla="*/ 132 w 1043"/>
                <a:gd name="T17" fmla="*/ 295 h 307"/>
                <a:gd name="T18" fmla="*/ 151 w 1043"/>
                <a:gd name="T19" fmla="*/ 307 h 307"/>
                <a:gd name="T20" fmla="*/ 171 w 1043"/>
                <a:gd name="T21" fmla="*/ 307 h 307"/>
                <a:gd name="T22" fmla="*/ 247 w 1043"/>
                <a:gd name="T23" fmla="*/ 307 h 307"/>
                <a:gd name="T24" fmla="*/ 305 w 1043"/>
                <a:gd name="T25" fmla="*/ 307 h 307"/>
                <a:gd name="T26" fmla="*/ 348 w 1043"/>
                <a:gd name="T27" fmla="*/ 307 h 307"/>
                <a:gd name="T28" fmla="*/ 380 w 1043"/>
                <a:gd name="T29" fmla="*/ 307 h 307"/>
                <a:gd name="T30" fmla="*/ 406 w 1043"/>
                <a:gd name="T31" fmla="*/ 307 h 307"/>
                <a:gd name="T32" fmla="*/ 418 w 1043"/>
                <a:gd name="T33" fmla="*/ 307 h 307"/>
                <a:gd name="T34" fmla="*/ 457 w 1043"/>
                <a:gd name="T35" fmla="*/ 307 h 307"/>
                <a:gd name="T36" fmla="*/ 476 w 1043"/>
                <a:gd name="T37" fmla="*/ 307 h 307"/>
                <a:gd name="T38" fmla="*/ 507 w 1043"/>
                <a:gd name="T39" fmla="*/ 307 h 307"/>
                <a:gd name="T40" fmla="*/ 545 w 1043"/>
                <a:gd name="T41" fmla="*/ 307 h 307"/>
                <a:gd name="T42" fmla="*/ 603 w 1043"/>
                <a:gd name="T43" fmla="*/ 307 h 307"/>
                <a:gd name="T44" fmla="*/ 680 w 1043"/>
                <a:gd name="T45" fmla="*/ 307 h 307"/>
                <a:gd name="T46" fmla="*/ 774 w 1043"/>
                <a:gd name="T47" fmla="*/ 307 h 307"/>
                <a:gd name="T48" fmla="*/ 831 w 1043"/>
                <a:gd name="T49" fmla="*/ 307 h 307"/>
                <a:gd name="T50" fmla="*/ 896 w 1043"/>
                <a:gd name="T51" fmla="*/ 307 h 307"/>
                <a:gd name="T52" fmla="*/ 966 w 1043"/>
                <a:gd name="T53" fmla="*/ 307 h 307"/>
                <a:gd name="T54" fmla="*/ 1043 w 1043"/>
                <a:gd name="T55" fmla="*/ 30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43" h="307">
                  <a:moveTo>
                    <a:pt x="0" y="0"/>
                  </a:moveTo>
                  <a:lnTo>
                    <a:pt x="5" y="7"/>
                  </a:lnTo>
                  <a:lnTo>
                    <a:pt x="19" y="12"/>
                  </a:lnTo>
                  <a:lnTo>
                    <a:pt x="31" y="44"/>
                  </a:lnTo>
                  <a:lnTo>
                    <a:pt x="43" y="99"/>
                  </a:lnTo>
                  <a:lnTo>
                    <a:pt x="55" y="156"/>
                  </a:lnTo>
                  <a:lnTo>
                    <a:pt x="74" y="210"/>
                  </a:lnTo>
                  <a:lnTo>
                    <a:pt x="101" y="262"/>
                  </a:lnTo>
                  <a:lnTo>
                    <a:pt x="132" y="295"/>
                  </a:lnTo>
                  <a:lnTo>
                    <a:pt x="151" y="307"/>
                  </a:lnTo>
                  <a:lnTo>
                    <a:pt x="171" y="307"/>
                  </a:lnTo>
                  <a:lnTo>
                    <a:pt x="247" y="307"/>
                  </a:lnTo>
                  <a:lnTo>
                    <a:pt x="305" y="307"/>
                  </a:lnTo>
                  <a:lnTo>
                    <a:pt x="348" y="307"/>
                  </a:lnTo>
                  <a:lnTo>
                    <a:pt x="380" y="307"/>
                  </a:lnTo>
                  <a:lnTo>
                    <a:pt x="406" y="307"/>
                  </a:lnTo>
                  <a:lnTo>
                    <a:pt x="418" y="307"/>
                  </a:lnTo>
                  <a:lnTo>
                    <a:pt x="457" y="307"/>
                  </a:lnTo>
                  <a:lnTo>
                    <a:pt x="476" y="307"/>
                  </a:lnTo>
                  <a:lnTo>
                    <a:pt x="507" y="307"/>
                  </a:lnTo>
                  <a:lnTo>
                    <a:pt x="545" y="307"/>
                  </a:lnTo>
                  <a:lnTo>
                    <a:pt x="603" y="307"/>
                  </a:lnTo>
                  <a:lnTo>
                    <a:pt x="680" y="307"/>
                  </a:lnTo>
                  <a:lnTo>
                    <a:pt x="774" y="307"/>
                  </a:lnTo>
                  <a:lnTo>
                    <a:pt x="831" y="307"/>
                  </a:lnTo>
                  <a:lnTo>
                    <a:pt x="896" y="307"/>
                  </a:lnTo>
                  <a:lnTo>
                    <a:pt x="966" y="307"/>
                  </a:lnTo>
                  <a:lnTo>
                    <a:pt x="1043" y="30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60" name="Rectangle 42"/>
            <p:cNvSpPr>
              <a:spLocks noChangeArrowheads="1"/>
            </p:cNvSpPr>
            <p:nvPr/>
          </p:nvSpPr>
          <p:spPr bwMode="auto">
            <a:xfrm>
              <a:off x="3508" y="1387"/>
              <a:ext cx="80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Escopos de gestão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61" name="Freeform 43"/>
            <p:cNvSpPr>
              <a:spLocks/>
            </p:cNvSpPr>
            <p:nvPr/>
          </p:nvSpPr>
          <p:spPr bwMode="auto">
            <a:xfrm>
              <a:off x="344" y="2523"/>
              <a:ext cx="978" cy="327"/>
            </a:xfrm>
            <a:custGeom>
              <a:avLst/>
              <a:gdLst>
                <a:gd name="T0" fmla="*/ 978 w 978"/>
                <a:gd name="T1" fmla="*/ 327 h 327"/>
                <a:gd name="T2" fmla="*/ 973 w 978"/>
                <a:gd name="T3" fmla="*/ 319 h 327"/>
                <a:gd name="T4" fmla="*/ 958 w 978"/>
                <a:gd name="T5" fmla="*/ 315 h 327"/>
                <a:gd name="T6" fmla="*/ 946 w 978"/>
                <a:gd name="T7" fmla="*/ 275 h 327"/>
                <a:gd name="T8" fmla="*/ 934 w 978"/>
                <a:gd name="T9" fmla="*/ 223 h 327"/>
                <a:gd name="T10" fmla="*/ 920 w 978"/>
                <a:gd name="T11" fmla="*/ 163 h 327"/>
                <a:gd name="T12" fmla="*/ 903 w 978"/>
                <a:gd name="T13" fmla="*/ 104 h 327"/>
                <a:gd name="T14" fmla="*/ 877 w 978"/>
                <a:gd name="T15" fmla="*/ 52 h 327"/>
                <a:gd name="T16" fmla="*/ 845 w 978"/>
                <a:gd name="T17" fmla="*/ 12 h 327"/>
                <a:gd name="T18" fmla="*/ 826 w 978"/>
                <a:gd name="T19" fmla="*/ 5 h 327"/>
                <a:gd name="T20" fmla="*/ 807 w 978"/>
                <a:gd name="T21" fmla="*/ 0 h 327"/>
                <a:gd name="T22" fmla="*/ 737 w 978"/>
                <a:gd name="T23" fmla="*/ 0 h 327"/>
                <a:gd name="T24" fmla="*/ 680 w 978"/>
                <a:gd name="T25" fmla="*/ 0 h 327"/>
                <a:gd name="T26" fmla="*/ 641 w 978"/>
                <a:gd name="T27" fmla="*/ 0 h 327"/>
                <a:gd name="T28" fmla="*/ 610 w 978"/>
                <a:gd name="T29" fmla="*/ 0 h 327"/>
                <a:gd name="T30" fmla="*/ 591 w 978"/>
                <a:gd name="T31" fmla="*/ 0 h 327"/>
                <a:gd name="T32" fmla="*/ 571 w 978"/>
                <a:gd name="T33" fmla="*/ 0 h 327"/>
                <a:gd name="T34" fmla="*/ 545 w 978"/>
                <a:gd name="T35" fmla="*/ 0 h 327"/>
                <a:gd name="T36" fmla="*/ 521 w 978"/>
                <a:gd name="T37" fmla="*/ 0 h 327"/>
                <a:gd name="T38" fmla="*/ 495 w 978"/>
                <a:gd name="T39" fmla="*/ 0 h 327"/>
                <a:gd name="T40" fmla="*/ 456 w 978"/>
                <a:gd name="T41" fmla="*/ 0 h 327"/>
                <a:gd name="T42" fmla="*/ 406 w 978"/>
                <a:gd name="T43" fmla="*/ 0 h 327"/>
                <a:gd name="T44" fmla="*/ 336 w 978"/>
                <a:gd name="T45" fmla="*/ 0 h 327"/>
                <a:gd name="T46" fmla="*/ 247 w 978"/>
                <a:gd name="T47" fmla="*/ 0 h 327"/>
                <a:gd name="T48" fmla="*/ 197 w 978"/>
                <a:gd name="T49" fmla="*/ 0 h 327"/>
                <a:gd name="T50" fmla="*/ 139 w 978"/>
                <a:gd name="T51" fmla="*/ 0 h 327"/>
                <a:gd name="T52" fmla="*/ 69 w 978"/>
                <a:gd name="T53" fmla="*/ 0 h 327"/>
                <a:gd name="T54" fmla="*/ 0 w 978"/>
                <a:gd name="T55" fmla="*/ 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78" h="327">
                  <a:moveTo>
                    <a:pt x="978" y="327"/>
                  </a:moveTo>
                  <a:lnTo>
                    <a:pt x="973" y="319"/>
                  </a:lnTo>
                  <a:lnTo>
                    <a:pt x="958" y="315"/>
                  </a:lnTo>
                  <a:lnTo>
                    <a:pt x="946" y="275"/>
                  </a:lnTo>
                  <a:lnTo>
                    <a:pt x="934" y="223"/>
                  </a:lnTo>
                  <a:lnTo>
                    <a:pt x="920" y="163"/>
                  </a:lnTo>
                  <a:lnTo>
                    <a:pt x="903" y="104"/>
                  </a:lnTo>
                  <a:lnTo>
                    <a:pt x="877" y="52"/>
                  </a:lnTo>
                  <a:lnTo>
                    <a:pt x="845" y="12"/>
                  </a:lnTo>
                  <a:lnTo>
                    <a:pt x="826" y="5"/>
                  </a:lnTo>
                  <a:lnTo>
                    <a:pt x="807" y="0"/>
                  </a:lnTo>
                  <a:lnTo>
                    <a:pt x="737" y="0"/>
                  </a:lnTo>
                  <a:lnTo>
                    <a:pt x="680" y="0"/>
                  </a:lnTo>
                  <a:lnTo>
                    <a:pt x="641" y="0"/>
                  </a:lnTo>
                  <a:lnTo>
                    <a:pt x="610" y="0"/>
                  </a:lnTo>
                  <a:lnTo>
                    <a:pt x="591" y="0"/>
                  </a:lnTo>
                  <a:lnTo>
                    <a:pt x="571" y="0"/>
                  </a:lnTo>
                  <a:lnTo>
                    <a:pt x="545" y="0"/>
                  </a:lnTo>
                  <a:lnTo>
                    <a:pt x="521" y="0"/>
                  </a:lnTo>
                  <a:lnTo>
                    <a:pt x="495" y="0"/>
                  </a:lnTo>
                  <a:lnTo>
                    <a:pt x="456" y="0"/>
                  </a:lnTo>
                  <a:lnTo>
                    <a:pt x="406" y="0"/>
                  </a:lnTo>
                  <a:lnTo>
                    <a:pt x="336" y="0"/>
                  </a:lnTo>
                  <a:lnTo>
                    <a:pt x="247" y="0"/>
                  </a:lnTo>
                  <a:lnTo>
                    <a:pt x="197" y="0"/>
                  </a:lnTo>
                  <a:lnTo>
                    <a:pt x="139" y="0"/>
                  </a:lnTo>
                  <a:lnTo>
                    <a:pt x="69" y="0"/>
                  </a:lnTo>
                  <a:lnTo>
                    <a:pt x="0"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62" name="Rectangle 44"/>
            <p:cNvSpPr>
              <a:spLocks noChangeArrowheads="1"/>
            </p:cNvSpPr>
            <p:nvPr/>
          </p:nvSpPr>
          <p:spPr bwMode="auto">
            <a:xfrm>
              <a:off x="382" y="2401"/>
              <a:ext cx="762"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Objetivos e metas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63" name="Freeform 45"/>
            <p:cNvSpPr>
              <a:spLocks/>
            </p:cNvSpPr>
            <p:nvPr/>
          </p:nvSpPr>
          <p:spPr bwMode="auto">
            <a:xfrm>
              <a:off x="718" y="2825"/>
              <a:ext cx="604" cy="25"/>
            </a:xfrm>
            <a:custGeom>
              <a:avLst/>
              <a:gdLst>
                <a:gd name="T0" fmla="*/ 604 w 604"/>
                <a:gd name="T1" fmla="*/ 25 h 25"/>
                <a:gd name="T2" fmla="*/ 572 w 604"/>
                <a:gd name="T3" fmla="*/ 17 h 25"/>
                <a:gd name="T4" fmla="*/ 546 w 604"/>
                <a:gd name="T5" fmla="*/ 13 h 25"/>
                <a:gd name="T6" fmla="*/ 529 w 604"/>
                <a:gd name="T7" fmla="*/ 5 h 25"/>
                <a:gd name="T8" fmla="*/ 503 w 604"/>
                <a:gd name="T9" fmla="*/ 5 h 25"/>
                <a:gd name="T10" fmla="*/ 471 w 604"/>
                <a:gd name="T11" fmla="*/ 0 h 25"/>
                <a:gd name="T12" fmla="*/ 433 w 604"/>
                <a:gd name="T13" fmla="*/ 0 h 25"/>
                <a:gd name="T14" fmla="*/ 395 w 604"/>
                <a:gd name="T15" fmla="*/ 0 h 25"/>
                <a:gd name="T16" fmla="*/ 363 w 604"/>
                <a:gd name="T17" fmla="*/ 0 h 25"/>
                <a:gd name="T18" fmla="*/ 337 w 604"/>
                <a:gd name="T19" fmla="*/ 0 h 25"/>
                <a:gd name="T20" fmla="*/ 325 w 604"/>
                <a:gd name="T21" fmla="*/ 0 h 25"/>
                <a:gd name="T22" fmla="*/ 306 w 604"/>
                <a:gd name="T23" fmla="*/ 0 h 25"/>
                <a:gd name="T24" fmla="*/ 286 w 604"/>
                <a:gd name="T25" fmla="*/ 0 h 25"/>
                <a:gd name="T26" fmla="*/ 260 w 604"/>
                <a:gd name="T27" fmla="*/ 0 h 25"/>
                <a:gd name="T28" fmla="*/ 241 w 604"/>
                <a:gd name="T29" fmla="*/ 0 h 25"/>
                <a:gd name="T30" fmla="*/ 217 w 604"/>
                <a:gd name="T31" fmla="*/ 0 h 25"/>
                <a:gd name="T32" fmla="*/ 178 w 604"/>
                <a:gd name="T33" fmla="*/ 0 h 25"/>
                <a:gd name="T34" fmla="*/ 133 w 604"/>
                <a:gd name="T35" fmla="*/ 0 h 25"/>
                <a:gd name="T36" fmla="*/ 77 w 604"/>
                <a:gd name="T37" fmla="*/ 0 h 25"/>
                <a:gd name="T38" fmla="*/ 0 w 604"/>
                <a:gd name="T3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25">
                  <a:moveTo>
                    <a:pt x="604" y="25"/>
                  </a:moveTo>
                  <a:lnTo>
                    <a:pt x="572" y="17"/>
                  </a:lnTo>
                  <a:lnTo>
                    <a:pt x="546" y="13"/>
                  </a:lnTo>
                  <a:lnTo>
                    <a:pt x="529" y="5"/>
                  </a:lnTo>
                  <a:lnTo>
                    <a:pt x="503" y="5"/>
                  </a:lnTo>
                  <a:lnTo>
                    <a:pt x="471" y="0"/>
                  </a:lnTo>
                  <a:lnTo>
                    <a:pt x="433" y="0"/>
                  </a:lnTo>
                  <a:lnTo>
                    <a:pt x="395" y="0"/>
                  </a:lnTo>
                  <a:lnTo>
                    <a:pt x="363" y="0"/>
                  </a:lnTo>
                  <a:lnTo>
                    <a:pt x="337" y="0"/>
                  </a:lnTo>
                  <a:lnTo>
                    <a:pt x="325" y="0"/>
                  </a:lnTo>
                  <a:lnTo>
                    <a:pt x="306" y="0"/>
                  </a:lnTo>
                  <a:lnTo>
                    <a:pt x="286" y="0"/>
                  </a:lnTo>
                  <a:lnTo>
                    <a:pt x="260" y="0"/>
                  </a:lnTo>
                  <a:lnTo>
                    <a:pt x="241" y="0"/>
                  </a:lnTo>
                  <a:lnTo>
                    <a:pt x="217" y="0"/>
                  </a:lnTo>
                  <a:lnTo>
                    <a:pt x="178" y="0"/>
                  </a:lnTo>
                  <a:lnTo>
                    <a:pt x="133" y="0"/>
                  </a:lnTo>
                  <a:lnTo>
                    <a:pt x="77" y="0"/>
                  </a:lnTo>
                  <a:lnTo>
                    <a:pt x="0"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64" name="Rectangle 46"/>
            <p:cNvSpPr>
              <a:spLocks noChangeArrowheads="1"/>
            </p:cNvSpPr>
            <p:nvPr/>
          </p:nvSpPr>
          <p:spPr bwMode="auto">
            <a:xfrm>
              <a:off x="757" y="2585"/>
              <a:ext cx="421"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Plano de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65" name="Rectangle 47"/>
            <p:cNvSpPr>
              <a:spLocks noChangeArrowheads="1"/>
            </p:cNvSpPr>
            <p:nvPr/>
          </p:nvSpPr>
          <p:spPr bwMode="auto">
            <a:xfrm>
              <a:off x="757" y="2704"/>
              <a:ext cx="36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trabalho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66" name="Freeform 48"/>
            <p:cNvSpPr>
              <a:spLocks/>
            </p:cNvSpPr>
            <p:nvPr/>
          </p:nvSpPr>
          <p:spPr bwMode="auto">
            <a:xfrm>
              <a:off x="132" y="2679"/>
              <a:ext cx="586" cy="146"/>
            </a:xfrm>
            <a:custGeom>
              <a:avLst/>
              <a:gdLst>
                <a:gd name="T0" fmla="*/ 586 w 586"/>
                <a:gd name="T1" fmla="*/ 146 h 146"/>
                <a:gd name="T2" fmla="*/ 567 w 586"/>
                <a:gd name="T3" fmla="*/ 139 h 146"/>
                <a:gd name="T4" fmla="*/ 555 w 586"/>
                <a:gd name="T5" fmla="*/ 126 h 146"/>
                <a:gd name="T6" fmla="*/ 541 w 586"/>
                <a:gd name="T7" fmla="*/ 99 h 146"/>
                <a:gd name="T8" fmla="*/ 529 w 586"/>
                <a:gd name="T9" fmla="*/ 72 h 146"/>
                <a:gd name="T10" fmla="*/ 510 w 586"/>
                <a:gd name="T11" fmla="*/ 47 h 146"/>
                <a:gd name="T12" fmla="*/ 490 w 586"/>
                <a:gd name="T13" fmla="*/ 20 h 146"/>
                <a:gd name="T14" fmla="*/ 459 w 586"/>
                <a:gd name="T15" fmla="*/ 7 h 146"/>
                <a:gd name="T16" fmla="*/ 421 w 586"/>
                <a:gd name="T17" fmla="*/ 0 h 146"/>
                <a:gd name="T18" fmla="*/ 382 w 586"/>
                <a:gd name="T19" fmla="*/ 0 h 146"/>
                <a:gd name="T20" fmla="*/ 351 w 586"/>
                <a:gd name="T21" fmla="*/ 0 h 146"/>
                <a:gd name="T22" fmla="*/ 325 w 586"/>
                <a:gd name="T23" fmla="*/ 0 h 146"/>
                <a:gd name="T24" fmla="*/ 313 w 586"/>
                <a:gd name="T25" fmla="*/ 0 h 146"/>
                <a:gd name="T26" fmla="*/ 293 w 586"/>
                <a:gd name="T27" fmla="*/ 0 h 146"/>
                <a:gd name="T28" fmla="*/ 281 w 586"/>
                <a:gd name="T29" fmla="*/ 0 h 146"/>
                <a:gd name="T30" fmla="*/ 255 w 586"/>
                <a:gd name="T31" fmla="*/ 0 h 146"/>
                <a:gd name="T32" fmla="*/ 236 w 586"/>
                <a:gd name="T33" fmla="*/ 0 h 146"/>
                <a:gd name="T34" fmla="*/ 212 w 586"/>
                <a:gd name="T35" fmla="*/ 0 h 146"/>
                <a:gd name="T36" fmla="*/ 173 w 586"/>
                <a:gd name="T37" fmla="*/ 0 h 146"/>
                <a:gd name="T38" fmla="*/ 128 w 586"/>
                <a:gd name="T39" fmla="*/ 0 h 146"/>
                <a:gd name="T40" fmla="*/ 72 w 586"/>
                <a:gd name="T41" fmla="*/ 0 h 146"/>
                <a:gd name="T42" fmla="*/ 0 w 586"/>
                <a:gd name="T4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86" h="146">
                  <a:moveTo>
                    <a:pt x="586" y="146"/>
                  </a:moveTo>
                  <a:lnTo>
                    <a:pt x="567" y="139"/>
                  </a:lnTo>
                  <a:lnTo>
                    <a:pt x="555" y="126"/>
                  </a:lnTo>
                  <a:lnTo>
                    <a:pt x="541" y="99"/>
                  </a:lnTo>
                  <a:lnTo>
                    <a:pt x="529" y="72"/>
                  </a:lnTo>
                  <a:lnTo>
                    <a:pt x="510" y="47"/>
                  </a:lnTo>
                  <a:lnTo>
                    <a:pt x="490" y="20"/>
                  </a:lnTo>
                  <a:lnTo>
                    <a:pt x="459" y="7"/>
                  </a:lnTo>
                  <a:lnTo>
                    <a:pt x="421" y="0"/>
                  </a:lnTo>
                  <a:lnTo>
                    <a:pt x="382" y="0"/>
                  </a:lnTo>
                  <a:lnTo>
                    <a:pt x="351" y="0"/>
                  </a:lnTo>
                  <a:lnTo>
                    <a:pt x="325" y="0"/>
                  </a:lnTo>
                  <a:lnTo>
                    <a:pt x="313" y="0"/>
                  </a:lnTo>
                  <a:lnTo>
                    <a:pt x="293" y="0"/>
                  </a:lnTo>
                  <a:lnTo>
                    <a:pt x="281" y="0"/>
                  </a:lnTo>
                  <a:lnTo>
                    <a:pt x="255" y="0"/>
                  </a:lnTo>
                  <a:lnTo>
                    <a:pt x="236" y="0"/>
                  </a:lnTo>
                  <a:lnTo>
                    <a:pt x="212" y="0"/>
                  </a:lnTo>
                  <a:lnTo>
                    <a:pt x="173" y="0"/>
                  </a:lnTo>
                  <a:lnTo>
                    <a:pt x="128" y="0"/>
                  </a:lnTo>
                  <a:lnTo>
                    <a:pt x="72" y="0"/>
                  </a:lnTo>
                  <a:lnTo>
                    <a:pt x="0"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67" name="Rectangle 49"/>
            <p:cNvSpPr>
              <a:spLocks noChangeArrowheads="1"/>
            </p:cNvSpPr>
            <p:nvPr/>
          </p:nvSpPr>
          <p:spPr bwMode="auto">
            <a:xfrm>
              <a:off x="171" y="2560"/>
              <a:ext cx="411"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Evolução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68" name="Freeform 50"/>
            <p:cNvSpPr>
              <a:spLocks/>
            </p:cNvSpPr>
            <p:nvPr/>
          </p:nvSpPr>
          <p:spPr bwMode="auto">
            <a:xfrm>
              <a:off x="0" y="2825"/>
              <a:ext cx="718" cy="17"/>
            </a:xfrm>
            <a:custGeom>
              <a:avLst/>
              <a:gdLst>
                <a:gd name="T0" fmla="*/ 718 w 718"/>
                <a:gd name="T1" fmla="*/ 0 h 17"/>
                <a:gd name="T2" fmla="*/ 687 w 718"/>
                <a:gd name="T3" fmla="*/ 5 h 17"/>
                <a:gd name="T4" fmla="*/ 661 w 718"/>
                <a:gd name="T5" fmla="*/ 13 h 17"/>
                <a:gd name="T6" fmla="*/ 642 w 718"/>
                <a:gd name="T7" fmla="*/ 13 h 17"/>
                <a:gd name="T8" fmla="*/ 622 w 718"/>
                <a:gd name="T9" fmla="*/ 17 h 17"/>
                <a:gd name="T10" fmla="*/ 591 w 718"/>
                <a:gd name="T11" fmla="*/ 17 h 17"/>
                <a:gd name="T12" fmla="*/ 553 w 718"/>
                <a:gd name="T13" fmla="*/ 17 h 17"/>
                <a:gd name="T14" fmla="*/ 502 w 718"/>
                <a:gd name="T15" fmla="*/ 17 h 17"/>
                <a:gd name="T16" fmla="*/ 464 w 718"/>
                <a:gd name="T17" fmla="*/ 17 h 17"/>
                <a:gd name="T18" fmla="*/ 437 w 718"/>
                <a:gd name="T19" fmla="*/ 17 h 17"/>
                <a:gd name="T20" fmla="*/ 413 w 718"/>
                <a:gd name="T21" fmla="*/ 17 h 17"/>
                <a:gd name="T22" fmla="*/ 387 w 718"/>
                <a:gd name="T23" fmla="*/ 17 h 17"/>
                <a:gd name="T24" fmla="*/ 368 w 718"/>
                <a:gd name="T25" fmla="*/ 17 h 17"/>
                <a:gd name="T26" fmla="*/ 356 w 718"/>
                <a:gd name="T27" fmla="*/ 17 h 17"/>
                <a:gd name="T28" fmla="*/ 336 w 718"/>
                <a:gd name="T29" fmla="*/ 17 h 17"/>
                <a:gd name="T30" fmla="*/ 312 w 718"/>
                <a:gd name="T31" fmla="*/ 17 h 17"/>
                <a:gd name="T32" fmla="*/ 279 w 718"/>
                <a:gd name="T33" fmla="*/ 17 h 17"/>
                <a:gd name="T34" fmla="*/ 228 w 718"/>
                <a:gd name="T35" fmla="*/ 17 h 17"/>
                <a:gd name="T36" fmla="*/ 171 w 718"/>
                <a:gd name="T37" fmla="*/ 17 h 17"/>
                <a:gd name="T38" fmla="*/ 96 w 718"/>
                <a:gd name="T39" fmla="*/ 17 h 17"/>
                <a:gd name="T40" fmla="*/ 0 w 718"/>
                <a:gd name="T41"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8" h="17">
                  <a:moveTo>
                    <a:pt x="718" y="0"/>
                  </a:moveTo>
                  <a:lnTo>
                    <a:pt x="687" y="5"/>
                  </a:lnTo>
                  <a:lnTo>
                    <a:pt x="661" y="13"/>
                  </a:lnTo>
                  <a:lnTo>
                    <a:pt x="642" y="13"/>
                  </a:lnTo>
                  <a:lnTo>
                    <a:pt x="622" y="17"/>
                  </a:lnTo>
                  <a:lnTo>
                    <a:pt x="591" y="17"/>
                  </a:lnTo>
                  <a:lnTo>
                    <a:pt x="553" y="17"/>
                  </a:lnTo>
                  <a:lnTo>
                    <a:pt x="502" y="17"/>
                  </a:lnTo>
                  <a:lnTo>
                    <a:pt x="464" y="17"/>
                  </a:lnTo>
                  <a:lnTo>
                    <a:pt x="437" y="17"/>
                  </a:lnTo>
                  <a:lnTo>
                    <a:pt x="413" y="17"/>
                  </a:lnTo>
                  <a:lnTo>
                    <a:pt x="387" y="17"/>
                  </a:lnTo>
                  <a:lnTo>
                    <a:pt x="368" y="17"/>
                  </a:lnTo>
                  <a:lnTo>
                    <a:pt x="356" y="17"/>
                  </a:lnTo>
                  <a:lnTo>
                    <a:pt x="336" y="17"/>
                  </a:lnTo>
                  <a:lnTo>
                    <a:pt x="312" y="17"/>
                  </a:lnTo>
                  <a:lnTo>
                    <a:pt x="279" y="17"/>
                  </a:lnTo>
                  <a:lnTo>
                    <a:pt x="228" y="17"/>
                  </a:lnTo>
                  <a:lnTo>
                    <a:pt x="171" y="17"/>
                  </a:lnTo>
                  <a:lnTo>
                    <a:pt x="96" y="17"/>
                  </a:lnTo>
                  <a:lnTo>
                    <a:pt x="0" y="1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69" name="Rectangle 51"/>
            <p:cNvSpPr>
              <a:spLocks noChangeArrowheads="1"/>
            </p:cNvSpPr>
            <p:nvPr/>
          </p:nvSpPr>
          <p:spPr bwMode="auto">
            <a:xfrm>
              <a:off x="36" y="2719"/>
              <a:ext cx="536"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Manutenção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70" name="Freeform 52"/>
            <p:cNvSpPr>
              <a:spLocks/>
            </p:cNvSpPr>
            <p:nvPr/>
          </p:nvSpPr>
          <p:spPr bwMode="auto">
            <a:xfrm>
              <a:off x="0" y="2825"/>
              <a:ext cx="718" cy="176"/>
            </a:xfrm>
            <a:custGeom>
              <a:avLst/>
              <a:gdLst>
                <a:gd name="T0" fmla="*/ 718 w 718"/>
                <a:gd name="T1" fmla="*/ 0 h 176"/>
                <a:gd name="T2" fmla="*/ 699 w 718"/>
                <a:gd name="T3" fmla="*/ 5 h 176"/>
                <a:gd name="T4" fmla="*/ 687 w 718"/>
                <a:gd name="T5" fmla="*/ 25 h 176"/>
                <a:gd name="T6" fmla="*/ 673 w 718"/>
                <a:gd name="T7" fmla="*/ 57 h 176"/>
                <a:gd name="T8" fmla="*/ 661 w 718"/>
                <a:gd name="T9" fmla="*/ 92 h 176"/>
                <a:gd name="T10" fmla="*/ 642 w 718"/>
                <a:gd name="T11" fmla="*/ 117 h 176"/>
                <a:gd name="T12" fmla="*/ 622 w 718"/>
                <a:gd name="T13" fmla="*/ 149 h 176"/>
                <a:gd name="T14" fmla="*/ 591 w 718"/>
                <a:gd name="T15" fmla="*/ 169 h 176"/>
                <a:gd name="T16" fmla="*/ 553 w 718"/>
                <a:gd name="T17" fmla="*/ 176 h 176"/>
                <a:gd name="T18" fmla="*/ 502 w 718"/>
                <a:gd name="T19" fmla="*/ 176 h 176"/>
                <a:gd name="T20" fmla="*/ 464 w 718"/>
                <a:gd name="T21" fmla="*/ 176 h 176"/>
                <a:gd name="T22" fmla="*/ 437 w 718"/>
                <a:gd name="T23" fmla="*/ 176 h 176"/>
                <a:gd name="T24" fmla="*/ 413 w 718"/>
                <a:gd name="T25" fmla="*/ 176 h 176"/>
                <a:gd name="T26" fmla="*/ 387 w 718"/>
                <a:gd name="T27" fmla="*/ 176 h 176"/>
                <a:gd name="T28" fmla="*/ 368 w 718"/>
                <a:gd name="T29" fmla="*/ 176 h 176"/>
                <a:gd name="T30" fmla="*/ 356 w 718"/>
                <a:gd name="T31" fmla="*/ 176 h 176"/>
                <a:gd name="T32" fmla="*/ 336 w 718"/>
                <a:gd name="T33" fmla="*/ 176 h 176"/>
                <a:gd name="T34" fmla="*/ 312 w 718"/>
                <a:gd name="T35" fmla="*/ 176 h 176"/>
                <a:gd name="T36" fmla="*/ 279 w 718"/>
                <a:gd name="T37" fmla="*/ 176 h 176"/>
                <a:gd name="T38" fmla="*/ 228 w 718"/>
                <a:gd name="T39" fmla="*/ 176 h 176"/>
                <a:gd name="T40" fmla="*/ 171 w 718"/>
                <a:gd name="T41" fmla="*/ 176 h 176"/>
                <a:gd name="T42" fmla="*/ 96 w 718"/>
                <a:gd name="T43" fmla="*/ 176 h 176"/>
                <a:gd name="T44" fmla="*/ 0 w 718"/>
                <a:gd name="T45"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18" h="176">
                  <a:moveTo>
                    <a:pt x="718" y="0"/>
                  </a:moveTo>
                  <a:lnTo>
                    <a:pt x="699" y="5"/>
                  </a:lnTo>
                  <a:lnTo>
                    <a:pt x="687" y="25"/>
                  </a:lnTo>
                  <a:lnTo>
                    <a:pt x="673" y="57"/>
                  </a:lnTo>
                  <a:lnTo>
                    <a:pt x="661" y="92"/>
                  </a:lnTo>
                  <a:lnTo>
                    <a:pt x="642" y="117"/>
                  </a:lnTo>
                  <a:lnTo>
                    <a:pt x="622" y="149"/>
                  </a:lnTo>
                  <a:lnTo>
                    <a:pt x="591" y="169"/>
                  </a:lnTo>
                  <a:lnTo>
                    <a:pt x="553" y="176"/>
                  </a:lnTo>
                  <a:lnTo>
                    <a:pt x="502" y="176"/>
                  </a:lnTo>
                  <a:lnTo>
                    <a:pt x="464" y="176"/>
                  </a:lnTo>
                  <a:lnTo>
                    <a:pt x="437" y="176"/>
                  </a:lnTo>
                  <a:lnTo>
                    <a:pt x="413" y="176"/>
                  </a:lnTo>
                  <a:lnTo>
                    <a:pt x="387" y="176"/>
                  </a:lnTo>
                  <a:lnTo>
                    <a:pt x="368" y="176"/>
                  </a:lnTo>
                  <a:lnTo>
                    <a:pt x="356" y="176"/>
                  </a:lnTo>
                  <a:lnTo>
                    <a:pt x="336" y="176"/>
                  </a:lnTo>
                  <a:lnTo>
                    <a:pt x="312" y="176"/>
                  </a:lnTo>
                  <a:lnTo>
                    <a:pt x="279" y="176"/>
                  </a:lnTo>
                  <a:lnTo>
                    <a:pt x="228" y="176"/>
                  </a:lnTo>
                  <a:lnTo>
                    <a:pt x="171" y="176"/>
                  </a:lnTo>
                  <a:lnTo>
                    <a:pt x="96" y="176"/>
                  </a:lnTo>
                  <a:lnTo>
                    <a:pt x="0" y="176"/>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71" name="Rectangle 53"/>
            <p:cNvSpPr>
              <a:spLocks noChangeArrowheads="1"/>
            </p:cNvSpPr>
            <p:nvPr/>
          </p:nvSpPr>
          <p:spPr bwMode="auto">
            <a:xfrm>
              <a:off x="36" y="2877"/>
              <a:ext cx="531"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Orçamentos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72" name="Freeform 54"/>
            <p:cNvSpPr>
              <a:spLocks/>
            </p:cNvSpPr>
            <p:nvPr/>
          </p:nvSpPr>
          <p:spPr bwMode="auto">
            <a:xfrm>
              <a:off x="363" y="2850"/>
              <a:ext cx="959" cy="362"/>
            </a:xfrm>
            <a:custGeom>
              <a:avLst/>
              <a:gdLst>
                <a:gd name="T0" fmla="*/ 959 w 959"/>
                <a:gd name="T1" fmla="*/ 0 h 362"/>
                <a:gd name="T2" fmla="*/ 954 w 959"/>
                <a:gd name="T3" fmla="*/ 7 h 362"/>
                <a:gd name="T4" fmla="*/ 939 w 959"/>
                <a:gd name="T5" fmla="*/ 12 h 362"/>
                <a:gd name="T6" fmla="*/ 927 w 959"/>
                <a:gd name="T7" fmla="*/ 59 h 362"/>
                <a:gd name="T8" fmla="*/ 915 w 959"/>
                <a:gd name="T9" fmla="*/ 112 h 362"/>
                <a:gd name="T10" fmla="*/ 901 w 959"/>
                <a:gd name="T11" fmla="*/ 183 h 362"/>
                <a:gd name="T12" fmla="*/ 884 w 959"/>
                <a:gd name="T13" fmla="*/ 250 h 362"/>
                <a:gd name="T14" fmla="*/ 858 w 959"/>
                <a:gd name="T15" fmla="*/ 302 h 362"/>
                <a:gd name="T16" fmla="*/ 826 w 959"/>
                <a:gd name="T17" fmla="*/ 347 h 362"/>
                <a:gd name="T18" fmla="*/ 807 w 959"/>
                <a:gd name="T19" fmla="*/ 355 h 362"/>
                <a:gd name="T20" fmla="*/ 788 w 959"/>
                <a:gd name="T21" fmla="*/ 362 h 362"/>
                <a:gd name="T22" fmla="*/ 718 w 959"/>
                <a:gd name="T23" fmla="*/ 362 h 362"/>
                <a:gd name="T24" fmla="*/ 668 w 959"/>
                <a:gd name="T25" fmla="*/ 362 h 362"/>
                <a:gd name="T26" fmla="*/ 629 w 959"/>
                <a:gd name="T27" fmla="*/ 362 h 362"/>
                <a:gd name="T28" fmla="*/ 596 w 959"/>
                <a:gd name="T29" fmla="*/ 362 h 362"/>
                <a:gd name="T30" fmla="*/ 579 w 959"/>
                <a:gd name="T31" fmla="*/ 362 h 362"/>
                <a:gd name="T32" fmla="*/ 560 w 959"/>
                <a:gd name="T33" fmla="*/ 362 h 362"/>
                <a:gd name="T34" fmla="*/ 533 w 959"/>
                <a:gd name="T35" fmla="*/ 362 h 362"/>
                <a:gd name="T36" fmla="*/ 514 w 959"/>
                <a:gd name="T37" fmla="*/ 362 h 362"/>
                <a:gd name="T38" fmla="*/ 483 w 959"/>
                <a:gd name="T39" fmla="*/ 362 h 362"/>
                <a:gd name="T40" fmla="*/ 444 w 959"/>
                <a:gd name="T41" fmla="*/ 362 h 362"/>
                <a:gd name="T42" fmla="*/ 394 w 959"/>
                <a:gd name="T43" fmla="*/ 362 h 362"/>
                <a:gd name="T44" fmla="*/ 329 w 959"/>
                <a:gd name="T45" fmla="*/ 362 h 362"/>
                <a:gd name="T46" fmla="*/ 240 w 959"/>
                <a:gd name="T47" fmla="*/ 362 h 362"/>
                <a:gd name="T48" fmla="*/ 132 w 959"/>
                <a:gd name="T49" fmla="*/ 362 h 362"/>
                <a:gd name="T50" fmla="*/ 70 w 959"/>
                <a:gd name="T51" fmla="*/ 362 h 362"/>
                <a:gd name="T52" fmla="*/ 0 w 959"/>
                <a:gd name="T53" fmla="*/ 362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9" h="362">
                  <a:moveTo>
                    <a:pt x="959" y="0"/>
                  </a:moveTo>
                  <a:lnTo>
                    <a:pt x="954" y="7"/>
                  </a:lnTo>
                  <a:lnTo>
                    <a:pt x="939" y="12"/>
                  </a:lnTo>
                  <a:lnTo>
                    <a:pt x="927" y="59"/>
                  </a:lnTo>
                  <a:lnTo>
                    <a:pt x="915" y="112"/>
                  </a:lnTo>
                  <a:lnTo>
                    <a:pt x="901" y="183"/>
                  </a:lnTo>
                  <a:lnTo>
                    <a:pt x="884" y="250"/>
                  </a:lnTo>
                  <a:lnTo>
                    <a:pt x="858" y="302"/>
                  </a:lnTo>
                  <a:lnTo>
                    <a:pt x="826" y="347"/>
                  </a:lnTo>
                  <a:lnTo>
                    <a:pt x="807" y="355"/>
                  </a:lnTo>
                  <a:lnTo>
                    <a:pt x="788" y="362"/>
                  </a:lnTo>
                  <a:lnTo>
                    <a:pt x="718" y="362"/>
                  </a:lnTo>
                  <a:lnTo>
                    <a:pt x="668" y="362"/>
                  </a:lnTo>
                  <a:lnTo>
                    <a:pt x="629" y="362"/>
                  </a:lnTo>
                  <a:lnTo>
                    <a:pt x="596" y="362"/>
                  </a:lnTo>
                  <a:lnTo>
                    <a:pt x="579" y="362"/>
                  </a:lnTo>
                  <a:lnTo>
                    <a:pt x="560" y="362"/>
                  </a:lnTo>
                  <a:lnTo>
                    <a:pt x="533" y="362"/>
                  </a:lnTo>
                  <a:lnTo>
                    <a:pt x="514" y="362"/>
                  </a:lnTo>
                  <a:lnTo>
                    <a:pt x="483" y="362"/>
                  </a:lnTo>
                  <a:lnTo>
                    <a:pt x="444" y="362"/>
                  </a:lnTo>
                  <a:lnTo>
                    <a:pt x="394" y="362"/>
                  </a:lnTo>
                  <a:lnTo>
                    <a:pt x="329" y="362"/>
                  </a:lnTo>
                  <a:lnTo>
                    <a:pt x="240" y="362"/>
                  </a:lnTo>
                  <a:lnTo>
                    <a:pt x="132" y="362"/>
                  </a:lnTo>
                  <a:lnTo>
                    <a:pt x="70" y="362"/>
                  </a:lnTo>
                  <a:lnTo>
                    <a:pt x="0" y="362"/>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73" name="Rectangle 55"/>
            <p:cNvSpPr>
              <a:spLocks noChangeArrowheads="1"/>
            </p:cNvSpPr>
            <p:nvPr/>
          </p:nvSpPr>
          <p:spPr bwMode="auto">
            <a:xfrm>
              <a:off x="401" y="3085"/>
              <a:ext cx="73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Rituais de gestão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74" name="Freeform 56"/>
            <p:cNvSpPr>
              <a:spLocks/>
            </p:cNvSpPr>
            <p:nvPr/>
          </p:nvSpPr>
          <p:spPr bwMode="auto">
            <a:xfrm>
              <a:off x="348" y="1794"/>
              <a:ext cx="873" cy="67"/>
            </a:xfrm>
            <a:custGeom>
              <a:avLst/>
              <a:gdLst>
                <a:gd name="T0" fmla="*/ 873 w 873"/>
                <a:gd name="T1" fmla="*/ 67 h 67"/>
                <a:gd name="T2" fmla="*/ 841 w 873"/>
                <a:gd name="T3" fmla="*/ 52 h 67"/>
                <a:gd name="T4" fmla="*/ 815 w 873"/>
                <a:gd name="T5" fmla="*/ 32 h 67"/>
                <a:gd name="T6" fmla="*/ 796 w 873"/>
                <a:gd name="T7" fmla="*/ 20 h 67"/>
                <a:gd name="T8" fmla="*/ 777 w 873"/>
                <a:gd name="T9" fmla="*/ 12 h 67"/>
                <a:gd name="T10" fmla="*/ 745 w 873"/>
                <a:gd name="T11" fmla="*/ 0 h 67"/>
                <a:gd name="T12" fmla="*/ 707 w 873"/>
                <a:gd name="T13" fmla="*/ 0 h 67"/>
                <a:gd name="T14" fmla="*/ 644 w 873"/>
                <a:gd name="T15" fmla="*/ 0 h 67"/>
                <a:gd name="T16" fmla="*/ 594 w 873"/>
                <a:gd name="T17" fmla="*/ 0 h 67"/>
                <a:gd name="T18" fmla="*/ 560 w 873"/>
                <a:gd name="T19" fmla="*/ 0 h 67"/>
                <a:gd name="T20" fmla="*/ 536 w 873"/>
                <a:gd name="T21" fmla="*/ 0 h 67"/>
                <a:gd name="T22" fmla="*/ 517 w 873"/>
                <a:gd name="T23" fmla="*/ 0 h 67"/>
                <a:gd name="T24" fmla="*/ 498 w 873"/>
                <a:gd name="T25" fmla="*/ 0 h 67"/>
                <a:gd name="T26" fmla="*/ 471 w 873"/>
                <a:gd name="T27" fmla="*/ 0 h 67"/>
                <a:gd name="T28" fmla="*/ 459 w 873"/>
                <a:gd name="T29" fmla="*/ 0 h 67"/>
                <a:gd name="T30" fmla="*/ 433 w 873"/>
                <a:gd name="T31" fmla="*/ 0 h 67"/>
                <a:gd name="T32" fmla="*/ 402 w 873"/>
                <a:gd name="T33" fmla="*/ 0 h 67"/>
                <a:gd name="T34" fmla="*/ 358 w 873"/>
                <a:gd name="T35" fmla="*/ 0 h 67"/>
                <a:gd name="T36" fmla="*/ 294 w 873"/>
                <a:gd name="T37" fmla="*/ 0 h 67"/>
                <a:gd name="T38" fmla="*/ 217 w 873"/>
                <a:gd name="T39" fmla="*/ 0 h 67"/>
                <a:gd name="T40" fmla="*/ 123 w 873"/>
                <a:gd name="T41" fmla="*/ 0 h 67"/>
                <a:gd name="T42" fmla="*/ 65 w 873"/>
                <a:gd name="T43" fmla="*/ 0 h 67"/>
                <a:gd name="T44" fmla="*/ 0 w 873"/>
                <a:gd name="T45"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73" h="67">
                  <a:moveTo>
                    <a:pt x="873" y="67"/>
                  </a:moveTo>
                  <a:lnTo>
                    <a:pt x="841" y="52"/>
                  </a:lnTo>
                  <a:lnTo>
                    <a:pt x="815" y="32"/>
                  </a:lnTo>
                  <a:lnTo>
                    <a:pt x="796" y="20"/>
                  </a:lnTo>
                  <a:lnTo>
                    <a:pt x="777" y="12"/>
                  </a:lnTo>
                  <a:lnTo>
                    <a:pt x="745" y="0"/>
                  </a:lnTo>
                  <a:lnTo>
                    <a:pt x="707" y="0"/>
                  </a:lnTo>
                  <a:lnTo>
                    <a:pt x="644" y="0"/>
                  </a:lnTo>
                  <a:lnTo>
                    <a:pt x="594" y="0"/>
                  </a:lnTo>
                  <a:lnTo>
                    <a:pt x="560" y="0"/>
                  </a:lnTo>
                  <a:lnTo>
                    <a:pt x="536" y="0"/>
                  </a:lnTo>
                  <a:lnTo>
                    <a:pt x="517" y="0"/>
                  </a:lnTo>
                  <a:lnTo>
                    <a:pt x="498" y="0"/>
                  </a:lnTo>
                  <a:lnTo>
                    <a:pt x="471" y="0"/>
                  </a:lnTo>
                  <a:lnTo>
                    <a:pt x="459" y="0"/>
                  </a:lnTo>
                  <a:lnTo>
                    <a:pt x="433" y="0"/>
                  </a:lnTo>
                  <a:lnTo>
                    <a:pt x="402" y="0"/>
                  </a:lnTo>
                  <a:lnTo>
                    <a:pt x="358" y="0"/>
                  </a:lnTo>
                  <a:lnTo>
                    <a:pt x="294" y="0"/>
                  </a:lnTo>
                  <a:lnTo>
                    <a:pt x="217" y="0"/>
                  </a:lnTo>
                  <a:lnTo>
                    <a:pt x="123" y="0"/>
                  </a:lnTo>
                  <a:lnTo>
                    <a:pt x="65" y="0"/>
                  </a:lnTo>
                  <a:lnTo>
                    <a:pt x="0"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75" name="Rectangle 57"/>
            <p:cNvSpPr>
              <a:spLocks noChangeArrowheads="1"/>
            </p:cNvSpPr>
            <p:nvPr/>
          </p:nvSpPr>
          <p:spPr bwMode="auto">
            <a:xfrm>
              <a:off x="384" y="1672"/>
              <a:ext cx="67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Início da gestão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77" name="Freeform 58"/>
            <p:cNvSpPr>
              <a:spLocks/>
            </p:cNvSpPr>
            <p:nvPr/>
          </p:nvSpPr>
          <p:spPr bwMode="auto">
            <a:xfrm>
              <a:off x="132" y="1861"/>
              <a:ext cx="1089" cy="91"/>
            </a:xfrm>
            <a:custGeom>
              <a:avLst/>
              <a:gdLst>
                <a:gd name="T0" fmla="*/ 1089 w 1089"/>
                <a:gd name="T1" fmla="*/ 0 h 91"/>
                <a:gd name="T2" fmla="*/ 1069 w 1089"/>
                <a:gd name="T3" fmla="*/ 5 h 91"/>
                <a:gd name="T4" fmla="*/ 1057 w 1089"/>
                <a:gd name="T5" fmla="*/ 12 h 91"/>
                <a:gd name="T6" fmla="*/ 1031 w 1089"/>
                <a:gd name="T7" fmla="*/ 44 h 91"/>
                <a:gd name="T8" fmla="*/ 1012 w 1089"/>
                <a:gd name="T9" fmla="*/ 64 h 91"/>
                <a:gd name="T10" fmla="*/ 993 w 1089"/>
                <a:gd name="T11" fmla="*/ 76 h 91"/>
                <a:gd name="T12" fmla="*/ 961 w 1089"/>
                <a:gd name="T13" fmla="*/ 84 h 91"/>
                <a:gd name="T14" fmla="*/ 923 w 1089"/>
                <a:gd name="T15" fmla="*/ 91 h 91"/>
                <a:gd name="T16" fmla="*/ 841 w 1089"/>
                <a:gd name="T17" fmla="*/ 91 h 91"/>
                <a:gd name="T18" fmla="*/ 776 w 1089"/>
                <a:gd name="T19" fmla="*/ 91 h 91"/>
                <a:gd name="T20" fmla="*/ 733 w 1089"/>
                <a:gd name="T21" fmla="*/ 91 h 91"/>
                <a:gd name="T22" fmla="*/ 702 w 1089"/>
                <a:gd name="T23" fmla="*/ 91 h 91"/>
                <a:gd name="T24" fmla="*/ 675 w 1089"/>
                <a:gd name="T25" fmla="*/ 91 h 91"/>
                <a:gd name="T26" fmla="*/ 656 w 1089"/>
                <a:gd name="T27" fmla="*/ 91 h 91"/>
                <a:gd name="T28" fmla="*/ 625 w 1089"/>
                <a:gd name="T29" fmla="*/ 91 h 91"/>
                <a:gd name="T30" fmla="*/ 598 w 1089"/>
                <a:gd name="T31" fmla="*/ 91 h 91"/>
                <a:gd name="T32" fmla="*/ 567 w 1089"/>
                <a:gd name="T33" fmla="*/ 91 h 91"/>
                <a:gd name="T34" fmla="*/ 522 w 1089"/>
                <a:gd name="T35" fmla="*/ 91 h 91"/>
                <a:gd name="T36" fmla="*/ 466 w 1089"/>
                <a:gd name="T37" fmla="*/ 91 h 91"/>
                <a:gd name="T38" fmla="*/ 389 w 1089"/>
                <a:gd name="T39" fmla="*/ 91 h 91"/>
                <a:gd name="T40" fmla="*/ 339 w 1089"/>
                <a:gd name="T41" fmla="*/ 91 h 91"/>
                <a:gd name="T42" fmla="*/ 288 w 1089"/>
                <a:gd name="T43" fmla="*/ 91 h 91"/>
                <a:gd name="T44" fmla="*/ 224 w 1089"/>
                <a:gd name="T45" fmla="*/ 91 h 91"/>
                <a:gd name="T46" fmla="*/ 161 w 1089"/>
                <a:gd name="T47" fmla="*/ 91 h 91"/>
                <a:gd name="T48" fmla="*/ 84 w 1089"/>
                <a:gd name="T49" fmla="*/ 91 h 91"/>
                <a:gd name="T50" fmla="*/ 0 w 1089"/>
                <a:gd name="T5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89" h="91">
                  <a:moveTo>
                    <a:pt x="1089" y="0"/>
                  </a:moveTo>
                  <a:lnTo>
                    <a:pt x="1069" y="5"/>
                  </a:lnTo>
                  <a:lnTo>
                    <a:pt x="1057" y="12"/>
                  </a:lnTo>
                  <a:lnTo>
                    <a:pt x="1031" y="44"/>
                  </a:lnTo>
                  <a:lnTo>
                    <a:pt x="1012" y="64"/>
                  </a:lnTo>
                  <a:lnTo>
                    <a:pt x="993" y="76"/>
                  </a:lnTo>
                  <a:lnTo>
                    <a:pt x="961" y="84"/>
                  </a:lnTo>
                  <a:lnTo>
                    <a:pt x="923" y="91"/>
                  </a:lnTo>
                  <a:lnTo>
                    <a:pt x="841" y="91"/>
                  </a:lnTo>
                  <a:lnTo>
                    <a:pt x="776" y="91"/>
                  </a:lnTo>
                  <a:lnTo>
                    <a:pt x="733" y="91"/>
                  </a:lnTo>
                  <a:lnTo>
                    <a:pt x="702" y="91"/>
                  </a:lnTo>
                  <a:lnTo>
                    <a:pt x="675" y="91"/>
                  </a:lnTo>
                  <a:lnTo>
                    <a:pt x="656" y="91"/>
                  </a:lnTo>
                  <a:lnTo>
                    <a:pt x="625" y="91"/>
                  </a:lnTo>
                  <a:lnTo>
                    <a:pt x="598" y="91"/>
                  </a:lnTo>
                  <a:lnTo>
                    <a:pt x="567" y="91"/>
                  </a:lnTo>
                  <a:lnTo>
                    <a:pt x="522" y="91"/>
                  </a:lnTo>
                  <a:lnTo>
                    <a:pt x="466" y="91"/>
                  </a:lnTo>
                  <a:lnTo>
                    <a:pt x="389" y="91"/>
                  </a:lnTo>
                  <a:lnTo>
                    <a:pt x="339" y="91"/>
                  </a:lnTo>
                  <a:lnTo>
                    <a:pt x="288" y="91"/>
                  </a:lnTo>
                  <a:lnTo>
                    <a:pt x="224" y="91"/>
                  </a:lnTo>
                  <a:lnTo>
                    <a:pt x="161" y="91"/>
                  </a:lnTo>
                  <a:lnTo>
                    <a:pt x="84" y="91"/>
                  </a:lnTo>
                  <a:lnTo>
                    <a:pt x="0" y="91"/>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78" name="Rectangle 59"/>
            <p:cNvSpPr>
              <a:spLocks noChangeArrowheads="1"/>
            </p:cNvSpPr>
            <p:nvPr/>
          </p:nvSpPr>
          <p:spPr bwMode="auto">
            <a:xfrm>
              <a:off x="168" y="1831"/>
              <a:ext cx="846"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Revisões periódicas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79" name="Freeform 60"/>
            <p:cNvSpPr>
              <a:spLocks/>
            </p:cNvSpPr>
            <p:nvPr/>
          </p:nvSpPr>
          <p:spPr bwMode="auto">
            <a:xfrm>
              <a:off x="3611" y="2064"/>
              <a:ext cx="750" cy="798"/>
            </a:xfrm>
            <a:custGeom>
              <a:avLst/>
              <a:gdLst>
                <a:gd name="T0" fmla="*/ 0 w 750"/>
                <a:gd name="T1" fmla="*/ 798 h 798"/>
                <a:gd name="T2" fmla="*/ 5 w 750"/>
                <a:gd name="T3" fmla="*/ 793 h 798"/>
                <a:gd name="T4" fmla="*/ 20 w 750"/>
                <a:gd name="T5" fmla="*/ 766 h 798"/>
                <a:gd name="T6" fmla="*/ 25 w 750"/>
                <a:gd name="T7" fmla="*/ 726 h 798"/>
                <a:gd name="T8" fmla="*/ 32 w 750"/>
                <a:gd name="T9" fmla="*/ 674 h 798"/>
                <a:gd name="T10" fmla="*/ 39 w 750"/>
                <a:gd name="T11" fmla="*/ 615 h 798"/>
                <a:gd name="T12" fmla="*/ 44 w 750"/>
                <a:gd name="T13" fmla="*/ 543 h 798"/>
                <a:gd name="T14" fmla="*/ 58 w 750"/>
                <a:gd name="T15" fmla="*/ 399 h 798"/>
                <a:gd name="T16" fmla="*/ 77 w 750"/>
                <a:gd name="T17" fmla="*/ 255 h 798"/>
                <a:gd name="T18" fmla="*/ 89 w 750"/>
                <a:gd name="T19" fmla="*/ 183 h 798"/>
                <a:gd name="T20" fmla="*/ 101 w 750"/>
                <a:gd name="T21" fmla="*/ 124 h 798"/>
                <a:gd name="T22" fmla="*/ 113 w 750"/>
                <a:gd name="T23" fmla="*/ 72 h 798"/>
                <a:gd name="T24" fmla="*/ 128 w 750"/>
                <a:gd name="T25" fmla="*/ 32 h 798"/>
                <a:gd name="T26" fmla="*/ 147 w 750"/>
                <a:gd name="T27" fmla="*/ 5 h 798"/>
                <a:gd name="T28" fmla="*/ 166 w 750"/>
                <a:gd name="T29" fmla="*/ 0 h 798"/>
                <a:gd name="T30" fmla="*/ 217 w 750"/>
                <a:gd name="T31" fmla="*/ 0 h 798"/>
                <a:gd name="T32" fmla="*/ 260 w 750"/>
                <a:gd name="T33" fmla="*/ 0 h 798"/>
                <a:gd name="T34" fmla="*/ 294 w 750"/>
                <a:gd name="T35" fmla="*/ 0 h 798"/>
                <a:gd name="T36" fmla="*/ 310 w 750"/>
                <a:gd name="T37" fmla="*/ 0 h 798"/>
                <a:gd name="T38" fmla="*/ 337 w 750"/>
                <a:gd name="T39" fmla="*/ 0 h 798"/>
                <a:gd name="T40" fmla="*/ 363 w 750"/>
                <a:gd name="T41" fmla="*/ 0 h 798"/>
                <a:gd name="T42" fmla="*/ 375 w 750"/>
                <a:gd name="T43" fmla="*/ 0 h 798"/>
                <a:gd name="T44" fmla="*/ 395 w 750"/>
                <a:gd name="T45" fmla="*/ 0 h 798"/>
                <a:gd name="T46" fmla="*/ 419 w 750"/>
                <a:gd name="T47" fmla="*/ 0 h 798"/>
                <a:gd name="T48" fmla="*/ 457 w 750"/>
                <a:gd name="T49" fmla="*/ 0 h 798"/>
                <a:gd name="T50" fmla="*/ 510 w 750"/>
                <a:gd name="T51" fmla="*/ 0 h 798"/>
                <a:gd name="T52" fmla="*/ 572 w 750"/>
                <a:gd name="T53" fmla="*/ 0 h 798"/>
                <a:gd name="T54" fmla="*/ 649 w 750"/>
                <a:gd name="T55" fmla="*/ 0 h 798"/>
                <a:gd name="T56" fmla="*/ 750 w 750"/>
                <a:gd name="T57"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50" h="798">
                  <a:moveTo>
                    <a:pt x="0" y="798"/>
                  </a:moveTo>
                  <a:lnTo>
                    <a:pt x="5" y="793"/>
                  </a:lnTo>
                  <a:lnTo>
                    <a:pt x="20" y="766"/>
                  </a:lnTo>
                  <a:lnTo>
                    <a:pt x="25" y="726"/>
                  </a:lnTo>
                  <a:lnTo>
                    <a:pt x="32" y="674"/>
                  </a:lnTo>
                  <a:lnTo>
                    <a:pt x="39" y="615"/>
                  </a:lnTo>
                  <a:lnTo>
                    <a:pt x="44" y="543"/>
                  </a:lnTo>
                  <a:lnTo>
                    <a:pt x="58" y="399"/>
                  </a:lnTo>
                  <a:lnTo>
                    <a:pt x="77" y="255"/>
                  </a:lnTo>
                  <a:lnTo>
                    <a:pt x="89" y="183"/>
                  </a:lnTo>
                  <a:lnTo>
                    <a:pt x="101" y="124"/>
                  </a:lnTo>
                  <a:lnTo>
                    <a:pt x="113" y="72"/>
                  </a:lnTo>
                  <a:lnTo>
                    <a:pt x="128" y="32"/>
                  </a:lnTo>
                  <a:lnTo>
                    <a:pt x="147" y="5"/>
                  </a:lnTo>
                  <a:lnTo>
                    <a:pt x="166" y="0"/>
                  </a:lnTo>
                  <a:lnTo>
                    <a:pt x="217" y="0"/>
                  </a:lnTo>
                  <a:lnTo>
                    <a:pt x="260" y="0"/>
                  </a:lnTo>
                  <a:lnTo>
                    <a:pt x="294" y="0"/>
                  </a:lnTo>
                  <a:lnTo>
                    <a:pt x="310" y="0"/>
                  </a:lnTo>
                  <a:lnTo>
                    <a:pt x="337" y="0"/>
                  </a:lnTo>
                  <a:lnTo>
                    <a:pt x="363" y="0"/>
                  </a:lnTo>
                  <a:lnTo>
                    <a:pt x="375" y="0"/>
                  </a:lnTo>
                  <a:lnTo>
                    <a:pt x="395" y="0"/>
                  </a:lnTo>
                  <a:lnTo>
                    <a:pt x="419" y="0"/>
                  </a:lnTo>
                  <a:lnTo>
                    <a:pt x="457" y="0"/>
                  </a:lnTo>
                  <a:lnTo>
                    <a:pt x="510" y="0"/>
                  </a:lnTo>
                  <a:lnTo>
                    <a:pt x="572" y="0"/>
                  </a:lnTo>
                  <a:lnTo>
                    <a:pt x="649" y="0"/>
                  </a:lnTo>
                  <a:lnTo>
                    <a:pt x="750"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80" name="Rectangle 61"/>
            <p:cNvSpPr>
              <a:spLocks noChangeArrowheads="1"/>
            </p:cNvSpPr>
            <p:nvPr/>
          </p:nvSpPr>
          <p:spPr bwMode="auto">
            <a:xfrm>
              <a:off x="3756" y="1937"/>
              <a:ext cx="560"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Fluxogramas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81" name="Freeform 62"/>
            <p:cNvSpPr>
              <a:spLocks/>
            </p:cNvSpPr>
            <p:nvPr/>
          </p:nvSpPr>
          <p:spPr bwMode="auto">
            <a:xfrm>
              <a:off x="4361" y="1918"/>
              <a:ext cx="476" cy="146"/>
            </a:xfrm>
            <a:custGeom>
              <a:avLst/>
              <a:gdLst>
                <a:gd name="T0" fmla="*/ 0 w 476"/>
                <a:gd name="T1" fmla="*/ 146 h 146"/>
                <a:gd name="T2" fmla="*/ 19 w 476"/>
                <a:gd name="T3" fmla="*/ 138 h 146"/>
                <a:gd name="T4" fmla="*/ 39 w 476"/>
                <a:gd name="T5" fmla="*/ 126 h 146"/>
                <a:gd name="T6" fmla="*/ 51 w 476"/>
                <a:gd name="T7" fmla="*/ 99 h 146"/>
                <a:gd name="T8" fmla="*/ 65 w 476"/>
                <a:gd name="T9" fmla="*/ 72 h 146"/>
                <a:gd name="T10" fmla="*/ 82 w 476"/>
                <a:gd name="T11" fmla="*/ 47 h 146"/>
                <a:gd name="T12" fmla="*/ 101 w 476"/>
                <a:gd name="T13" fmla="*/ 19 h 146"/>
                <a:gd name="T14" fmla="*/ 135 w 476"/>
                <a:gd name="T15" fmla="*/ 7 h 146"/>
                <a:gd name="T16" fmla="*/ 171 w 476"/>
                <a:gd name="T17" fmla="*/ 0 h 146"/>
                <a:gd name="T18" fmla="*/ 204 w 476"/>
                <a:gd name="T19" fmla="*/ 0 h 146"/>
                <a:gd name="T20" fmla="*/ 224 w 476"/>
                <a:gd name="T21" fmla="*/ 0 h 146"/>
                <a:gd name="T22" fmla="*/ 255 w 476"/>
                <a:gd name="T23" fmla="*/ 0 h 146"/>
                <a:gd name="T24" fmla="*/ 267 w 476"/>
                <a:gd name="T25" fmla="*/ 0 h 146"/>
                <a:gd name="T26" fmla="*/ 279 w 476"/>
                <a:gd name="T27" fmla="*/ 0 h 146"/>
                <a:gd name="T28" fmla="*/ 293 w 476"/>
                <a:gd name="T29" fmla="*/ 0 h 146"/>
                <a:gd name="T30" fmla="*/ 305 w 476"/>
                <a:gd name="T31" fmla="*/ 0 h 146"/>
                <a:gd name="T32" fmla="*/ 325 w 476"/>
                <a:gd name="T33" fmla="*/ 0 h 146"/>
                <a:gd name="T34" fmla="*/ 351 w 476"/>
                <a:gd name="T35" fmla="*/ 0 h 146"/>
                <a:gd name="T36" fmla="*/ 382 w 476"/>
                <a:gd name="T37" fmla="*/ 0 h 146"/>
                <a:gd name="T38" fmla="*/ 425 w 476"/>
                <a:gd name="T39" fmla="*/ 0 h 146"/>
                <a:gd name="T40" fmla="*/ 476 w 476"/>
                <a:gd name="T4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6" h="146">
                  <a:moveTo>
                    <a:pt x="0" y="146"/>
                  </a:moveTo>
                  <a:lnTo>
                    <a:pt x="19" y="138"/>
                  </a:lnTo>
                  <a:lnTo>
                    <a:pt x="39" y="126"/>
                  </a:lnTo>
                  <a:lnTo>
                    <a:pt x="51" y="99"/>
                  </a:lnTo>
                  <a:lnTo>
                    <a:pt x="65" y="72"/>
                  </a:lnTo>
                  <a:lnTo>
                    <a:pt x="82" y="47"/>
                  </a:lnTo>
                  <a:lnTo>
                    <a:pt x="101" y="19"/>
                  </a:lnTo>
                  <a:lnTo>
                    <a:pt x="135" y="7"/>
                  </a:lnTo>
                  <a:lnTo>
                    <a:pt x="171" y="0"/>
                  </a:lnTo>
                  <a:lnTo>
                    <a:pt x="204" y="0"/>
                  </a:lnTo>
                  <a:lnTo>
                    <a:pt x="224" y="0"/>
                  </a:lnTo>
                  <a:lnTo>
                    <a:pt x="255" y="0"/>
                  </a:lnTo>
                  <a:lnTo>
                    <a:pt x="267" y="0"/>
                  </a:lnTo>
                  <a:lnTo>
                    <a:pt x="279" y="0"/>
                  </a:lnTo>
                  <a:lnTo>
                    <a:pt x="293" y="0"/>
                  </a:lnTo>
                  <a:lnTo>
                    <a:pt x="305" y="0"/>
                  </a:lnTo>
                  <a:lnTo>
                    <a:pt x="325" y="0"/>
                  </a:lnTo>
                  <a:lnTo>
                    <a:pt x="351" y="0"/>
                  </a:lnTo>
                  <a:lnTo>
                    <a:pt x="382" y="0"/>
                  </a:lnTo>
                  <a:lnTo>
                    <a:pt x="425" y="0"/>
                  </a:lnTo>
                  <a:lnTo>
                    <a:pt x="476"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82" name="Rectangle 63"/>
            <p:cNvSpPr>
              <a:spLocks noChangeArrowheads="1"/>
            </p:cNvSpPr>
            <p:nvPr/>
          </p:nvSpPr>
          <p:spPr bwMode="auto">
            <a:xfrm>
              <a:off x="4508" y="1794"/>
              <a:ext cx="322"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Nível 1</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83" name="Freeform 64"/>
            <p:cNvSpPr>
              <a:spLocks/>
            </p:cNvSpPr>
            <p:nvPr/>
          </p:nvSpPr>
          <p:spPr bwMode="auto">
            <a:xfrm>
              <a:off x="4361" y="2064"/>
              <a:ext cx="476" cy="12"/>
            </a:xfrm>
            <a:custGeom>
              <a:avLst/>
              <a:gdLst>
                <a:gd name="T0" fmla="*/ 0 w 476"/>
                <a:gd name="T1" fmla="*/ 0 h 12"/>
                <a:gd name="T2" fmla="*/ 39 w 476"/>
                <a:gd name="T3" fmla="*/ 0 h 12"/>
                <a:gd name="T4" fmla="*/ 65 w 476"/>
                <a:gd name="T5" fmla="*/ 5 h 12"/>
                <a:gd name="T6" fmla="*/ 82 w 476"/>
                <a:gd name="T7" fmla="*/ 5 h 12"/>
                <a:gd name="T8" fmla="*/ 101 w 476"/>
                <a:gd name="T9" fmla="*/ 12 h 12"/>
                <a:gd name="T10" fmla="*/ 135 w 476"/>
                <a:gd name="T11" fmla="*/ 12 h 12"/>
                <a:gd name="T12" fmla="*/ 171 w 476"/>
                <a:gd name="T13" fmla="*/ 12 h 12"/>
                <a:gd name="T14" fmla="*/ 204 w 476"/>
                <a:gd name="T15" fmla="*/ 12 h 12"/>
                <a:gd name="T16" fmla="*/ 224 w 476"/>
                <a:gd name="T17" fmla="*/ 12 h 12"/>
                <a:gd name="T18" fmla="*/ 255 w 476"/>
                <a:gd name="T19" fmla="*/ 12 h 12"/>
                <a:gd name="T20" fmla="*/ 267 w 476"/>
                <a:gd name="T21" fmla="*/ 12 h 12"/>
                <a:gd name="T22" fmla="*/ 279 w 476"/>
                <a:gd name="T23" fmla="*/ 12 h 12"/>
                <a:gd name="T24" fmla="*/ 293 w 476"/>
                <a:gd name="T25" fmla="*/ 12 h 12"/>
                <a:gd name="T26" fmla="*/ 305 w 476"/>
                <a:gd name="T27" fmla="*/ 12 h 12"/>
                <a:gd name="T28" fmla="*/ 325 w 476"/>
                <a:gd name="T29" fmla="*/ 12 h 12"/>
                <a:gd name="T30" fmla="*/ 351 w 476"/>
                <a:gd name="T31" fmla="*/ 12 h 12"/>
                <a:gd name="T32" fmla="*/ 382 w 476"/>
                <a:gd name="T33" fmla="*/ 12 h 12"/>
                <a:gd name="T34" fmla="*/ 425 w 476"/>
                <a:gd name="T35" fmla="*/ 12 h 12"/>
                <a:gd name="T36" fmla="*/ 476 w 476"/>
                <a:gd name="T37"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6" h="12">
                  <a:moveTo>
                    <a:pt x="0" y="0"/>
                  </a:moveTo>
                  <a:lnTo>
                    <a:pt x="39" y="0"/>
                  </a:lnTo>
                  <a:lnTo>
                    <a:pt x="65" y="5"/>
                  </a:lnTo>
                  <a:lnTo>
                    <a:pt x="82" y="5"/>
                  </a:lnTo>
                  <a:lnTo>
                    <a:pt x="101" y="12"/>
                  </a:lnTo>
                  <a:lnTo>
                    <a:pt x="135" y="12"/>
                  </a:lnTo>
                  <a:lnTo>
                    <a:pt x="171" y="12"/>
                  </a:lnTo>
                  <a:lnTo>
                    <a:pt x="204" y="12"/>
                  </a:lnTo>
                  <a:lnTo>
                    <a:pt x="224" y="12"/>
                  </a:lnTo>
                  <a:lnTo>
                    <a:pt x="255" y="12"/>
                  </a:lnTo>
                  <a:lnTo>
                    <a:pt x="267" y="12"/>
                  </a:lnTo>
                  <a:lnTo>
                    <a:pt x="279" y="12"/>
                  </a:lnTo>
                  <a:lnTo>
                    <a:pt x="293" y="12"/>
                  </a:lnTo>
                  <a:lnTo>
                    <a:pt x="305" y="12"/>
                  </a:lnTo>
                  <a:lnTo>
                    <a:pt x="325" y="12"/>
                  </a:lnTo>
                  <a:lnTo>
                    <a:pt x="351" y="12"/>
                  </a:lnTo>
                  <a:lnTo>
                    <a:pt x="382" y="12"/>
                  </a:lnTo>
                  <a:lnTo>
                    <a:pt x="425" y="12"/>
                  </a:lnTo>
                  <a:lnTo>
                    <a:pt x="476" y="12"/>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84" name="Rectangle 65"/>
            <p:cNvSpPr>
              <a:spLocks noChangeArrowheads="1"/>
            </p:cNvSpPr>
            <p:nvPr/>
          </p:nvSpPr>
          <p:spPr bwMode="auto">
            <a:xfrm>
              <a:off x="4508" y="1952"/>
              <a:ext cx="322"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Nível 2</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85" name="Freeform 66"/>
            <p:cNvSpPr>
              <a:spLocks/>
            </p:cNvSpPr>
            <p:nvPr/>
          </p:nvSpPr>
          <p:spPr bwMode="auto">
            <a:xfrm>
              <a:off x="4361" y="2064"/>
              <a:ext cx="476" cy="169"/>
            </a:xfrm>
            <a:custGeom>
              <a:avLst/>
              <a:gdLst>
                <a:gd name="T0" fmla="*/ 0 w 476"/>
                <a:gd name="T1" fmla="*/ 0 h 169"/>
                <a:gd name="T2" fmla="*/ 19 w 476"/>
                <a:gd name="T3" fmla="*/ 5 h 169"/>
                <a:gd name="T4" fmla="*/ 39 w 476"/>
                <a:gd name="T5" fmla="*/ 25 h 169"/>
                <a:gd name="T6" fmla="*/ 51 w 476"/>
                <a:gd name="T7" fmla="*/ 52 h 169"/>
                <a:gd name="T8" fmla="*/ 65 w 476"/>
                <a:gd name="T9" fmla="*/ 84 h 169"/>
                <a:gd name="T10" fmla="*/ 82 w 476"/>
                <a:gd name="T11" fmla="*/ 116 h 169"/>
                <a:gd name="T12" fmla="*/ 101 w 476"/>
                <a:gd name="T13" fmla="*/ 144 h 169"/>
                <a:gd name="T14" fmla="*/ 135 w 476"/>
                <a:gd name="T15" fmla="*/ 164 h 169"/>
                <a:gd name="T16" fmla="*/ 171 w 476"/>
                <a:gd name="T17" fmla="*/ 169 h 169"/>
                <a:gd name="T18" fmla="*/ 204 w 476"/>
                <a:gd name="T19" fmla="*/ 169 h 169"/>
                <a:gd name="T20" fmla="*/ 224 w 476"/>
                <a:gd name="T21" fmla="*/ 169 h 169"/>
                <a:gd name="T22" fmla="*/ 255 w 476"/>
                <a:gd name="T23" fmla="*/ 169 h 169"/>
                <a:gd name="T24" fmla="*/ 267 w 476"/>
                <a:gd name="T25" fmla="*/ 169 h 169"/>
                <a:gd name="T26" fmla="*/ 279 w 476"/>
                <a:gd name="T27" fmla="*/ 169 h 169"/>
                <a:gd name="T28" fmla="*/ 293 w 476"/>
                <a:gd name="T29" fmla="*/ 169 h 169"/>
                <a:gd name="T30" fmla="*/ 305 w 476"/>
                <a:gd name="T31" fmla="*/ 169 h 169"/>
                <a:gd name="T32" fmla="*/ 325 w 476"/>
                <a:gd name="T33" fmla="*/ 169 h 169"/>
                <a:gd name="T34" fmla="*/ 351 w 476"/>
                <a:gd name="T35" fmla="*/ 169 h 169"/>
                <a:gd name="T36" fmla="*/ 382 w 476"/>
                <a:gd name="T37" fmla="*/ 169 h 169"/>
                <a:gd name="T38" fmla="*/ 425 w 476"/>
                <a:gd name="T39" fmla="*/ 169 h 169"/>
                <a:gd name="T40" fmla="*/ 476 w 476"/>
                <a:gd name="T41" fmla="*/ 169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6" h="169">
                  <a:moveTo>
                    <a:pt x="0" y="0"/>
                  </a:moveTo>
                  <a:lnTo>
                    <a:pt x="19" y="5"/>
                  </a:lnTo>
                  <a:lnTo>
                    <a:pt x="39" y="25"/>
                  </a:lnTo>
                  <a:lnTo>
                    <a:pt x="51" y="52"/>
                  </a:lnTo>
                  <a:lnTo>
                    <a:pt x="65" y="84"/>
                  </a:lnTo>
                  <a:lnTo>
                    <a:pt x="82" y="116"/>
                  </a:lnTo>
                  <a:lnTo>
                    <a:pt x="101" y="144"/>
                  </a:lnTo>
                  <a:lnTo>
                    <a:pt x="135" y="164"/>
                  </a:lnTo>
                  <a:lnTo>
                    <a:pt x="171" y="169"/>
                  </a:lnTo>
                  <a:lnTo>
                    <a:pt x="204" y="169"/>
                  </a:lnTo>
                  <a:lnTo>
                    <a:pt x="224" y="169"/>
                  </a:lnTo>
                  <a:lnTo>
                    <a:pt x="255" y="169"/>
                  </a:lnTo>
                  <a:lnTo>
                    <a:pt x="267" y="169"/>
                  </a:lnTo>
                  <a:lnTo>
                    <a:pt x="279" y="169"/>
                  </a:lnTo>
                  <a:lnTo>
                    <a:pt x="293" y="169"/>
                  </a:lnTo>
                  <a:lnTo>
                    <a:pt x="305" y="169"/>
                  </a:lnTo>
                  <a:lnTo>
                    <a:pt x="325" y="169"/>
                  </a:lnTo>
                  <a:lnTo>
                    <a:pt x="351" y="169"/>
                  </a:lnTo>
                  <a:lnTo>
                    <a:pt x="382" y="169"/>
                  </a:lnTo>
                  <a:lnTo>
                    <a:pt x="425" y="169"/>
                  </a:lnTo>
                  <a:lnTo>
                    <a:pt x="476" y="169"/>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86" name="Rectangle 67"/>
            <p:cNvSpPr>
              <a:spLocks noChangeArrowheads="1"/>
            </p:cNvSpPr>
            <p:nvPr/>
          </p:nvSpPr>
          <p:spPr bwMode="auto">
            <a:xfrm>
              <a:off x="4508" y="2111"/>
              <a:ext cx="322"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Nível 3</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87" name="Freeform 68"/>
            <p:cNvSpPr>
              <a:spLocks/>
            </p:cNvSpPr>
            <p:nvPr/>
          </p:nvSpPr>
          <p:spPr bwMode="auto">
            <a:xfrm>
              <a:off x="3611" y="2666"/>
              <a:ext cx="1272" cy="196"/>
            </a:xfrm>
            <a:custGeom>
              <a:avLst/>
              <a:gdLst>
                <a:gd name="T0" fmla="*/ 0 w 1272"/>
                <a:gd name="T1" fmla="*/ 196 h 196"/>
                <a:gd name="T2" fmla="*/ 20 w 1272"/>
                <a:gd name="T3" fmla="*/ 191 h 196"/>
                <a:gd name="T4" fmla="*/ 32 w 1272"/>
                <a:gd name="T5" fmla="*/ 164 h 196"/>
                <a:gd name="T6" fmla="*/ 44 w 1272"/>
                <a:gd name="T7" fmla="*/ 139 h 196"/>
                <a:gd name="T8" fmla="*/ 58 w 1272"/>
                <a:gd name="T9" fmla="*/ 100 h 196"/>
                <a:gd name="T10" fmla="*/ 77 w 1272"/>
                <a:gd name="T11" fmla="*/ 65 h 196"/>
                <a:gd name="T12" fmla="*/ 101 w 1272"/>
                <a:gd name="T13" fmla="*/ 33 h 196"/>
                <a:gd name="T14" fmla="*/ 128 w 1272"/>
                <a:gd name="T15" fmla="*/ 8 h 196"/>
                <a:gd name="T16" fmla="*/ 166 w 1272"/>
                <a:gd name="T17" fmla="*/ 0 h 196"/>
                <a:gd name="T18" fmla="*/ 217 w 1272"/>
                <a:gd name="T19" fmla="*/ 0 h 196"/>
                <a:gd name="T20" fmla="*/ 260 w 1272"/>
                <a:gd name="T21" fmla="*/ 0 h 196"/>
                <a:gd name="T22" fmla="*/ 337 w 1272"/>
                <a:gd name="T23" fmla="*/ 0 h 196"/>
                <a:gd name="T24" fmla="*/ 387 w 1272"/>
                <a:gd name="T25" fmla="*/ 0 h 196"/>
                <a:gd name="T26" fmla="*/ 433 w 1272"/>
                <a:gd name="T27" fmla="*/ 0 h 196"/>
                <a:gd name="T28" fmla="*/ 457 w 1272"/>
                <a:gd name="T29" fmla="*/ 0 h 196"/>
                <a:gd name="T30" fmla="*/ 483 w 1272"/>
                <a:gd name="T31" fmla="*/ 0 h 196"/>
                <a:gd name="T32" fmla="*/ 522 w 1272"/>
                <a:gd name="T33" fmla="*/ 0 h 196"/>
                <a:gd name="T34" fmla="*/ 553 w 1272"/>
                <a:gd name="T35" fmla="*/ 0 h 196"/>
                <a:gd name="T36" fmla="*/ 592 w 1272"/>
                <a:gd name="T37" fmla="*/ 0 h 196"/>
                <a:gd name="T38" fmla="*/ 642 w 1272"/>
                <a:gd name="T39" fmla="*/ 0 h 196"/>
                <a:gd name="T40" fmla="*/ 712 w 1272"/>
                <a:gd name="T41" fmla="*/ 0 h 196"/>
                <a:gd name="T42" fmla="*/ 757 w 1272"/>
                <a:gd name="T43" fmla="*/ 0 h 196"/>
                <a:gd name="T44" fmla="*/ 808 w 1272"/>
                <a:gd name="T45" fmla="*/ 0 h 196"/>
                <a:gd name="T46" fmla="*/ 866 w 1272"/>
                <a:gd name="T47" fmla="*/ 0 h 196"/>
                <a:gd name="T48" fmla="*/ 928 w 1272"/>
                <a:gd name="T49" fmla="*/ 0 h 196"/>
                <a:gd name="T50" fmla="*/ 1005 w 1272"/>
                <a:gd name="T51" fmla="*/ 0 h 196"/>
                <a:gd name="T52" fmla="*/ 1082 w 1272"/>
                <a:gd name="T53" fmla="*/ 0 h 196"/>
                <a:gd name="T54" fmla="*/ 1171 w 1272"/>
                <a:gd name="T55" fmla="*/ 0 h 196"/>
                <a:gd name="T56" fmla="*/ 1272 w 1272"/>
                <a:gd name="T57"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72" h="196">
                  <a:moveTo>
                    <a:pt x="0" y="196"/>
                  </a:moveTo>
                  <a:lnTo>
                    <a:pt x="20" y="191"/>
                  </a:lnTo>
                  <a:lnTo>
                    <a:pt x="32" y="164"/>
                  </a:lnTo>
                  <a:lnTo>
                    <a:pt x="44" y="139"/>
                  </a:lnTo>
                  <a:lnTo>
                    <a:pt x="58" y="100"/>
                  </a:lnTo>
                  <a:lnTo>
                    <a:pt x="77" y="65"/>
                  </a:lnTo>
                  <a:lnTo>
                    <a:pt x="101" y="33"/>
                  </a:lnTo>
                  <a:lnTo>
                    <a:pt x="128" y="8"/>
                  </a:lnTo>
                  <a:lnTo>
                    <a:pt x="166" y="0"/>
                  </a:lnTo>
                  <a:lnTo>
                    <a:pt x="217" y="0"/>
                  </a:lnTo>
                  <a:lnTo>
                    <a:pt x="260" y="0"/>
                  </a:lnTo>
                  <a:lnTo>
                    <a:pt x="337" y="0"/>
                  </a:lnTo>
                  <a:lnTo>
                    <a:pt x="387" y="0"/>
                  </a:lnTo>
                  <a:lnTo>
                    <a:pt x="433" y="0"/>
                  </a:lnTo>
                  <a:lnTo>
                    <a:pt x="457" y="0"/>
                  </a:lnTo>
                  <a:lnTo>
                    <a:pt x="483" y="0"/>
                  </a:lnTo>
                  <a:lnTo>
                    <a:pt x="522" y="0"/>
                  </a:lnTo>
                  <a:lnTo>
                    <a:pt x="553" y="0"/>
                  </a:lnTo>
                  <a:lnTo>
                    <a:pt x="592" y="0"/>
                  </a:lnTo>
                  <a:lnTo>
                    <a:pt x="642" y="0"/>
                  </a:lnTo>
                  <a:lnTo>
                    <a:pt x="712" y="0"/>
                  </a:lnTo>
                  <a:lnTo>
                    <a:pt x="757" y="0"/>
                  </a:lnTo>
                  <a:lnTo>
                    <a:pt x="808" y="0"/>
                  </a:lnTo>
                  <a:lnTo>
                    <a:pt x="866" y="0"/>
                  </a:lnTo>
                  <a:lnTo>
                    <a:pt x="928" y="0"/>
                  </a:lnTo>
                  <a:lnTo>
                    <a:pt x="1005" y="0"/>
                  </a:lnTo>
                  <a:lnTo>
                    <a:pt x="1082" y="0"/>
                  </a:lnTo>
                  <a:lnTo>
                    <a:pt x="1171" y="0"/>
                  </a:lnTo>
                  <a:lnTo>
                    <a:pt x="127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88" name="Rectangle 69"/>
            <p:cNvSpPr>
              <a:spLocks noChangeArrowheads="1"/>
            </p:cNvSpPr>
            <p:nvPr/>
          </p:nvSpPr>
          <p:spPr bwMode="auto">
            <a:xfrm>
              <a:off x="3756" y="2542"/>
              <a:ext cx="1021"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Problemas / dificuldades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89" name="Freeform 70"/>
            <p:cNvSpPr>
              <a:spLocks/>
            </p:cNvSpPr>
            <p:nvPr/>
          </p:nvSpPr>
          <p:spPr bwMode="auto">
            <a:xfrm>
              <a:off x="4883" y="2443"/>
              <a:ext cx="262" cy="223"/>
            </a:xfrm>
            <a:custGeom>
              <a:avLst/>
              <a:gdLst>
                <a:gd name="T0" fmla="*/ 0 w 262"/>
                <a:gd name="T1" fmla="*/ 223 h 223"/>
                <a:gd name="T2" fmla="*/ 19 w 262"/>
                <a:gd name="T3" fmla="*/ 216 h 223"/>
                <a:gd name="T4" fmla="*/ 38 w 262"/>
                <a:gd name="T5" fmla="*/ 191 h 223"/>
                <a:gd name="T6" fmla="*/ 50 w 262"/>
                <a:gd name="T7" fmla="*/ 152 h 223"/>
                <a:gd name="T8" fmla="*/ 62 w 262"/>
                <a:gd name="T9" fmla="*/ 112 h 223"/>
                <a:gd name="T10" fmla="*/ 81 w 262"/>
                <a:gd name="T11" fmla="*/ 72 h 223"/>
                <a:gd name="T12" fmla="*/ 101 w 262"/>
                <a:gd name="T13" fmla="*/ 33 h 223"/>
                <a:gd name="T14" fmla="*/ 134 w 262"/>
                <a:gd name="T15" fmla="*/ 8 h 223"/>
                <a:gd name="T16" fmla="*/ 170 w 262"/>
                <a:gd name="T17" fmla="*/ 0 h 223"/>
                <a:gd name="T18" fmla="*/ 189 w 262"/>
                <a:gd name="T19" fmla="*/ 0 h 223"/>
                <a:gd name="T20" fmla="*/ 204 w 262"/>
                <a:gd name="T21" fmla="*/ 0 h 223"/>
                <a:gd name="T22" fmla="*/ 209 w 262"/>
                <a:gd name="T23" fmla="*/ 0 h 223"/>
                <a:gd name="T24" fmla="*/ 209 w 262"/>
                <a:gd name="T25" fmla="*/ 0 h 223"/>
                <a:gd name="T26" fmla="*/ 216 w 262"/>
                <a:gd name="T27" fmla="*/ 0 h 223"/>
                <a:gd name="T28" fmla="*/ 235 w 262"/>
                <a:gd name="T29" fmla="*/ 0 h 223"/>
                <a:gd name="T30" fmla="*/ 262 w 262"/>
                <a:gd name="T3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2" h="223">
                  <a:moveTo>
                    <a:pt x="0" y="223"/>
                  </a:moveTo>
                  <a:lnTo>
                    <a:pt x="19" y="216"/>
                  </a:lnTo>
                  <a:lnTo>
                    <a:pt x="38" y="191"/>
                  </a:lnTo>
                  <a:lnTo>
                    <a:pt x="50" y="152"/>
                  </a:lnTo>
                  <a:lnTo>
                    <a:pt x="62" y="112"/>
                  </a:lnTo>
                  <a:lnTo>
                    <a:pt x="81" y="72"/>
                  </a:lnTo>
                  <a:lnTo>
                    <a:pt x="101" y="33"/>
                  </a:lnTo>
                  <a:lnTo>
                    <a:pt x="134" y="8"/>
                  </a:lnTo>
                  <a:lnTo>
                    <a:pt x="170" y="0"/>
                  </a:lnTo>
                  <a:lnTo>
                    <a:pt x="189" y="0"/>
                  </a:lnTo>
                  <a:lnTo>
                    <a:pt x="204" y="0"/>
                  </a:lnTo>
                  <a:lnTo>
                    <a:pt x="209" y="0"/>
                  </a:lnTo>
                  <a:lnTo>
                    <a:pt x="209" y="0"/>
                  </a:lnTo>
                  <a:lnTo>
                    <a:pt x="216" y="0"/>
                  </a:lnTo>
                  <a:lnTo>
                    <a:pt x="235" y="0"/>
                  </a:lnTo>
                  <a:lnTo>
                    <a:pt x="26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90" name="Rectangle 71"/>
            <p:cNvSpPr>
              <a:spLocks noChangeArrowheads="1"/>
            </p:cNvSpPr>
            <p:nvPr/>
          </p:nvSpPr>
          <p:spPr bwMode="auto">
            <a:xfrm>
              <a:off x="5029" y="2319"/>
              <a:ext cx="120"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TI</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91" name="Freeform 72"/>
            <p:cNvSpPr>
              <a:spLocks/>
            </p:cNvSpPr>
            <p:nvPr/>
          </p:nvSpPr>
          <p:spPr bwMode="auto">
            <a:xfrm>
              <a:off x="4883" y="2602"/>
              <a:ext cx="853" cy="64"/>
            </a:xfrm>
            <a:custGeom>
              <a:avLst/>
              <a:gdLst>
                <a:gd name="T0" fmla="*/ 0 w 853"/>
                <a:gd name="T1" fmla="*/ 64 h 64"/>
                <a:gd name="T2" fmla="*/ 38 w 853"/>
                <a:gd name="T3" fmla="*/ 52 h 64"/>
                <a:gd name="T4" fmla="*/ 62 w 853"/>
                <a:gd name="T5" fmla="*/ 32 h 64"/>
                <a:gd name="T6" fmla="*/ 81 w 853"/>
                <a:gd name="T7" fmla="*/ 17 h 64"/>
                <a:gd name="T8" fmla="*/ 101 w 853"/>
                <a:gd name="T9" fmla="*/ 12 h 64"/>
                <a:gd name="T10" fmla="*/ 134 w 853"/>
                <a:gd name="T11" fmla="*/ 0 h 64"/>
                <a:gd name="T12" fmla="*/ 170 w 853"/>
                <a:gd name="T13" fmla="*/ 0 h 64"/>
                <a:gd name="T14" fmla="*/ 235 w 853"/>
                <a:gd name="T15" fmla="*/ 0 h 64"/>
                <a:gd name="T16" fmla="*/ 278 w 853"/>
                <a:gd name="T17" fmla="*/ 0 h 64"/>
                <a:gd name="T18" fmla="*/ 312 w 853"/>
                <a:gd name="T19" fmla="*/ 0 h 64"/>
                <a:gd name="T20" fmla="*/ 336 w 853"/>
                <a:gd name="T21" fmla="*/ 0 h 64"/>
                <a:gd name="T22" fmla="*/ 355 w 853"/>
                <a:gd name="T23" fmla="*/ 0 h 64"/>
                <a:gd name="T24" fmla="*/ 367 w 853"/>
                <a:gd name="T25" fmla="*/ 0 h 64"/>
                <a:gd name="T26" fmla="*/ 394 w 853"/>
                <a:gd name="T27" fmla="*/ 0 h 64"/>
                <a:gd name="T28" fmla="*/ 413 w 853"/>
                <a:gd name="T29" fmla="*/ 0 h 64"/>
                <a:gd name="T30" fmla="*/ 432 w 853"/>
                <a:gd name="T31" fmla="*/ 0 h 64"/>
                <a:gd name="T32" fmla="*/ 463 w 853"/>
                <a:gd name="T33" fmla="*/ 0 h 64"/>
                <a:gd name="T34" fmla="*/ 509 w 853"/>
                <a:gd name="T35" fmla="*/ 0 h 64"/>
                <a:gd name="T36" fmla="*/ 567 w 853"/>
                <a:gd name="T37" fmla="*/ 0 h 64"/>
                <a:gd name="T38" fmla="*/ 641 w 853"/>
                <a:gd name="T39" fmla="*/ 0 h 64"/>
                <a:gd name="T40" fmla="*/ 737 w 853"/>
                <a:gd name="T41" fmla="*/ 0 h 64"/>
                <a:gd name="T42" fmla="*/ 853 w 853"/>
                <a:gd name="T4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3" h="64">
                  <a:moveTo>
                    <a:pt x="0" y="64"/>
                  </a:moveTo>
                  <a:lnTo>
                    <a:pt x="38" y="52"/>
                  </a:lnTo>
                  <a:lnTo>
                    <a:pt x="62" y="32"/>
                  </a:lnTo>
                  <a:lnTo>
                    <a:pt x="81" y="17"/>
                  </a:lnTo>
                  <a:lnTo>
                    <a:pt x="101" y="12"/>
                  </a:lnTo>
                  <a:lnTo>
                    <a:pt x="134" y="0"/>
                  </a:lnTo>
                  <a:lnTo>
                    <a:pt x="170" y="0"/>
                  </a:lnTo>
                  <a:lnTo>
                    <a:pt x="235" y="0"/>
                  </a:lnTo>
                  <a:lnTo>
                    <a:pt x="278" y="0"/>
                  </a:lnTo>
                  <a:lnTo>
                    <a:pt x="312" y="0"/>
                  </a:lnTo>
                  <a:lnTo>
                    <a:pt x="336" y="0"/>
                  </a:lnTo>
                  <a:lnTo>
                    <a:pt x="355" y="0"/>
                  </a:lnTo>
                  <a:lnTo>
                    <a:pt x="367" y="0"/>
                  </a:lnTo>
                  <a:lnTo>
                    <a:pt x="394" y="0"/>
                  </a:lnTo>
                  <a:lnTo>
                    <a:pt x="413" y="0"/>
                  </a:lnTo>
                  <a:lnTo>
                    <a:pt x="432" y="0"/>
                  </a:lnTo>
                  <a:lnTo>
                    <a:pt x="463" y="0"/>
                  </a:lnTo>
                  <a:lnTo>
                    <a:pt x="509" y="0"/>
                  </a:lnTo>
                  <a:lnTo>
                    <a:pt x="567" y="0"/>
                  </a:lnTo>
                  <a:lnTo>
                    <a:pt x="641" y="0"/>
                  </a:lnTo>
                  <a:lnTo>
                    <a:pt x="737" y="0"/>
                  </a:lnTo>
                  <a:lnTo>
                    <a:pt x="853"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92" name="Rectangle 73"/>
            <p:cNvSpPr>
              <a:spLocks noChangeArrowheads="1"/>
            </p:cNvSpPr>
            <p:nvPr/>
          </p:nvSpPr>
          <p:spPr bwMode="auto">
            <a:xfrm>
              <a:off x="5029" y="2478"/>
              <a:ext cx="642"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Procedimentos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93" name="Freeform 74"/>
            <p:cNvSpPr>
              <a:spLocks/>
            </p:cNvSpPr>
            <p:nvPr/>
          </p:nvSpPr>
          <p:spPr bwMode="auto">
            <a:xfrm>
              <a:off x="4883" y="2666"/>
              <a:ext cx="877" cy="92"/>
            </a:xfrm>
            <a:custGeom>
              <a:avLst/>
              <a:gdLst>
                <a:gd name="T0" fmla="*/ 0 w 877"/>
                <a:gd name="T1" fmla="*/ 0 h 92"/>
                <a:gd name="T2" fmla="*/ 19 w 877"/>
                <a:gd name="T3" fmla="*/ 8 h 92"/>
                <a:gd name="T4" fmla="*/ 38 w 877"/>
                <a:gd name="T5" fmla="*/ 13 h 92"/>
                <a:gd name="T6" fmla="*/ 62 w 877"/>
                <a:gd name="T7" fmla="*/ 48 h 92"/>
                <a:gd name="T8" fmla="*/ 81 w 877"/>
                <a:gd name="T9" fmla="*/ 65 h 92"/>
                <a:gd name="T10" fmla="*/ 101 w 877"/>
                <a:gd name="T11" fmla="*/ 80 h 92"/>
                <a:gd name="T12" fmla="*/ 134 w 877"/>
                <a:gd name="T13" fmla="*/ 85 h 92"/>
                <a:gd name="T14" fmla="*/ 170 w 877"/>
                <a:gd name="T15" fmla="*/ 92 h 92"/>
                <a:gd name="T16" fmla="*/ 235 w 877"/>
                <a:gd name="T17" fmla="*/ 92 h 92"/>
                <a:gd name="T18" fmla="*/ 278 w 877"/>
                <a:gd name="T19" fmla="*/ 92 h 92"/>
                <a:gd name="T20" fmla="*/ 317 w 877"/>
                <a:gd name="T21" fmla="*/ 92 h 92"/>
                <a:gd name="T22" fmla="*/ 343 w 877"/>
                <a:gd name="T23" fmla="*/ 92 h 92"/>
                <a:gd name="T24" fmla="*/ 362 w 877"/>
                <a:gd name="T25" fmla="*/ 92 h 92"/>
                <a:gd name="T26" fmla="*/ 374 w 877"/>
                <a:gd name="T27" fmla="*/ 92 h 92"/>
                <a:gd name="T28" fmla="*/ 401 w 877"/>
                <a:gd name="T29" fmla="*/ 92 h 92"/>
                <a:gd name="T30" fmla="*/ 420 w 877"/>
                <a:gd name="T31" fmla="*/ 92 h 92"/>
                <a:gd name="T32" fmla="*/ 444 w 877"/>
                <a:gd name="T33" fmla="*/ 92 h 92"/>
                <a:gd name="T34" fmla="*/ 475 w 877"/>
                <a:gd name="T35" fmla="*/ 92 h 92"/>
                <a:gd name="T36" fmla="*/ 521 w 877"/>
                <a:gd name="T37" fmla="*/ 92 h 92"/>
                <a:gd name="T38" fmla="*/ 584 w 877"/>
                <a:gd name="T39" fmla="*/ 92 h 92"/>
                <a:gd name="T40" fmla="*/ 660 w 877"/>
                <a:gd name="T41" fmla="*/ 92 h 92"/>
                <a:gd name="T42" fmla="*/ 757 w 877"/>
                <a:gd name="T43" fmla="*/ 92 h 92"/>
                <a:gd name="T44" fmla="*/ 814 w 877"/>
                <a:gd name="T45" fmla="*/ 92 h 92"/>
                <a:gd name="T46" fmla="*/ 877 w 877"/>
                <a:gd name="T47" fmla="*/ 9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77" h="92">
                  <a:moveTo>
                    <a:pt x="0" y="0"/>
                  </a:moveTo>
                  <a:lnTo>
                    <a:pt x="19" y="8"/>
                  </a:lnTo>
                  <a:lnTo>
                    <a:pt x="38" y="13"/>
                  </a:lnTo>
                  <a:lnTo>
                    <a:pt x="62" y="48"/>
                  </a:lnTo>
                  <a:lnTo>
                    <a:pt x="81" y="65"/>
                  </a:lnTo>
                  <a:lnTo>
                    <a:pt x="101" y="80"/>
                  </a:lnTo>
                  <a:lnTo>
                    <a:pt x="134" y="85"/>
                  </a:lnTo>
                  <a:lnTo>
                    <a:pt x="170" y="92"/>
                  </a:lnTo>
                  <a:lnTo>
                    <a:pt x="235" y="92"/>
                  </a:lnTo>
                  <a:lnTo>
                    <a:pt x="278" y="92"/>
                  </a:lnTo>
                  <a:lnTo>
                    <a:pt x="317" y="92"/>
                  </a:lnTo>
                  <a:lnTo>
                    <a:pt x="343" y="92"/>
                  </a:lnTo>
                  <a:lnTo>
                    <a:pt x="362" y="92"/>
                  </a:lnTo>
                  <a:lnTo>
                    <a:pt x="374" y="92"/>
                  </a:lnTo>
                  <a:lnTo>
                    <a:pt x="401" y="92"/>
                  </a:lnTo>
                  <a:lnTo>
                    <a:pt x="420" y="92"/>
                  </a:lnTo>
                  <a:lnTo>
                    <a:pt x="444" y="92"/>
                  </a:lnTo>
                  <a:lnTo>
                    <a:pt x="475" y="92"/>
                  </a:lnTo>
                  <a:lnTo>
                    <a:pt x="521" y="92"/>
                  </a:lnTo>
                  <a:lnTo>
                    <a:pt x="584" y="92"/>
                  </a:lnTo>
                  <a:lnTo>
                    <a:pt x="660" y="92"/>
                  </a:lnTo>
                  <a:lnTo>
                    <a:pt x="757" y="92"/>
                  </a:lnTo>
                  <a:lnTo>
                    <a:pt x="814" y="92"/>
                  </a:lnTo>
                  <a:lnTo>
                    <a:pt x="877" y="92"/>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94" name="Rectangle 75"/>
            <p:cNvSpPr>
              <a:spLocks noChangeArrowheads="1"/>
            </p:cNvSpPr>
            <p:nvPr/>
          </p:nvSpPr>
          <p:spPr bwMode="auto">
            <a:xfrm>
              <a:off x="5029" y="2637"/>
              <a:ext cx="666"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Conhecimentos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95" name="Freeform 76"/>
            <p:cNvSpPr>
              <a:spLocks/>
            </p:cNvSpPr>
            <p:nvPr/>
          </p:nvSpPr>
          <p:spPr bwMode="auto">
            <a:xfrm>
              <a:off x="4883" y="2666"/>
              <a:ext cx="603" cy="251"/>
            </a:xfrm>
            <a:custGeom>
              <a:avLst/>
              <a:gdLst>
                <a:gd name="T0" fmla="*/ 0 w 603"/>
                <a:gd name="T1" fmla="*/ 0 h 251"/>
                <a:gd name="T2" fmla="*/ 19 w 603"/>
                <a:gd name="T3" fmla="*/ 13 h 251"/>
                <a:gd name="T4" fmla="*/ 38 w 603"/>
                <a:gd name="T5" fmla="*/ 40 h 251"/>
                <a:gd name="T6" fmla="*/ 50 w 603"/>
                <a:gd name="T7" fmla="*/ 80 h 251"/>
                <a:gd name="T8" fmla="*/ 62 w 603"/>
                <a:gd name="T9" fmla="*/ 124 h 251"/>
                <a:gd name="T10" fmla="*/ 81 w 603"/>
                <a:gd name="T11" fmla="*/ 172 h 251"/>
                <a:gd name="T12" fmla="*/ 101 w 603"/>
                <a:gd name="T13" fmla="*/ 211 h 251"/>
                <a:gd name="T14" fmla="*/ 134 w 603"/>
                <a:gd name="T15" fmla="*/ 236 h 251"/>
                <a:gd name="T16" fmla="*/ 170 w 603"/>
                <a:gd name="T17" fmla="*/ 251 h 251"/>
                <a:gd name="T18" fmla="*/ 209 w 603"/>
                <a:gd name="T19" fmla="*/ 251 h 251"/>
                <a:gd name="T20" fmla="*/ 242 w 603"/>
                <a:gd name="T21" fmla="*/ 251 h 251"/>
                <a:gd name="T22" fmla="*/ 266 w 603"/>
                <a:gd name="T23" fmla="*/ 251 h 251"/>
                <a:gd name="T24" fmla="*/ 278 w 603"/>
                <a:gd name="T25" fmla="*/ 251 h 251"/>
                <a:gd name="T26" fmla="*/ 298 w 603"/>
                <a:gd name="T27" fmla="*/ 251 h 251"/>
                <a:gd name="T28" fmla="*/ 317 w 603"/>
                <a:gd name="T29" fmla="*/ 251 h 251"/>
                <a:gd name="T30" fmla="*/ 343 w 603"/>
                <a:gd name="T31" fmla="*/ 251 h 251"/>
                <a:gd name="T32" fmla="*/ 362 w 603"/>
                <a:gd name="T33" fmla="*/ 251 h 251"/>
                <a:gd name="T34" fmla="*/ 386 w 603"/>
                <a:gd name="T35" fmla="*/ 251 h 251"/>
                <a:gd name="T36" fmla="*/ 425 w 603"/>
                <a:gd name="T37" fmla="*/ 251 h 251"/>
                <a:gd name="T38" fmla="*/ 471 w 603"/>
                <a:gd name="T39" fmla="*/ 251 h 251"/>
                <a:gd name="T40" fmla="*/ 528 w 603"/>
                <a:gd name="T41" fmla="*/ 251 h 251"/>
                <a:gd name="T42" fmla="*/ 603 w 603"/>
                <a:gd name="T43"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3" h="251">
                  <a:moveTo>
                    <a:pt x="0" y="0"/>
                  </a:moveTo>
                  <a:lnTo>
                    <a:pt x="19" y="13"/>
                  </a:lnTo>
                  <a:lnTo>
                    <a:pt x="38" y="40"/>
                  </a:lnTo>
                  <a:lnTo>
                    <a:pt x="50" y="80"/>
                  </a:lnTo>
                  <a:lnTo>
                    <a:pt x="62" y="124"/>
                  </a:lnTo>
                  <a:lnTo>
                    <a:pt x="81" y="172"/>
                  </a:lnTo>
                  <a:lnTo>
                    <a:pt x="101" y="211"/>
                  </a:lnTo>
                  <a:lnTo>
                    <a:pt x="134" y="236"/>
                  </a:lnTo>
                  <a:lnTo>
                    <a:pt x="170" y="251"/>
                  </a:lnTo>
                  <a:lnTo>
                    <a:pt x="209" y="251"/>
                  </a:lnTo>
                  <a:lnTo>
                    <a:pt x="242" y="251"/>
                  </a:lnTo>
                  <a:lnTo>
                    <a:pt x="266" y="251"/>
                  </a:lnTo>
                  <a:lnTo>
                    <a:pt x="278" y="251"/>
                  </a:lnTo>
                  <a:lnTo>
                    <a:pt x="298" y="251"/>
                  </a:lnTo>
                  <a:lnTo>
                    <a:pt x="317" y="251"/>
                  </a:lnTo>
                  <a:lnTo>
                    <a:pt x="343" y="251"/>
                  </a:lnTo>
                  <a:lnTo>
                    <a:pt x="362" y="251"/>
                  </a:lnTo>
                  <a:lnTo>
                    <a:pt x="386" y="251"/>
                  </a:lnTo>
                  <a:lnTo>
                    <a:pt x="425" y="251"/>
                  </a:lnTo>
                  <a:lnTo>
                    <a:pt x="471" y="251"/>
                  </a:lnTo>
                  <a:lnTo>
                    <a:pt x="528" y="251"/>
                  </a:lnTo>
                  <a:lnTo>
                    <a:pt x="603" y="251"/>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96" name="Rectangle 77"/>
            <p:cNvSpPr>
              <a:spLocks noChangeArrowheads="1"/>
            </p:cNvSpPr>
            <p:nvPr/>
          </p:nvSpPr>
          <p:spPr bwMode="auto">
            <a:xfrm>
              <a:off x="5029" y="2795"/>
              <a:ext cx="421"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Recursos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97" name="Freeform 78"/>
            <p:cNvSpPr>
              <a:spLocks/>
            </p:cNvSpPr>
            <p:nvPr/>
          </p:nvSpPr>
          <p:spPr bwMode="auto">
            <a:xfrm>
              <a:off x="3611" y="2862"/>
              <a:ext cx="839" cy="330"/>
            </a:xfrm>
            <a:custGeom>
              <a:avLst/>
              <a:gdLst>
                <a:gd name="T0" fmla="*/ 0 w 839"/>
                <a:gd name="T1" fmla="*/ 0 h 330"/>
                <a:gd name="T2" fmla="*/ 5 w 839"/>
                <a:gd name="T3" fmla="*/ 8 h 330"/>
                <a:gd name="T4" fmla="*/ 20 w 839"/>
                <a:gd name="T5" fmla="*/ 15 h 330"/>
                <a:gd name="T6" fmla="*/ 32 w 839"/>
                <a:gd name="T7" fmla="*/ 55 h 330"/>
                <a:gd name="T8" fmla="*/ 44 w 839"/>
                <a:gd name="T9" fmla="*/ 107 h 330"/>
                <a:gd name="T10" fmla="*/ 58 w 839"/>
                <a:gd name="T11" fmla="*/ 166 h 330"/>
                <a:gd name="T12" fmla="*/ 77 w 839"/>
                <a:gd name="T13" fmla="*/ 223 h 330"/>
                <a:gd name="T14" fmla="*/ 101 w 839"/>
                <a:gd name="T15" fmla="*/ 278 h 330"/>
                <a:gd name="T16" fmla="*/ 128 w 839"/>
                <a:gd name="T17" fmla="*/ 315 h 330"/>
                <a:gd name="T18" fmla="*/ 147 w 839"/>
                <a:gd name="T19" fmla="*/ 323 h 330"/>
                <a:gd name="T20" fmla="*/ 166 w 839"/>
                <a:gd name="T21" fmla="*/ 330 h 330"/>
                <a:gd name="T22" fmla="*/ 229 w 839"/>
                <a:gd name="T23" fmla="*/ 330 h 330"/>
                <a:gd name="T24" fmla="*/ 274 w 839"/>
                <a:gd name="T25" fmla="*/ 330 h 330"/>
                <a:gd name="T26" fmla="*/ 306 w 839"/>
                <a:gd name="T27" fmla="*/ 330 h 330"/>
                <a:gd name="T28" fmla="*/ 330 w 839"/>
                <a:gd name="T29" fmla="*/ 330 h 330"/>
                <a:gd name="T30" fmla="*/ 349 w 839"/>
                <a:gd name="T31" fmla="*/ 330 h 330"/>
                <a:gd name="T32" fmla="*/ 363 w 839"/>
                <a:gd name="T33" fmla="*/ 330 h 330"/>
                <a:gd name="T34" fmla="*/ 387 w 839"/>
                <a:gd name="T35" fmla="*/ 330 h 330"/>
                <a:gd name="T36" fmla="*/ 407 w 839"/>
                <a:gd name="T37" fmla="*/ 330 h 330"/>
                <a:gd name="T38" fmla="*/ 426 w 839"/>
                <a:gd name="T39" fmla="*/ 330 h 330"/>
                <a:gd name="T40" fmla="*/ 457 w 839"/>
                <a:gd name="T41" fmla="*/ 330 h 330"/>
                <a:gd name="T42" fmla="*/ 503 w 839"/>
                <a:gd name="T43" fmla="*/ 330 h 330"/>
                <a:gd name="T44" fmla="*/ 560 w 839"/>
                <a:gd name="T45" fmla="*/ 330 h 330"/>
                <a:gd name="T46" fmla="*/ 630 w 839"/>
                <a:gd name="T47" fmla="*/ 330 h 330"/>
                <a:gd name="T48" fmla="*/ 724 w 839"/>
                <a:gd name="T49" fmla="*/ 330 h 330"/>
                <a:gd name="T50" fmla="*/ 839 w 839"/>
                <a:gd name="T51" fmla="*/ 33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39" h="330">
                  <a:moveTo>
                    <a:pt x="0" y="0"/>
                  </a:moveTo>
                  <a:lnTo>
                    <a:pt x="5" y="8"/>
                  </a:lnTo>
                  <a:lnTo>
                    <a:pt x="20" y="15"/>
                  </a:lnTo>
                  <a:lnTo>
                    <a:pt x="32" y="55"/>
                  </a:lnTo>
                  <a:lnTo>
                    <a:pt x="44" y="107"/>
                  </a:lnTo>
                  <a:lnTo>
                    <a:pt x="58" y="166"/>
                  </a:lnTo>
                  <a:lnTo>
                    <a:pt x="77" y="223"/>
                  </a:lnTo>
                  <a:lnTo>
                    <a:pt x="101" y="278"/>
                  </a:lnTo>
                  <a:lnTo>
                    <a:pt x="128" y="315"/>
                  </a:lnTo>
                  <a:lnTo>
                    <a:pt x="147" y="323"/>
                  </a:lnTo>
                  <a:lnTo>
                    <a:pt x="166" y="330"/>
                  </a:lnTo>
                  <a:lnTo>
                    <a:pt x="229" y="330"/>
                  </a:lnTo>
                  <a:lnTo>
                    <a:pt x="274" y="330"/>
                  </a:lnTo>
                  <a:lnTo>
                    <a:pt x="306" y="330"/>
                  </a:lnTo>
                  <a:lnTo>
                    <a:pt x="330" y="330"/>
                  </a:lnTo>
                  <a:lnTo>
                    <a:pt x="349" y="330"/>
                  </a:lnTo>
                  <a:lnTo>
                    <a:pt x="363" y="330"/>
                  </a:lnTo>
                  <a:lnTo>
                    <a:pt x="387" y="330"/>
                  </a:lnTo>
                  <a:lnTo>
                    <a:pt x="407" y="330"/>
                  </a:lnTo>
                  <a:lnTo>
                    <a:pt x="426" y="330"/>
                  </a:lnTo>
                  <a:lnTo>
                    <a:pt x="457" y="330"/>
                  </a:lnTo>
                  <a:lnTo>
                    <a:pt x="503" y="330"/>
                  </a:lnTo>
                  <a:lnTo>
                    <a:pt x="560" y="330"/>
                  </a:lnTo>
                  <a:lnTo>
                    <a:pt x="630" y="330"/>
                  </a:lnTo>
                  <a:lnTo>
                    <a:pt x="724" y="330"/>
                  </a:lnTo>
                  <a:lnTo>
                    <a:pt x="839" y="33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98" name="Rectangle 79"/>
            <p:cNvSpPr>
              <a:spLocks noChangeArrowheads="1"/>
            </p:cNvSpPr>
            <p:nvPr/>
          </p:nvSpPr>
          <p:spPr bwMode="auto">
            <a:xfrm>
              <a:off x="3756" y="3068"/>
              <a:ext cx="632"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Oportunidades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099" name="Freeform 80"/>
            <p:cNvSpPr>
              <a:spLocks/>
            </p:cNvSpPr>
            <p:nvPr/>
          </p:nvSpPr>
          <p:spPr bwMode="auto">
            <a:xfrm>
              <a:off x="4450" y="3125"/>
              <a:ext cx="1202" cy="67"/>
            </a:xfrm>
            <a:custGeom>
              <a:avLst/>
              <a:gdLst>
                <a:gd name="T0" fmla="*/ 0 w 1202"/>
                <a:gd name="T1" fmla="*/ 67 h 67"/>
                <a:gd name="T2" fmla="*/ 31 w 1202"/>
                <a:gd name="T3" fmla="*/ 52 h 67"/>
                <a:gd name="T4" fmla="*/ 58 w 1202"/>
                <a:gd name="T5" fmla="*/ 32 h 67"/>
                <a:gd name="T6" fmla="*/ 77 w 1202"/>
                <a:gd name="T7" fmla="*/ 20 h 67"/>
                <a:gd name="T8" fmla="*/ 101 w 1202"/>
                <a:gd name="T9" fmla="*/ 15 h 67"/>
                <a:gd name="T10" fmla="*/ 127 w 1202"/>
                <a:gd name="T11" fmla="*/ 0 h 67"/>
                <a:gd name="T12" fmla="*/ 166 w 1202"/>
                <a:gd name="T13" fmla="*/ 0 h 67"/>
                <a:gd name="T14" fmla="*/ 216 w 1202"/>
                <a:gd name="T15" fmla="*/ 0 h 67"/>
                <a:gd name="T16" fmla="*/ 255 w 1202"/>
                <a:gd name="T17" fmla="*/ 0 h 67"/>
                <a:gd name="T18" fmla="*/ 324 w 1202"/>
                <a:gd name="T19" fmla="*/ 0 h 67"/>
                <a:gd name="T20" fmla="*/ 375 w 1202"/>
                <a:gd name="T21" fmla="*/ 0 h 67"/>
                <a:gd name="T22" fmla="*/ 413 w 1202"/>
                <a:gd name="T23" fmla="*/ 0 h 67"/>
                <a:gd name="T24" fmla="*/ 440 w 1202"/>
                <a:gd name="T25" fmla="*/ 0 h 67"/>
                <a:gd name="T26" fmla="*/ 459 w 1202"/>
                <a:gd name="T27" fmla="*/ 0 h 67"/>
                <a:gd name="T28" fmla="*/ 502 w 1202"/>
                <a:gd name="T29" fmla="*/ 0 h 67"/>
                <a:gd name="T30" fmla="*/ 529 w 1202"/>
                <a:gd name="T31" fmla="*/ 0 h 67"/>
                <a:gd name="T32" fmla="*/ 567 w 1202"/>
                <a:gd name="T33" fmla="*/ 0 h 67"/>
                <a:gd name="T34" fmla="*/ 610 w 1202"/>
                <a:gd name="T35" fmla="*/ 0 h 67"/>
                <a:gd name="T36" fmla="*/ 680 w 1202"/>
                <a:gd name="T37" fmla="*/ 0 h 67"/>
                <a:gd name="T38" fmla="*/ 769 w 1202"/>
                <a:gd name="T39" fmla="*/ 0 h 67"/>
                <a:gd name="T40" fmla="*/ 819 w 1202"/>
                <a:gd name="T41" fmla="*/ 0 h 67"/>
                <a:gd name="T42" fmla="*/ 884 w 1202"/>
                <a:gd name="T43" fmla="*/ 0 h 67"/>
                <a:gd name="T44" fmla="*/ 947 w 1202"/>
                <a:gd name="T45" fmla="*/ 0 h 67"/>
                <a:gd name="T46" fmla="*/ 1024 w 1202"/>
                <a:gd name="T47" fmla="*/ 0 h 67"/>
                <a:gd name="T48" fmla="*/ 1105 w 1202"/>
                <a:gd name="T49" fmla="*/ 0 h 67"/>
                <a:gd name="T50" fmla="*/ 1202 w 1202"/>
                <a:gd name="T5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02" h="67">
                  <a:moveTo>
                    <a:pt x="0" y="67"/>
                  </a:moveTo>
                  <a:lnTo>
                    <a:pt x="31" y="52"/>
                  </a:lnTo>
                  <a:lnTo>
                    <a:pt x="58" y="32"/>
                  </a:lnTo>
                  <a:lnTo>
                    <a:pt x="77" y="20"/>
                  </a:lnTo>
                  <a:lnTo>
                    <a:pt x="101" y="15"/>
                  </a:lnTo>
                  <a:lnTo>
                    <a:pt x="127" y="0"/>
                  </a:lnTo>
                  <a:lnTo>
                    <a:pt x="166" y="0"/>
                  </a:lnTo>
                  <a:lnTo>
                    <a:pt x="216" y="0"/>
                  </a:lnTo>
                  <a:lnTo>
                    <a:pt x="255" y="0"/>
                  </a:lnTo>
                  <a:lnTo>
                    <a:pt x="324" y="0"/>
                  </a:lnTo>
                  <a:lnTo>
                    <a:pt x="375" y="0"/>
                  </a:lnTo>
                  <a:lnTo>
                    <a:pt x="413" y="0"/>
                  </a:lnTo>
                  <a:lnTo>
                    <a:pt x="440" y="0"/>
                  </a:lnTo>
                  <a:lnTo>
                    <a:pt x="459" y="0"/>
                  </a:lnTo>
                  <a:lnTo>
                    <a:pt x="502" y="0"/>
                  </a:lnTo>
                  <a:lnTo>
                    <a:pt x="529" y="0"/>
                  </a:lnTo>
                  <a:lnTo>
                    <a:pt x="567" y="0"/>
                  </a:lnTo>
                  <a:lnTo>
                    <a:pt x="610" y="0"/>
                  </a:lnTo>
                  <a:lnTo>
                    <a:pt x="680" y="0"/>
                  </a:lnTo>
                  <a:lnTo>
                    <a:pt x="769" y="0"/>
                  </a:lnTo>
                  <a:lnTo>
                    <a:pt x="819" y="0"/>
                  </a:lnTo>
                  <a:lnTo>
                    <a:pt x="884" y="0"/>
                  </a:lnTo>
                  <a:lnTo>
                    <a:pt x="947" y="0"/>
                  </a:lnTo>
                  <a:lnTo>
                    <a:pt x="1024" y="0"/>
                  </a:lnTo>
                  <a:lnTo>
                    <a:pt x="1105" y="0"/>
                  </a:lnTo>
                  <a:lnTo>
                    <a:pt x="120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00" name="Rectangle 81"/>
            <p:cNvSpPr>
              <a:spLocks noChangeArrowheads="1"/>
            </p:cNvSpPr>
            <p:nvPr/>
          </p:nvSpPr>
          <p:spPr bwMode="auto">
            <a:xfrm>
              <a:off x="4592" y="3004"/>
              <a:ext cx="966"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Melhorias incrementais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101" name="Freeform 82"/>
            <p:cNvSpPr>
              <a:spLocks/>
            </p:cNvSpPr>
            <p:nvPr/>
          </p:nvSpPr>
          <p:spPr bwMode="auto">
            <a:xfrm>
              <a:off x="4450" y="3192"/>
              <a:ext cx="687" cy="92"/>
            </a:xfrm>
            <a:custGeom>
              <a:avLst/>
              <a:gdLst>
                <a:gd name="T0" fmla="*/ 0 w 687"/>
                <a:gd name="T1" fmla="*/ 0 h 92"/>
                <a:gd name="T2" fmla="*/ 19 w 687"/>
                <a:gd name="T3" fmla="*/ 5 h 92"/>
                <a:gd name="T4" fmla="*/ 31 w 687"/>
                <a:gd name="T5" fmla="*/ 13 h 92"/>
                <a:gd name="T6" fmla="*/ 58 w 687"/>
                <a:gd name="T7" fmla="*/ 45 h 92"/>
                <a:gd name="T8" fmla="*/ 77 w 687"/>
                <a:gd name="T9" fmla="*/ 65 h 92"/>
                <a:gd name="T10" fmla="*/ 101 w 687"/>
                <a:gd name="T11" fmla="*/ 77 h 92"/>
                <a:gd name="T12" fmla="*/ 127 w 687"/>
                <a:gd name="T13" fmla="*/ 84 h 92"/>
                <a:gd name="T14" fmla="*/ 166 w 687"/>
                <a:gd name="T15" fmla="*/ 92 h 92"/>
                <a:gd name="T16" fmla="*/ 216 w 687"/>
                <a:gd name="T17" fmla="*/ 92 h 92"/>
                <a:gd name="T18" fmla="*/ 248 w 687"/>
                <a:gd name="T19" fmla="*/ 92 h 92"/>
                <a:gd name="T20" fmla="*/ 281 w 687"/>
                <a:gd name="T21" fmla="*/ 92 h 92"/>
                <a:gd name="T22" fmla="*/ 298 w 687"/>
                <a:gd name="T23" fmla="*/ 92 h 92"/>
                <a:gd name="T24" fmla="*/ 324 w 687"/>
                <a:gd name="T25" fmla="*/ 92 h 92"/>
                <a:gd name="T26" fmla="*/ 344 w 687"/>
                <a:gd name="T27" fmla="*/ 92 h 92"/>
                <a:gd name="T28" fmla="*/ 351 w 687"/>
                <a:gd name="T29" fmla="*/ 92 h 92"/>
                <a:gd name="T30" fmla="*/ 370 w 687"/>
                <a:gd name="T31" fmla="*/ 92 h 92"/>
                <a:gd name="T32" fmla="*/ 394 w 687"/>
                <a:gd name="T33" fmla="*/ 92 h 92"/>
                <a:gd name="T34" fmla="*/ 425 w 687"/>
                <a:gd name="T35" fmla="*/ 92 h 92"/>
                <a:gd name="T36" fmla="*/ 471 w 687"/>
                <a:gd name="T37" fmla="*/ 92 h 92"/>
                <a:gd name="T38" fmla="*/ 529 w 687"/>
                <a:gd name="T39" fmla="*/ 92 h 92"/>
                <a:gd name="T40" fmla="*/ 598 w 687"/>
                <a:gd name="T41" fmla="*/ 92 h 92"/>
                <a:gd name="T42" fmla="*/ 687 w 687"/>
                <a:gd name="T43" fmla="*/ 9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7" h="92">
                  <a:moveTo>
                    <a:pt x="0" y="0"/>
                  </a:moveTo>
                  <a:lnTo>
                    <a:pt x="19" y="5"/>
                  </a:lnTo>
                  <a:lnTo>
                    <a:pt x="31" y="13"/>
                  </a:lnTo>
                  <a:lnTo>
                    <a:pt x="58" y="45"/>
                  </a:lnTo>
                  <a:lnTo>
                    <a:pt x="77" y="65"/>
                  </a:lnTo>
                  <a:lnTo>
                    <a:pt x="101" y="77"/>
                  </a:lnTo>
                  <a:lnTo>
                    <a:pt x="127" y="84"/>
                  </a:lnTo>
                  <a:lnTo>
                    <a:pt x="166" y="92"/>
                  </a:lnTo>
                  <a:lnTo>
                    <a:pt x="216" y="92"/>
                  </a:lnTo>
                  <a:lnTo>
                    <a:pt x="248" y="92"/>
                  </a:lnTo>
                  <a:lnTo>
                    <a:pt x="281" y="92"/>
                  </a:lnTo>
                  <a:lnTo>
                    <a:pt x="298" y="92"/>
                  </a:lnTo>
                  <a:lnTo>
                    <a:pt x="324" y="92"/>
                  </a:lnTo>
                  <a:lnTo>
                    <a:pt x="344" y="92"/>
                  </a:lnTo>
                  <a:lnTo>
                    <a:pt x="351" y="92"/>
                  </a:lnTo>
                  <a:lnTo>
                    <a:pt x="370" y="92"/>
                  </a:lnTo>
                  <a:lnTo>
                    <a:pt x="394" y="92"/>
                  </a:lnTo>
                  <a:lnTo>
                    <a:pt x="425" y="92"/>
                  </a:lnTo>
                  <a:lnTo>
                    <a:pt x="471" y="92"/>
                  </a:lnTo>
                  <a:lnTo>
                    <a:pt x="529" y="92"/>
                  </a:lnTo>
                  <a:lnTo>
                    <a:pt x="598" y="92"/>
                  </a:lnTo>
                  <a:lnTo>
                    <a:pt x="687" y="92"/>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02" name="Rectangle 83"/>
            <p:cNvSpPr>
              <a:spLocks noChangeArrowheads="1"/>
            </p:cNvSpPr>
            <p:nvPr/>
          </p:nvSpPr>
          <p:spPr bwMode="auto">
            <a:xfrm>
              <a:off x="4592" y="3162"/>
              <a:ext cx="500"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Redesenho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103" name="Freeform 84"/>
            <p:cNvSpPr>
              <a:spLocks/>
            </p:cNvSpPr>
            <p:nvPr/>
          </p:nvSpPr>
          <p:spPr bwMode="auto">
            <a:xfrm>
              <a:off x="3611" y="2862"/>
              <a:ext cx="483" cy="630"/>
            </a:xfrm>
            <a:custGeom>
              <a:avLst/>
              <a:gdLst>
                <a:gd name="T0" fmla="*/ 0 w 483"/>
                <a:gd name="T1" fmla="*/ 0 h 630"/>
                <a:gd name="T2" fmla="*/ 5 w 483"/>
                <a:gd name="T3" fmla="*/ 8 h 630"/>
                <a:gd name="T4" fmla="*/ 20 w 483"/>
                <a:gd name="T5" fmla="*/ 28 h 630"/>
                <a:gd name="T6" fmla="*/ 25 w 483"/>
                <a:gd name="T7" fmla="*/ 60 h 630"/>
                <a:gd name="T8" fmla="*/ 32 w 483"/>
                <a:gd name="T9" fmla="*/ 100 h 630"/>
                <a:gd name="T10" fmla="*/ 39 w 483"/>
                <a:gd name="T11" fmla="*/ 147 h 630"/>
                <a:gd name="T12" fmla="*/ 44 w 483"/>
                <a:gd name="T13" fmla="*/ 199 h 630"/>
                <a:gd name="T14" fmla="*/ 58 w 483"/>
                <a:gd name="T15" fmla="*/ 315 h 630"/>
                <a:gd name="T16" fmla="*/ 77 w 483"/>
                <a:gd name="T17" fmla="*/ 434 h 630"/>
                <a:gd name="T18" fmla="*/ 89 w 483"/>
                <a:gd name="T19" fmla="*/ 486 h 630"/>
                <a:gd name="T20" fmla="*/ 101 w 483"/>
                <a:gd name="T21" fmla="*/ 533 h 630"/>
                <a:gd name="T22" fmla="*/ 113 w 483"/>
                <a:gd name="T23" fmla="*/ 573 h 630"/>
                <a:gd name="T24" fmla="*/ 128 w 483"/>
                <a:gd name="T25" fmla="*/ 605 h 630"/>
                <a:gd name="T26" fmla="*/ 147 w 483"/>
                <a:gd name="T27" fmla="*/ 625 h 630"/>
                <a:gd name="T28" fmla="*/ 166 w 483"/>
                <a:gd name="T29" fmla="*/ 630 h 630"/>
                <a:gd name="T30" fmla="*/ 198 w 483"/>
                <a:gd name="T31" fmla="*/ 630 h 630"/>
                <a:gd name="T32" fmla="*/ 222 w 483"/>
                <a:gd name="T33" fmla="*/ 630 h 630"/>
                <a:gd name="T34" fmla="*/ 248 w 483"/>
                <a:gd name="T35" fmla="*/ 630 h 630"/>
                <a:gd name="T36" fmla="*/ 267 w 483"/>
                <a:gd name="T37" fmla="*/ 630 h 630"/>
                <a:gd name="T38" fmla="*/ 279 w 483"/>
                <a:gd name="T39" fmla="*/ 630 h 630"/>
                <a:gd name="T40" fmla="*/ 294 w 483"/>
                <a:gd name="T41" fmla="*/ 630 h 630"/>
                <a:gd name="T42" fmla="*/ 306 w 483"/>
                <a:gd name="T43" fmla="*/ 630 h 630"/>
                <a:gd name="T44" fmla="*/ 325 w 483"/>
                <a:gd name="T45" fmla="*/ 630 h 630"/>
                <a:gd name="T46" fmla="*/ 349 w 483"/>
                <a:gd name="T47" fmla="*/ 630 h 630"/>
                <a:gd name="T48" fmla="*/ 387 w 483"/>
                <a:gd name="T49" fmla="*/ 630 h 630"/>
                <a:gd name="T50" fmla="*/ 433 w 483"/>
                <a:gd name="T51" fmla="*/ 630 h 630"/>
                <a:gd name="T52" fmla="*/ 483 w 483"/>
                <a:gd name="T53" fmla="*/ 630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83" h="630">
                  <a:moveTo>
                    <a:pt x="0" y="0"/>
                  </a:moveTo>
                  <a:lnTo>
                    <a:pt x="5" y="8"/>
                  </a:lnTo>
                  <a:lnTo>
                    <a:pt x="20" y="28"/>
                  </a:lnTo>
                  <a:lnTo>
                    <a:pt x="25" y="60"/>
                  </a:lnTo>
                  <a:lnTo>
                    <a:pt x="32" y="100"/>
                  </a:lnTo>
                  <a:lnTo>
                    <a:pt x="39" y="147"/>
                  </a:lnTo>
                  <a:lnTo>
                    <a:pt x="44" y="199"/>
                  </a:lnTo>
                  <a:lnTo>
                    <a:pt x="58" y="315"/>
                  </a:lnTo>
                  <a:lnTo>
                    <a:pt x="77" y="434"/>
                  </a:lnTo>
                  <a:lnTo>
                    <a:pt x="89" y="486"/>
                  </a:lnTo>
                  <a:lnTo>
                    <a:pt x="101" y="533"/>
                  </a:lnTo>
                  <a:lnTo>
                    <a:pt x="113" y="573"/>
                  </a:lnTo>
                  <a:lnTo>
                    <a:pt x="128" y="605"/>
                  </a:lnTo>
                  <a:lnTo>
                    <a:pt x="147" y="625"/>
                  </a:lnTo>
                  <a:lnTo>
                    <a:pt x="166" y="630"/>
                  </a:lnTo>
                  <a:lnTo>
                    <a:pt x="198" y="630"/>
                  </a:lnTo>
                  <a:lnTo>
                    <a:pt x="222" y="630"/>
                  </a:lnTo>
                  <a:lnTo>
                    <a:pt x="248" y="630"/>
                  </a:lnTo>
                  <a:lnTo>
                    <a:pt x="267" y="630"/>
                  </a:lnTo>
                  <a:lnTo>
                    <a:pt x="279" y="630"/>
                  </a:lnTo>
                  <a:lnTo>
                    <a:pt x="294" y="630"/>
                  </a:lnTo>
                  <a:lnTo>
                    <a:pt x="306" y="630"/>
                  </a:lnTo>
                  <a:lnTo>
                    <a:pt x="325" y="630"/>
                  </a:lnTo>
                  <a:lnTo>
                    <a:pt x="349" y="630"/>
                  </a:lnTo>
                  <a:lnTo>
                    <a:pt x="387" y="630"/>
                  </a:lnTo>
                  <a:lnTo>
                    <a:pt x="433" y="630"/>
                  </a:lnTo>
                  <a:lnTo>
                    <a:pt x="483" y="63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04" name="Rectangle 85"/>
            <p:cNvSpPr>
              <a:spLocks noChangeArrowheads="1"/>
            </p:cNvSpPr>
            <p:nvPr/>
          </p:nvSpPr>
          <p:spPr bwMode="auto">
            <a:xfrm>
              <a:off x="3756" y="3371"/>
              <a:ext cx="310"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Riscos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105" name="Freeform 86"/>
            <p:cNvSpPr>
              <a:spLocks/>
            </p:cNvSpPr>
            <p:nvPr/>
          </p:nvSpPr>
          <p:spPr bwMode="auto">
            <a:xfrm>
              <a:off x="3611" y="2862"/>
              <a:ext cx="1437" cy="789"/>
            </a:xfrm>
            <a:custGeom>
              <a:avLst/>
              <a:gdLst>
                <a:gd name="T0" fmla="*/ 0 w 1437"/>
                <a:gd name="T1" fmla="*/ 0 h 789"/>
                <a:gd name="T2" fmla="*/ 5 w 1437"/>
                <a:gd name="T3" fmla="*/ 8 h 789"/>
                <a:gd name="T4" fmla="*/ 20 w 1437"/>
                <a:gd name="T5" fmla="*/ 35 h 789"/>
                <a:gd name="T6" fmla="*/ 25 w 1437"/>
                <a:gd name="T7" fmla="*/ 72 h 789"/>
                <a:gd name="T8" fmla="*/ 32 w 1437"/>
                <a:gd name="T9" fmla="*/ 127 h 789"/>
                <a:gd name="T10" fmla="*/ 39 w 1437"/>
                <a:gd name="T11" fmla="*/ 184 h 789"/>
                <a:gd name="T12" fmla="*/ 44 w 1437"/>
                <a:gd name="T13" fmla="*/ 251 h 789"/>
                <a:gd name="T14" fmla="*/ 58 w 1437"/>
                <a:gd name="T15" fmla="*/ 395 h 789"/>
                <a:gd name="T16" fmla="*/ 77 w 1437"/>
                <a:gd name="T17" fmla="*/ 538 h 789"/>
                <a:gd name="T18" fmla="*/ 89 w 1437"/>
                <a:gd name="T19" fmla="*/ 605 h 789"/>
                <a:gd name="T20" fmla="*/ 101 w 1437"/>
                <a:gd name="T21" fmla="*/ 665 h 789"/>
                <a:gd name="T22" fmla="*/ 113 w 1437"/>
                <a:gd name="T23" fmla="*/ 717 h 789"/>
                <a:gd name="T24" fmla="*/ 128 w 1437"/>
                <a:gd name="T25" fmla="*/ 757 h 789"/>
                <a:gd name="T26" fmla="*/ 147 w 1437"/>
                <a:gd name="T27" fmla="*/ 781 h 789"/>
                <a:gd name="T28" fmla="*/ 166 w 1437"/>
                <a:gd name="T29" fmla="*/ 789 h 789"/>
                <a:gd name="T30" fmla="*/ 222 w 1437"/>
                <a:gd name="T31" fmla="*/ 789 h 789"/>
                <a:gd name="T32" fmla="*/ 274 w 1437"/>
                <a:gd name="T33" fmla="*/ 789 h 789"/>
                <a:gd name="T34" fmla="*/ 318 w 1437"/>
                <a:gd name="T35" fmla="*/ 789 h 789"/>
                <a:gd name="T36" fmla="*/ 363 w 1437"/>
                <a:gd name="T37" fmla="*/ 789 h 789"/>
                <a:gd name="T38" fmla="*/ 419 w 1437"/>
                <a:gd name="T39" fmla="*/ 789 h 789"/>
                <a:gd name="T40" fmla="*/ 464 w 1437"/>
                <a:gd name="T41" fmla="*/ 789 h 789"/>
                <a:gd name="T42" fmla="*/ 503 w 1437"/>
                <a:gd name="T43" fmla="*/ 789 h 789"/>
                <a:gd name="T44" fmla="*/ 527 w 1437"/>
                <a:gd name="T45" fmla="*/ 789 h 789"/>
                <a:gd name="T46" fmla="*/ 546 w 1437"/>
                <a:gd name="T47" fmla="*/ 789 h 789"/>
                <a:gd name="T48" fmla="*/ 572 w 1437"/>
                <a:gd name="T49" fmla="*/ 789 h 789"/>
                <a:gd name="T50" fmla="*/ 611 w 1437"/>
                <a:gd name="T51" fmla="*/ 789 h 789"/>
                <a:gd name="T52" fmla="*/ 654 w 1437"/>
                <a:gd name="T53" fmla="*/ 789 h 789"/>
                <a:gd name="T54" fmla="*/ 712 w 1437"/>
                <a:gd name="T55" fmla="*/ 789 h 789"/>
                <a:gd name="T56" fmla="*/ 750 w 1437"/>
                <a:gd name="T57" fmla="*/ 789 h 789"/>
                <a:gd name="T58" fmla="*/ 796 w 1437"/>
                <a:gd name="T59" fmla="*/ 789 h 789"/>
                <a:gd name="T60" fmla="*/ 846 w 1437"/>
                <a:gd name="T61" fmla="*/ 789 h 789"/>
                <a:gd name="T62" fmla="*/ 904 w 1437"/>
                <a:gd name="T63" fmla="*/ 789 h 789"/>
                <a:gd name="T64" fmla="*/ 974 w 1437"/>
                <a:gd name="T65" fmla="*/ 789 h 789"/>
                <a:gd name="T66" fmla="*/ 1043 w 1437"/>
                <a:gd name="T67" fmla="*/ 789 h 789"/>
                <a:gd name="T68" fmla="*/ 1125 w 1437"/>
                <a:gd name="T69" fmla="*/ 789 h 789"/>
                <a:gd name="T70" fmla="*/ 1221 w 1437"/>
                <a:gd name="T71" fmla="*/ 789 h 789"/>
                <a:gd name="T72" fmla="*/ 1322 w 1437"/>
                <a:gd name="T73" fmla="*/ 789 h 789"/>
                <a:gd name="T74" fmla="*/ 1437 w 1437"/>
                <a:gd name="T75" fmla="*/ 789 h 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37" h="789">
                  <a:moveTo>
                    <a:pt x="0" y="0"/>
                  </a:moveTo>
                  <a:lnTo>
                    <a:pt x="5" y="8"/>
                  </a:lnTo>
                  <a:lnTo>
                    <a:pt x="20" y="35"/>
                  </a:lnTo>
                  <a:lnTo>
                    <a:pt x="25" y="72"/>
                  </a:lnTo>
                  <a:lnTo>
                    <a:pt x="32" y="127"/>
                  </a:lnTo>
                  <a:lnTo>
                    <a:pt x="39" y="184"/>
                  </a:lnTo>
                  <a:lnTo>
                    <a:pt x="44" y="251"/>
                  </a:lnTo>
                  <a:lnTo>
                    <a:pt x="58" y="395"/>
                  </a:lnTo>
                  <a:lnTo>
                    <a:pt x="77" y="538"/>
                  </a:lnTo>
                  <a:lnTo>
                    <a:pt x="89" y="605"/>
                  </a:lnTo>
                  <a:lnTo>
                    <a:pt x="101" y="665"/>
                  </a:lnTo>
                  <a:lnTo>
                    <a:pt x="113" y="717"/>
                  </a:lnTo>
                  <a:lnTo>
                    <a:pt x="128" y="757"/>
                  </a:lnTo>
                  <a:lnTo>
                    <a:pt x="147" y="781"/>
                  </a:lnTo>
                  <a:lnTo>
                    <a:pt x="166" y="789"/>
                  </a:lnTo>
                  <a:lnTo>
                    <a:pt x="222" y="789"/>
                  </a:lnTo>
                  <a:lnTo>
                    <a:pt x="274" y="789"/>
                  </a:lnTo>
                  <a:lnTo>
                    <a:pt x="318" y="789"/>
                  </a:lnTo>
                  <a:lnTo>
                    <a:pt x="363" y="789"/>
                  </a:lnTo>
                  <a:lnTo>
                    <a:pt x="419" y="789"/>
                  </a:lnTo>
                  <a:lnTo>
                    <a:pt x="464" y="789"/>
                  </a:lnTo>
                  <a:lnTo>
                    <a:pt x="503" y="789"/>
                  </a:lnTo>
                  <a:lnTo>
                    <a:pt x="527" y="789"/>
                  </a:lnTo>
                  <a:lnTo>
                    <a:pt x="546" y="789"/>
                  </a:lnTo>
                  <a:lnTo>
                    <a:pt x="572" y="789"/>
                  </a:lnTo>
                  <a:lnTo>
                    <a:pt x="611" y="789"/>
                  </a:lnTo>
                  <a:lnTo>
                    <a:pt x="654" y="789"/>
                  </a:lnTo>
                  <a:lnTo>
                    <a:pt x="712" y="789"/>
                  </a:lnTo>
                  <a:lnTo>
                    <a:pt x="750" y="789"/>
                  </a:lnTo>
                  <a:lnTo>
                    <a:pt x="796" y="789"/>
                  </a:lnTo>
                  <a:lnTo>
                    <a:pt x="846" y="789"/>
                  </a:lnTo>
                  <a:lnTo>
                    <a:pt x="904" y="789"/>
                  </a:lnTo>
                  <a:lnTo>
                    <a:pt x="974" y="789"/>
                  </a:lnTo>
                  <a:lnTo>
                    <a:pt x="1043" y="789"/>
                  </a:lnTo>
                  <a:lnTo>
                    <a:pt x="1125" y="789"/>
                  </a:lnTo>
                  <a:lnTo>
                    <a:pt x="1221" y="789"/>
                  </a:lnTo>
                  <a:lnTo>
                    <a:pt x="1322" y="789"/>
                  </a:lnTo>
                  <a:lnTo>
                    <a:pt x="1437" y="789"/>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06" name="Rectangle 87"/>
            <p:cNvSpPr>
              <a:spLocks noChangeArrowheads="1"/>
            </p:cNvSpPr>
            <p:nvPr/>
          </p:nvSpPr>
          <p:spPr bwMode="auto">
            <a:xfrm>
              <a:off x="3756" y="3529"/>
              <a:ext cx="117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Indicadores de desempenho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107" name="Freeform 88"/>
            <p:cNvSpPr>
              <a:spLocks/>
            </p:cNvSpPr>
            <p:nvPr/>
          </p:nvSpPr>
          <p:spPr bwMode="auto">
            <a:xfrm>
              <a:off x="3611" y="2862"/>
              <a:ext cx="580" cy="945"/>
            </a:xfrm>
            <a:custGeom>
              <a:avLst/>
              <a:gdLst>
                <a:gd name="T0" fmla="*/ 0 w 580"/>
                <a:gd name="T1" fmla="*/ 0 h 945"/>
                <a:gd name="T2" fmla="*/ 5 w 580"/>
                <a:gd name="T3" fmla="*/ 15 h 945"/>
                <a:gd name="T4" fmla="*/ 20 w 580"/>
                <a:gd name="T5" fmla="*/ 40 h 945"/>
                <a:gd name="T6" fmla="*/ 25 w 580"/>
                <a:gd name="T7" fmla="*/ 87 h 945"/>
                <a:gd name="T8" fmla="*/ 32 w 580"/>
                <a:gd name="T9" fmla="*/ 152 h 945"/>
                <a:gd name="T10" fmla="*/ 39 w 580"/>
                <a:gd name="T11" fmla="*/ 219 h 945"/>
                <a:gd name="T12" fmla="*/ 44 w 580"/>
                <a:gd name="T13" fmla="*/ 303 h 945"/>
                <a:gd name="T14" fmla="*/ 58 w 580"/>
                <a:gd name="T15" fmla="*/ 474 h 945"/>
                <a:gd name="T16" fmla="*/ 77 w 580"/>
                <a:gd name="T17" fmla="*/ 645 h 945"/>
                <a:gd name="T18" fmla="*/ 89 w 580"/>
                <a:gd name="T19" fmla="*/ 729 h 945"/>
                <a:gd name="T20" fmla="*/ 101 w 580"/>
                <a:gd name="T21" fmla="*/ 801 h 945"/>
                <a:gd name="T22" fmla="*/ 113 w 580"/>
                <a:gd name="T23" fmla="*/ 861 h 945"/>
                <a:gd name="T24" fmla="*/ 128 w 580"/>
                <a:gd name="T25" fmla="*/ 908 h 945"/>
                <a:gd name="T26" fmla="*/ 147 w 580"/>
                <a:gd name="T27" fmla="*/ 933 h 945"/>
                <a:gd name="T28" fmla="*/ 166 w 580"/>
                <a:gd name="T29" fmla="*/ 945 h 945"/>
                <a:gd name="T30" fmla="*/ 202 w 580"/>
                <a:gd name="T31" fmla="*/ 945 h 945"/>
                <a:gd name="T32" fmla="*/ 236 w 580"/>
                <a:gd name="T33" fmla="*/ 945 h 945"/>
                <a:gd name="T34" fmla="*/ 260 w 580"/>
                <a:gd name="T35" fmla="*/ 945 h 945"/>
                <a:gd name="T36" fmla="*/ 274 w 580"/>
                <a:gd name="T37" fmla="*/ 945 h 945"/>
                <a:gd name="T38" fmla="*/ 294 w 580"/>
                <a:gd name="T39" fmla="*/ 945 h 945"/>
                <a:gd name="T40" fmla="*/ 306 w 580"/>
                <a:gd name="T41" fmla="*/ 945 h 945"/>
                <a:gd name="T42" fmla="*/ 330 w 580"/>
                <a:gd name="T43" fmla="*/ 945 h 945"/>
                <a:gd name="T44" fmla="*/ 349 w 580"/>
                <a:gd name="T45" fmla="*/ 945 h 945"/>
                <a:gd name="T46" fmla="*/ 375 w 580"/>
                <a:gd name="T47" fmla="*/ 945 h 945"/>
                <a:gd name="T48" fmla="*/ 407 w 580"/>
                <a:gd name="T49" fmla="*/ 945 h 945"/>
                <a:gd name="T50" fmla="*/ 452 w 580"/>
                <a:gd name="T51" fmla="*/ 945 h 945"/>
                <a:gd name="T52" fmla="*/ 510 w 580"/>
                <a:gd name="T53" fmla="*/ 945 h 945"/>
                <a:gd name="T54" fmla="*/ 580 w 580"/>
                <a:gd name="T55" fmla="*/ 945 h 9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0" h="945">
                  <a:moveTo>
                    <a:pt x="0" y="0"/>
                  </a:moveTo>
                  <a:lnTo>
                    <a:pt x="5" y="15"/>
                  </a:lnTo>
                  <a:lnTo>
                    <a:pt x="20" y="40"/>
                  </a:lnTo>
                  <a:lnTo>
                    <a:pt x="25" y="87"/>
                  </a:lnTo>
                  <a:lnTo>
                    <a:pt x="32" y="152"/>
                  </a:lnTo>
                  <a:lnTo>
                    <a:pt x="39" y="219"/>
                  </a:lnTo>
                  <a:lnTo>
                    <a:pt x="44" y="303"/>
                  </a:lnTo>
                  <a:lnTo>
                    <a:pt x="58" y="474"/>
                  </a:lnTo>
                  <a:lnTo>
                    <a:pt x="77" y="645"/>
                  </a:lnTo>
                  <a:lnTo>
                    <a:pt x="89" y="729"/>
                  </a:lnTo>
                  <a:lnTo>
                    <a:pt x="101" y="801"/>
                  </a:lnTo>
                  <a:lnTo>
                    <a:pt x="113" y="861"/>
                  </a:lnTo>
                  <a:lnTo>
                    <a:pt x="128" y="908"/>
                  </a:lnTo>
                  <a:lnTo>
                    <a:pt x="147" y="933"/>
                  </a:lnTo>
                  <a:lnTo>
                    <a:pt x="166" y="945"/>
                  </a:lnTo>
                  <a:lnTo>
                    <a:pt x="202" y="945"/>
                  </a:lnTo>
                  <a:lnTo>
                    <a:pt x="236" y="945"/>
                  </a:lnTo>
                  <a:lnTo>
                    <a:pt x="260" y="945"/>
                  </a:lnTo>
                  <a:lnTo>
                    <a:pt x="274" y="945"/>
                  </a:lnTo>
                  <a:lnTo>
                    <a:pt x="294" y="945"/>
                  </a:lnTo>
                  <a:lnTo>
                    <a:pt x="306" y="945"/>
                  </a:lnTo>
                  <a:lnTo>
                    <a:pt x="330" y="945"/>
                  </a:lnTo>
                  <a:lnTo>
                    <a:pt x="349" y="945"/>
                  </a:lnTo>
                  <a:lnTo>
                    <a:pt x="375" y="945"/>
                  </a:lnTo>
                  <a:lnTo>
                    <a:pt x="407" y="945"/>
                  </a:lnTo>
                  <a:lnTo>
                    <a:pt x="452" y="945"/>
                  </a:lnTo>
                  <a:lnTo>
                    <a:pt x="510" y="945"/>
                  </a:lnTo>
                  <a:lnTo>
                    <a:pt x="580" y="945"/>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08" name="Rectangle 89"/>
            <p:cNvSpPr>
              <a:spLocks noChangeArrowheads="1"/>
            </p:cNvSpPr>
            <p:nvPr/>
          </p:nvSpPr>
          <p:spPr bwMode="auto">
            <a:xfrm>
              <a:off x="3756" y="3688"/>
              <a:ext cx="401"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spcBef>
                  <a:spcPct val="0"/>
                </a:spcBef>
                <a:spcAft>
                  <a:spcPct val="0"/>
                </a:spcAft>
                <a:defRPr>
                  <a:solidFill>
                    <a:schemeClr val="tx1"/>
                  </a:solidFill>
                  <a:latin typeface="Arial" panose="020B0604020202020204" pitchFamily="34" charset="0"/>
                </a:defRPr>
              </a:lvl1pPr>
              <a:lvl2pPr algn="l" eaLnBrk="0" hangingPunct="0">
                <a:spcBef>
                  <a:spcPct val="0"/>
                </a:spcBef>
                <a:spcAft>
                  <a:spcPct val="0"/>
                </a:spcAft>
                <a:defRPr>
                  <a:solidFill>
                    <a:schemeClr val="tx1"/>
                  </a:solidFill>
                  <a:latin typeface="Arial" panose="020B0604020202020204" pitchFamily="34" charset="0"/>
                </a:defRPr>
              </a:lvl2pPr>
              <a:lvl3pPr algn="l" eaLnBrk="0" hangingPunct="0">
                <a:spcBef>
                  <a:spcPct val="0"/>
                </a:spcBef>
                <a:spcAft>
                  <a:spcPct val="0"/>
                </a:spcAft>
                <a:defRPr>
                  <a:solidFill>
                    <a:schemeClr val="tx1"/>
                  </a:solidFill>
                  <a:latin typeface="Arial" panose="020B0604020202020204" pitchFamily="34" charset="0"/>
                </a:defRPr>
              </a:lvl3pPr>
              <a:lvl4pPr algn="l" eaLnBrk="0" hangingPunct="0">
                <a:spcBef>
                  <a:spcPct val="0"/>
                </a:spcBef>
                <a:spcAft>
                  <a:spcPct val="0"/>
                </a:spcAft>
                <a:defRPr>
                  <a:solidFill>
                    <a:schemeClr val="tx1"/>
                  </a:solidFill>
                  <a:latin typeface="Arial" panose="020B0604020202020204" pitchFamily="34" charset="0"/>
                </a:defRPr>
              </a:lvl4pPr>
              <a:lvl5pPr algn="l" eaLnBrk="0"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0000"/>
                  </a:solidFill>
                  <a:effectLst/>
                  <a:latin typeface="Arial" panose="020B0604020202020204" pitchFamily="34" charset="0"/>
                </a:rPr>
                <a:t>Contatos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42569769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ordArt 4"/>
          <p:cNvSpPr>
            <a:spLocks noChangeArrowheads="1" noChangeShapeType="1" noTextEdit="1"/>
          </p:cNvSpPr>
          <p:nvPr/>
        </p:nvSpPr>
        <p:spPr bwMode="auto">
          <a:xfrm>
            <a:off x="1042988" y="2636838"/>
            <a:ext cx="7058025" cy="1368425"/>
          </a:xfrm>
          <a:prstGeom prst="rect">
            <a:avLst/>
          </a:prstGeom>
        </p:spPr>
        <p:txBody>
          <a:bodyPr wrap="none" fromWordArt="1">
            <a:prstTxWarp prst="textPlain">
              <a:avLst>
                <a:gd name="adj" fmla="val 50000"/>
              </a:avLst>
            </a:prstTxWarp>
          </a:bodyPr>
          <a:lstStyle/>
          <a:p>
            <a:pPr algn="ctr"/>
            <a:r>
              <a:rPr lang="en-US" sz="3600" kern="10" dirty="0" err="1">
                <a:ln w="12700">
                  <a:solidFill>
                    <a:srgbClr val="3333CC"/>
                  </a:solidFill>
                  <a:round/>
                  <a:headEnd/>
                  <a:tailEnd/>
                </a:ln>
                <a:solidFill>
                  <a:srgbClr val="B2B2B2">
                    <a:alpha val="50195"/>
                  </a:srgbClr>
                </a:solidFill>
                <a:effectLst>
                  <a:outerShdw dist="45791" dir="2021404" algn="ctr" rotWithShape="0">
                    <a:srgbClr val="9999FF"/>
                  </a:outerShdw>
                </a:effectLst>
                <a:latin typeface="Arial Black" panose="020B0A04020102020204" pitchFamily="34" charset="0"/>
              </a:rPr>
              <a:t>Muito</a:t>
            </a:r>
            <a:r>
              <a:rPr lang="en-US" sz="3600" kern="10" dirty="0">
                <a:ln w="12700">
                  <a:solidFill>
                    <a:srgbClr val="3333CC"/>
                  </a:solidFill>
                  <a:round/>
                  <a:headEnd/>
                  <a:tailEnd/>
                </a:ln>
                <a:solidFill>
                  <a:srgbClr val="B2B2B2">
                    <a:alpha val="50195"/>
                  </a:srgbClr>
                </a:solidFill>
                <a:effectLst>
                  <a:outerShdw dist="45791" dir="2021404" algn="ctr" rotWithShape="0">
                    <a:srgbClr val="9999FF"/>
                  </a:outerShdw>
                </a:effectLst>
                <a:latin typeface="Arial Black" panose="020B0A04020102020204" pitchFamily="34" charset="0"/>
              </a:rPr>
              <a:t> Obrigado</a:t>
            </a:r>
          </a:p>
        </p:txBody>
      </p:sp>
      <p:sp>
        <p:nvSpPr>
          <p:cNvPr id="3" name="Text Box 7"/>
          <p:cNvSpPr txBox="1">
            <a:spLocks noChangeArrowheads="1"/>
          </p:cNvSpPr>
          <p:nvPr/>
        </p:nvSpPr>
        <p:spPr bwMode="auto">
          <a:xfrm>
            <a:off x="4283968" y="4581128"/>
            <a:ext cx="4825032"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dirty="0" err="1"/>
              <a:t>Horácio</a:t>
            </a:r>
            <a:r>
              <a:rPr lang="en-US" altLang="en-US" dirty="0"/>
              <a:t> </a:t>
            </a:r>
            <a:r>
              <a:rPr lang="en-US" altLang="en-US" dirty="0" err="1"/>
              <a:t>Corrêa</a:t>
            </a:r>
            <a:r>
              <a:rPr lang="en-US" altLang="en-US" dirty="0"/>
              <a:t> </a:t>
            </a:r>
            <a:r>
              <a:rPr lang="en-US" altLang="en-US" dirty="0" err="1"/>
              <a:t>Telles</a:t>
            </a:r>
            <a:r>
              <a:rPr lang="en-US" altLang="en-US" dirty="0"/>
              <a:t> de </a:t>
            </a:r>
            <a:r>
              <a:rPr lang="en-US" altLang="en-US" dirty="0" err="1" smtClean="0"/>
              <a:t>Vasconcellos</a:t>
            </a:r>
            <a:r>
              <a:rPr lang="en-US" altLang="en-US" dirty="0" smtClean="0"/>
              <a:t> </a:t>
            </a:r>
            <a:r>
              <a:rPr lang="en-US" altLang="en-US" dirty="0" err="1" smtClean="0"/>
              <a:t>Júnior</a:t>
            </a:r>
            <a:endParaRPr lang="pt-BR" altLang="en-US" dirty="0"/>
          </a:p>
        </p:txBody>
      </p:sp>
      <p:sp>
        <p:nvSpPr>
          <p:cNvPr id="4" name="Text Box 8"/>
          <p:cNvSpPr txBox="1">
            <a:spLocks noChangeArrowheads="1"/>
          </p:cNvSpPr>
          <p:nvPr/>
        </p:nvSpPr>
        <p:spPr bwMode="auto">
          <a:xfrm>
            <a:off x="6156176" y="5012928"/>
            <a:ext cx="2952824" cy="394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dirty="0" smtClean="0"/>
              <a:t>horacio@bbtecno.com.br</a:t>
            </a:r>
            <a:endParaRPr lang="pt-BR" altLang="en-US" dirty="0"/>
          </a:p>
        </p:txBody>
      </p:sp>
      <p:sp>
        <p:nvSpPr>
          <p:cNvPr id="5" name="Text Box 9"/>
          <p:cNvSpPr txBox="1">
            <a:spLocks noChangeArrowheads="1"/>
          </p:cNvSpPr>
          <p:nvPr/>
        </p:nvSpPr>
        <p:spPr bwMode="auto">
          <a:xfrm>
            <a:off x="5616500" y="5385991"/>
            <a:ext cx="3492500"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ts val="0"/>
              </a:spcBef>
              <a:spcAft>
                <a:spcPts val="0"/>
              </a:spcAft>
            </a:pPr>
            <a:r>
              <a:rPr lang="en-US" altLang="en-US" dirty="0"/>
              <a:t>Tel.: </a:t>
            </a:r>
            <a:r>
              <a:rPr lang="en-US" altLang="en-US" dirty="0" smtClean="0"/>
              <a:t>+55 21 99765-2736</a:t>
            </a:r>
          </a:p>
          <a:p>
            <a:pPr algn="r" eaLnBrk="1" hangingPunct="1">
              <a:spcBef>
                <a:spcPts val="0"/>
              </a:spcBef>
              <a:spcAft>
                <a:spcPts val="0"/>
              </a:spcAft>
            </a:pPr>
            <a:r>
              <a:rPr lang="pt-BR" altLang="en-US" dirty="0" smtClean="0"/>
              <a:t>+55 21 2101-8521</a:t>
            </a:r>
            <a:endParaRPr lang="pt-BR" altLang="en-US" dirty="0"/>
          </a:p>
        </p:txBody>
      </p:sp>
    </p:spTree>
    <p:extLst>
      <p:ext uri="{BB962C8B-B14F-4D97-AF65-F5344CB8AC3E}">
        <p14:creationId xmlns:p14="http://schemas.microsoft.com/office/powerpoint/2010/main" val="1533498740"/>
      </p:ext>
    </p:extLst>
  </p:cSld>
  <p:clrMapOvr>
    <a:masterClrMapping/>
  </p:clrMapOvr>
  <p:timing>
    <p:tnLst>
      <p:par>
        <p:cTn id="1" dur="indefinite" restart="never" nodeType="tmRoot"/>
      </p:par>
    </p:tnLst>
  </p:timing>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just" defTabSz="914400" rtl="0" eaLnBrk="1" fontAlgn="base" latinLnBrk="0" hangingPunct="1">
          <a:lnSpc>
            <a:spcPct val="120000"/>
          </a:lnSpc>
          <a:spcBef>
            <a:spcPct val="20000"/>
          </a:spcBef>
          <a:spcAft>
            <a:spcPct val="50000"/>
          </a:spcAft>
          <a:buClrTx/>
          <a:buSzTx/>
          <a:buFontTx/>
          <a:buNone/>
          <a:tabLst/>
          <a:defRPr kumimoji="0" lang="pt-BR"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just" defTabSz="914400" rtl="0" eaLnBrk="1" fontAlgn="base" latinLnBrk="0" hangingPunct="1">
          <a:lnSpc>
            <a:spcPct val="120000"/>
          </a:lnSpc>
          <a:spcBef>
            <a:spcPct val="20000"/>
          </a:spcBef>
          <a:spcAft>
            <a:spcPct val="50000"/>
          </a:spcAft>
          <a:buClrTx/>
          <a:buSzTx/>
          <a:buFontTx/>
          <a:buNone/>
          <a:tabLst/>
          <a:defRPr kumimoji="0" lang="pt-BR"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18816</TotalTime>
  <Words>3125</Words>
  <Application>Microsoft Office PowerPoint</Application>
  <PresentationFormat>Apresentação na tela (4:3)</PresentationFormat>
  <Paragraphs>526</Paragraphs>
  <Slides>36</Slides>
  <Notes>1</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36</vt:i4>
      </vt:variant>
    </vt:vector>
  </HeadingPairs>
  <TitlesOfParts>
    <vt:vector size="42" baseType="lpstr">
      <vt:lpstr>Arial</vt:lpstr>
      <vt:lpstr>Arial Black</vt:lpstr>
      <vt:lpstr>Arial Narrow</vt:lpstr>
      <vt:lpstr>Calibri</vt:lpstr>
      <vt:lpstr>Wingdings</vt:lpstr>
      <vt:lpstr>Design padrão</vt:lpstr>
      <vt:lpstr>Funcionais Visão e Entendimento Projeto Reimplementação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Customização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Typical Implementation Lifecycle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Proposta de Identidade Visual</dc:title>
  <dc:creator>rodrigo</dc:creator>
  <cp:lastModifiedBy>Horácio Vasconcelos</cp:lastModifiedBy>
  <cp:revision>572</cp:revision>
  <dcterms:created xsi:type="dcterms:W3CDTF">2012-10-03T13:59:00Z</dcterms:created>
  <dcterms:modified xsi:type="dcterms:W3CDTF">2015-12-17T13:10:09Z</dcterms:modified>
</cp:coreProperties>
</file>