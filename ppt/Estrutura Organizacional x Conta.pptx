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460" r:id="rId3"/>
    <p:sldId id="481" r:id="rId4"/>
    <p:sldId id="469" r:id="rId5"/>
    <p:sldId id="470" r:id="rId6"/>
    <p:sldId id="501" r:id="rId7"/>
    <p:sldId id="493" r:id="rId8"/>
    <p:sldId id="495" r:id="rId9"/>
    <p:sldId id="496" r:id="rId10"/>
    <p:sldId id="497" r:id="rId11"/>
    <p:sldId id="498" r:id="rId12"/>
    <p:sldId id="499" r:id="rId13"/>
    <p:sldId id="500" r:id="rId14"/>
    <p:sldId id="352" r:id="rId15"/>
  </p:sldIdLst>
  <p:sldSz cx="9144000" cy="6858000" type="screen4x3"/>
  <p:notesSz cx="7102475" cy="10234613"/>
  <p:defaultTextStyle>
    <a:defPPr>
      <a:defRPr lang="pt-BR"/>
    </a:defPPr>
    <a:lvl1pPr algn="just" rtl="0" fontAlgn="base">
      <a:lnSpc>
        <a:spcPct val="120000"/>
      </a:lnSpc>
      <a:spcBef>
        <a:spcPct val="20000"/>
      </a:spcBef>
      <a:spcAft>
        <a:spcPct val="5000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just" rtl="0" fontAlgn="base">
      <a:lnSpc>
        <a:spcPct val="120000"/>
      </a:lnSpc>
      <a:spcBef>
        <a:spcPct val="20000"/>
      </a:spcBef>
      <a:spcAft>
        <a:spcPct val="5000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just" rtl="0" fontAlgn="base">
      <a:lnSpc>
        <a:spcPct val="120000"/>
      </a:lnSpc>
      <a:spcBef>
        <a:spcPct val="20000"/>
      </a:spcBef>
      <a:spcAft>
        <a:spcPct val="5000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just" rtl="0" fontAlgn="base">
      <a:lnSpc>
        <a:spcPct val="120000"/>
      </a:lnSpc>
      <a:spcBef>
        <a:spcPct val="20000"/>
      </a:spcBef>
      <a:spcAft>
        <a:spcPct val="5000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just" rtl="0" fontAlgn="base">
      <a:lnSpc>
        <a:spcPct val="120000"/>
      </a:lnSpc>
      <a:spcBef>
        <a:spcPct val="20000"/>
      </a:spcBef>
      <a:spcAft>
        <a:spcPct val="5000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rácio Vasconcelos" initials="HV" lastIdx="2" clrIdx="0">
    <p:extLst/>
  </p:cmAuthor>
  <p:cmAuthor id="2" name="Horácio Vasconcelos" initials="HV [2]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B2B2B2"/>
    <a:srgbClr val="DDDDDD"/>
    <a:srgbClr val="FF6600"/>
    <a:srgbClr val="0099FF"/>
    <a:srgbClr val="4D4D4D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49" autoAdjust="0"/>
    <p:restoredTop sz="95109"/>
  </p:normalViewPr>
  <p:slideViewPr>
    <p:cSldViewPr>
      <p:cViewPr varScale="1">
        <p:scale>
          <a:sx n="70" d="100"/>
          <a:sy n="70" d="100"/>
        </p:scale>
        <p:origin x="118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876"/>
    </p:cViewPr>
  </p:sorterViewPr>
  <p:notesViewPr>
    <p:cSldViewPr>
      <p:cViewPr varScale="1">
        <p:scale>
          <a:sx n="51" d="100"/>
          <a:sy n="51" d="100"/>
        </p:scale>
        <p:origin x="133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4CA3E7-6417-496C-A7BB-BB0559536F0E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AD0B8E6A-15F5-4770-96B9-A0EBB3842FFE}">
      <dgm:prSet phldrT="[Texto]"/>
      <dgm:spPr/>
      <dgm:t>
        <a:bodyPr/>
        <a:lstStyle/>
        <a:p>
          <a:r>
            <a:rPr lang="pt-BR" dirty="0" smtClean="0"/>
            <a:t>Presidência</a:t>
          </a:r>
          <a:endParaRPr lang="en-US" dirty="0"/>
        </a:p>
      </dgm:t>
    </dgm:pt>
    <dgm:pt modelId="{44208655-11DB-429A-BD71-0FE6EC988F54}" type="parTrans" cxnId="{93E7BEBC-8707-4F05-B8F4-D1C2E0E7BB8F}">
      <dgm:prSet/>
      <dgm:spPr/>
      <dgm:t>
        <a:bodyPr/>
        <a:lstStyle/>
        <a:p>
          <a:endParaRPr lang="en-US"/>
        </a:p>
      </dgm:t>
    </dgm:pt>
    <dgm:pt modelId="{5AFF24D6-BCDA-4DCA-BF7E-81DD733E4387}" type="sibTrans" cxnId="{93E7BEBC-8707-4F05-B8F4-D1C2E0E7BB8F}">
      <dgm:prSet/>
      <dgm:spPr/>
      <dgm:t>
        <a:bodyPr/>
        <a:lstStyle/>
        <a:p>
          <a:r>
            <a:rPr lang="pt-BR" dirty="0" err="1" smtClean="0"/>
            <a:t>Presi</a:t>
          </a:r>
          <a:endParaRPr lang="en-US" dirty="0"/>
        </a:p>
      </dgm:t>
    </dgm:pt>
    <dgm:pt modelId="{B45A8BB3-EE1B-4AA9-BC8C-63B3ABA8C5F5}" type="asst">
      <dgm:prSet phldrT="[Texto]"/>
      <dgm:spPr/>
      <dgm:t>
        <a:bodyPr/>
        <a:lstStyle/>
        <a:p>
          <a:r>
            <a:rPr lang="pt-BR" dirty="0" smtClean="0"/>
            <a:t>Assessoria</a:t>
          </a:r>
          <a:endParaRPr lang="en-US" dirty="0"/>
        </a:p>
      </dgm:t>
    </dgm:pt>
    <dgm:pt modelId="{4A42732A-6BA7-4E1E-9AA2-A490D8F0B97B}" type="parTrans" cxnId="{4B77B509-88A5-404A-B29B-4CE316594E54}">
      <dgm:prSet/>
      <dgm:spPr/>
      <dgm:t>
        <a:bodyPr/>
        <a:lstStyle/>
        <a:p>
          <a:endParaRPr lang="en-US"/>
        </a:p>
      </dgm:t>
    </dgm:pt>
    <dgm:pt modelId="{3B04FFE7-ADEB-418D-9702-D0EB48DEB793}" type="sibTrans" cxnId="{4B77B509-88A5-404A-B29B-4CE316594E54}">
      <dgm:prSet/>
      <dgm:spPr/>
      <dgm:t>
        <a:bodyPr/>
        <a:lstStyle/>
        <a:p>
          <a:r>
            <a:rPr lang="pt-BR" dirty="0" smtClean="0"/>
            <a:t>Asses</a:t>
          </a:r>
          <a:endParaRPr lang="en-US" dirty="0"/>
        </a:p>
      </dgm:t>
    </dgm:pt>
    <dgm:pt modelId="{FC13A7F1-EF3F-462C-9B06-86DB9DAAB4EE}">
      <dgm:prSet phldrT="[Texto]"/>
      <dgm:spPr/>
      <dgm:t>
        <a:bodyPr/>
        <a:lstStyle/>
        <a:p>
          <a:r>
            <a:rPr lang="pt-BR" dirty="0" smtClean="0"/>
            <a:t>Diretoria Tecnologia</a:t>
          </a:r>
          <a:endParaRPr lang="en-US" dirty="0"/>
        </a:p>
      </dgm:t>
    </dgm:pt>
    <dgm:pt modelId="{D9399550-B5F9-4015-A086-658F904E358B}" type="parTrans" cxnId="{5D8FB70F-4763-4E36-9058-FFAC69AA31C1}">
      <dgm:prSet/>
      <dgm:spPr/>
      <dgm:t>
        <a:bodyPr/>
        <a:lstStyle/>
        <a:p>
          <a:endParaRPr lang="en-US"/>
        </a:p>
      </dgm:t>
    </dgm:pt>
    <dgm:pt modelId="{6B8267FF-66F9-44C9-98B9-BF1D16E271C9}" type="sibTrans" cxnId="{5D8FB70F-4763-4E36-9058-FFAC69AA31C1}">
      <dgm:prSet/>
      <dgm:spPr/>
      <dgm:t>
        <a:bodyPr/>
        <a:lstStyle/>
        <a:p>
          <a:r>
            <a:rPr lang="pt-BR" dirty="0" err="1" smtClean="0"/>
            <a:t>Ditec</a:t>
          </a:r>
          <a:endParaRPr lang="en-US" dirty="0"/>
        </a:p>
      </dgm:t>
    </dgm:pt>
    <dgm:pt modelId="{5C73A25E-8E34-47B6-A62F-B69C7FD1DA0B}">
      <dgm:prSet phldrT="[Texto]"/>
      <dgm:spPr/>
      <dgm:t>
        <a:bodyPr/>
        <a:lstStyle/>
        <a:p>
          <a:r>
            <a:rPr lang="pt-BR" dirty="0" smtClean="0"/>
            <a:t>Diretoria de Operações</a:t>
          </a:r>
          <a:endParaRPr lang="en-US" dirty="0"/>
        </a:p>
      </dgm:t>
    </dgm:pt>
    <dgm:pt modelId="{CB90D27A-2C81-4997-920A-5CC78D6228F6}" type="parTrans" cxnId="{471D9E00-A96C-43FA-AFFA-126B87E40118}">
      <dgm:prSet/>
      <dgm:spPr/>
      <dgm:t>
        <a:bodyPr/>
        <a:lstStyle/>
        <a:p>
          <a:endParaRPr lang="en-US"/>
        </a:p>
      </dgm:t>
    </dgm:pt>
    <dgm:pt modelId="{9F34A64C-9A07-46A2-8ED7-93C5E6521D72}" type="sibTrans" cxnId="{471D9E00-A96C-43FA-AFFA-126B87E40118}">
      <dgm:prSet/>
      <dgm:spPr/>
      <dgm:t>
        <a:bodyPr/>
        <a:lstStyle/>
        <a:p>
          <a:r>
            <a:rPr lang="pt-BR" dirty="0" err="1" smtClean="0"/>
            <a:t>Didop</a:t>
          </a:r>
          <a:endParaRPr lang="en-US" dirty="0"/>
        </a:p>
      </dgm:t>
    </dgm:pt>
    <dgm:pt modelId="{DCB33B09-D21D-4CEF-A5BE-DD44D2B32C77}">
      <dgm:prSet phldrT="[Texto]"/>
      <dgm:spPr/>
      <dgm:t>
        <a:bodyPr/>
        <a:lstStyle/>
        <a:p>
          <a:r>
            <a:rPr lang="pt-BR" dirty="0" smtClean="0"/>
            <a:t>Diretoria de Serviços de </a:t>
          </a:r>
          <a:r>
            <a:rPr lang="pt-BR" dirty="0" err="1" smtClean="0"/>
            <a:t>InfraEstrutura</a:t>
          </a:r>
          <a:r>
            <a:rPr lang="pt-BR" dirty="0" smtClean="0"/>
            <a:t> Bancária</a:t>
          </a:r>
          <a:endParaRPr lang="en-US" dirty="0"/>
        </a:p>
      </dgm:t>
    </dgm:pt>
    <dgm:pt modelId="{0AA07659-F33D-4371-BBDD-9F049CC9F248}" type="parTrans" cxnId="{026FE9C4-DEBF-42B3-9ED9-AEF9721CBB9A}">
      <dgm:prSet/>
      <dgm:spPr/>
      <dgm:t>
        <a:bodyPr/>
        <a:lstStyle/>
        <a:p>
          <a:endParaRPr lang="en-US"/>
        </a:p>
      </dgm:t>
    </dgm:pt>
    <dgm:pt modelId="{7511F987-A521-4F94-A2D2-8163438B59EC}" type="sibTrans" cxnId="{026FE9C4-DEBF-42B3-9ED9-AEF9721CBB9A}">
      <dgm:prSet/>
      <dgm:spPr/>
      <dgm:t>
        <a:bodyPr/>
        <a:lstStyle/>
        <a:p>
          <a:r>
            <a:rPr lang="pt-BR" dirty="0" err="1" smtClean="0"/>
            <a:t>Disib</a:t>
          </a:r>
          <a:endParaRPr lang="en-US" dirty="0"/>
        </a:p>
      </dgm:t>
    </dgm:pt>
    <dgm:pt modelId="{863721D3-411A-40A3-9E5E-714E8CE3D1A4}">
      <dgm:prSet/>
      <dgm:spPr/>
      <dgm:t>
        <a:bodyPr/>
        <a:lstStyle/>
        <a:p>
          <a:r>
            <a:rPr lang="pt-BR" dirty="0" smtClean="0"/>
            <a:t>Diretoria de Novos Negócios</a:t>
          </a:r>
          <a:endParaRPr lang="en-US" dirty="0"/>
        </a:p>
      </dgm:t>
    </dgm:pt>
    <dgm:pt modelId="{170598A9-8E3A-415D-8F83-737F0740F56C}" type="parTrans" cxnId="{56CD996A-2DD5-4C7B-A08D-3EF36BE20832}">
      <dgm:prSet/>
      <dgm:spPr/>
      <dgm:t>
        <a:bodyPr/>
        <a:lstStyle/>
        <a:p>
          <a:endParaRPr lang="en-US"/>
        </a:p>
      </dgm:t>
    </dgm:pt>
    <dgm:pt modelId="{87DE224F-9219-4022-A3FC-AF14FE3089BA}" type="sibTrans" cxnId="{56CD996A-2DD5-4C7B-A08D-3EF36BE20832}">
      <dgm:prSet/>
      <dgm:spPr/>
      <dgm:t>
        <a:bodyPr/>
        <a:lstStyle/>
        <a:p>
          <a:r>
            <a:rPr lang="pt-BR" dirty="0" err="1" smtClean="0"/>
            <a:t>Dineg</a:t>
          </a:r>
          <a:endParaRPr lang="en-US" dirty="0"/>
        </a:p>
      </dgm:t>
    </dgm:pt>
    <dgm:pt modelId="{88D01118-15F0-4082-A0A3-74BC448B8E99}">
      <dgm:prSet/>
      <dgm:spPr/>
      <dgm:t>
        <a:bodyPr/>
        <a:lstStyle/>
        <a:p>
          <a:r>
            <a:rPr lang="pt-BR" dirty="0" smtClean="0"/>
            <a:t>Diretoria Financeira</a:t>
          </a:r>
          <a:endParaRPr lang="en-US" dirty="0"/>
        </a:p>
      </dgm:t>
    </dgm:pt>
    <dgm:pt modelId="{BB3FA254-B762-4A37-9055-0F31141381FA}" type="parTrans" cxnId="{6F5A7574-65A7-4224-BD25-AD4DAAC4DACB}">
      <dgm:prSet/>
      <dgm:spPr/>
      <dgm:t>
        <a:bodyPr/>
        <a:lstStyle/>
        <a:p>
          <a:endParaRPr lang="en-US"/>
        </a:p>
      </dgm:t>
    </dgm:pt>
    <dgm:pt modelId="{A308BE2B-B20E-463A-A690-5EF162B4A5D1}" type="sibTrans" cxnId="{6F5A7574-65A7-4224-BD25-AD4DAAC4DACB}">
      <dgm:prSet/>
      <dgm:spPr/>
      <dgm:t>
        <a:bodyPr/>
        <a:lstStyle/>
        <a:p>
          <a:r>
            <a:rPr lang="pt-BR" dirty="0" err="1" smtClean="0"/>
            <a:t>Difis</a:t>
          </a:r>
          <a:endParaRPr lang="en-US" dirty="0"/>
        </a:p>
      </dgm:t>
    </dgm:pt>
    <dgm:pt modelId="{2208B543-8970-460D-8920-DF7F97019367}">
      <dgm:prSet/>
      <dgm:spPr/>
      <dgm:t>
        <a:bodyPr/>
        <a:lstStyle/>
        <a:p>
          <a:r>
            <a:rPr lang="pt-BR" dirty="0" smtClean="0"/>
            <a:t>Desenvolvimento de </a:t>
          </a:r>
          <a:r>
            <a:rPr lang="pt-BR" dirty="0" err="1" smtClean="0"/>
            <a:t>mainFrame</a:t>
          </a:r>
          <a:endParaRPr lang="en-US" dirty="0"/>
        </a:p>
      </dgm:t>
    </dgm:pt>
    <dgm:pt modelId="{5635DEAE-BE2B-489F-833D-B3A4105547C8}" type="parTrans" cxnId="{BCDA53A1-C66C-4CE6-A4C0-AF37CD79E4A1}">
      <dgm:prSet/>
      <dgm:spPr/>
      <dgm:t>
        <a:bodyPr/>
        <a:lstStyle/>
        <a:p>
          <a:endParaRPr lang="en-US"/>
        </a:p>
      </dgm:t>
    </dgm:pt>
    <dgm:pt modelId="{5F2D442D-B927-405C-9A58-1551EF1E345D}" type="sibTrans" cxnId="{BCDA53A1-C66C-4CE6-A4C0-AF37CD79E4A1}">
      <dgm:prSet/>
      <dgm:spPr/>
      <dgm:t>
        <a:bodyPr/>
        <a:lstStyle/>
        <a:p>
          <a:endParaRPr lang="en-US"/>
        </a:p>
      </dgm:t>
    </dgm:pt>
    <dgm:pt modelId="{92B98E8B-79CB-42AD-B6D5-D01D7911705D}">
      <dgm:prSet/>
      <dgm:spPr/>
      <dgm:t>
        <a:bodyPr/>
        <a:lstStyle/>
        <a:p>
          <a:endParaRPr lang="en-US"/>
        </a:p>
      </dgm:t>
    </dgm:pt>
    <dgm:pt modelId="{AC5C6D0A-5399-409F-8B0D-634DCAD0F1C3}" type="parTrans" cxnId="{01786E35-B5E0-4C4D-AA98-0C0A947AE2F5}">
      <dgm:prSet/>
      <dgm:spPr/>
      <dgm:t>
        <a:bodyPr/>
        <a:lstStyle/>
        <a:p>
          <a:endParaRPr lang="en-US"/>
        </a:p>
      </dgm:t>
    </dgm:pt>
    <dgm:pt modelId="{3B8F0AFB-9E97-4AAA-AC25-AF33A3EB8679}" type="sibTrans" cxnId="{01786E35-B5E0-4C4D-AA98-0C0A947AE2F5}">
      <dgm:prSet/>
      <dgm:spPr/>
      <dgm:t>
        <a:bodyPr/>
        <a:lstStyle/>
        <a:p>
          <a:endParaRPr lang="en-US"/>
        </a:p>
      </dgm:t>
    </dgm:pt>
    <dgm:pt modelId="{0F8CB8CA-55C2-4425-8D94-BBB1243F02F2}">
      <dgm:prSet/>
      <dgm:spPr/>
      <dgm:t>
        <a:bodyPr/>
        <a:lstStyle/>
        <a:p>
          <a:endParaRPr lang="en-US"/>
        </a:p>
      </dgm:t>
    </dgm:pt>
    <dgm:pt modelId="{8DF43C91-45A1-406E-8FB2-3DD6531FA625}" type="parTrans" cxnId="{DC76F32D-EF56-40A1-A987-D4C79155ED2D}">
      <dgm:prSet/>
      <dgm:spPr/>
      <dgm:t>
        <a:bodyPr/>
        <a:lstStyle/>
        <a:p>
          <a:endParaRPr lang="en-US"/>
        </a:p>
      </dgm:t>
    </dgm:pt>
    <dgm:pt modelId="{DC889124-8453-43AE-B8D3-8C6836301944}" type="sibTrans" cxnId="{DC76F32D-EF56-40A1-A987-D4C79155ED2D}">
      <dgm:prSet/>
      <dgm:spPr/>
      <dgm:t>
        <a:bodyPr/>
        <a:lstStyle/>
        <a:p>
          <a:endParaRPr lang="en-US"/>
        </a:p>
      </dgm:t>
    </dgm:pt>
    <dgm:pt modelId="{422E9761-B604-4250-9195-527805AC38ED}">
      <dgm:prSet/>
      <dgm:spPr/>
      <dgm:t>
        <a:bodyPr/>
        <a:lstStyle/>
        <a:p>
          <a:endParaRPr lang="en-US"/>
        </a:p>
      </dgm:t>
    </dgm:pt>
    <dgm:pt modelId="{F896688D-5DF6-4A0A-BB25-213D3FB029BB}" type="parTrans" cxnId="{DA51F38D-D785-4927-8B24-5DB3CFFCF5F5}">
      <dgm:prSet/>
      <dgm:spPr/>
      <dgm:t>
        <a:bodyPr/>
        <a:lstStyle/>
        <a:p>
          <a:endParaRPr lang="en-US"/>
        </a:p>
      </dgm:t>
    </dgm:pt>
    <dgm:pt modelId="{F8F05A4B-6943-40DC-B7BD-4188ECBCC3C5}" type="sibTrans" cxnId="{DA51F38D-D785-4927-8B24-5DB3CFFCF5F5}">
      <dgm:prSet/>
      <dgm:spPr/>
      <dgm:t>
        <a:bodyPr/>
        <a:lstStyle/>
        <a:p>
          <a:endParaRPr lang="en-US"/>
        </a:p>
      </dgm:t>
    </dgm:pt>
    <dgm:pt modelId="{8F30BA9D-2FA7-42CF-9B0A-6CCA3CA73535}">
      <dgm:prSet/>
      <dgm:spPr/>
      <dgm:t>
        <a:bodyPr/>
        <a:lstStyle/>
        <a:p>
          <a:endParaRPr lang="en-US"/>
        </a:p>
      </dgm:t>
    </dgm:pt>
    <dgm:pt modelId="{FEA2DF52-FC67-4049-817E-05C346038A55}" type="parTrans" cxnId="{18A14FD9-C85E-4512-BEF7-04299AA5BCCF}">
      <dgm:prSet/>
      <dgm:spPr/>
      <dgm:t>
        <a:bodyPr/>
        <a:lstStyle/>
        <a:p>
          <a:endParaRPr lang="en-US"/>
        </a:p>
      </dgm:t>
    </dgm:pt>
    <dgm:pt modelId="{FA05F71A-B5C6-4A61-AC45-D6179271357F}" type="sibTrans" cxnId="{18A14FD9-C85E-4512-BEF7-04299AA5BCCF}">
      <dgm:prSet/>
      <dgm:spPr/>
      <dgm:t>
        <a:bodyPr/>
        <a:lstStyle/>
        <a:p>
          <a:endParaRPr lang="en-US"/>
        </a:p>
      </dgm:t>
    </dgm:pt>
    <dgm:pt modelId="{7454774E-F321-4B9B-9BE3-9A6281AEBC42}">
      <dgm:prSet/>
      <dgm:spPr/>
      <dgm:t>
        <a:bodyPr/>
        <a:lstStyle/>
        <a:p>
          <a:endParaRPr lang="en-US"/>
        </a:p>
      </dgm:t>
    </dgm:pt>
    <dgm:pt modelId="{0584DF6F-1F05-4630-A318-09AAB7DA97DC}" type="parTrans" cxnId="{B5FFB9C0-BE03-4A20-A985-03EEA59FCFBD}">
      <dgm:prSet/>
      <dgm:spPr/>
      <dgm:t>
        <a:bodyPr/>
        <a:lstStyle/>
        <a:p>
          <a:endParaRPr lang="en-US"/>
        </a:p>
      </dgm:t>
    </dgm:pt>
    <dgm:pt modelId="{ABBCC955-4678-4D3B-87DE-E7A2D63ABE03}" type="sibTrans" cxnId="{B5FFB9C0-BE03-4A20-A985-03EEA59FCFBD}">
      <dgm:prSet/>
      <dgm:spPr/>
      <dgm:t>
        <a:bodyPr/>
        <a:lstStyle/>
        <a:p>
          <a:endParaRPr lang="en-US"/>
        </a:p>
      </dgm:t>
    </dgm:pt>
    <dgm:pt modelId="{64F83DF5-94D9-49F3-B13E-27B571A3AEB5}">
      <dgm:prSet/>
      <dgm:spPr/>
      <dgm:t>
        <a:bodyPr/>
        <a:lstStyle/>
        <a:p>
          <a:endParaRPr lang="en-US"/>
        </a:p>
      </dgm:t>
    </dgm:pt>
    <dgm:pt modelId="{311DB63F-2AB8-433E-B6D6-CD214EB4840A}" type="parTrans" cxnId="{EFE9CB28-05AD-4ACF-910B-9ABA1670E703}">
      <dgm:prSet/>
      <dgm:spPr/>
      <dgm:t>
        <a:bodyPr/>
        <a:lstStyle/>
        <a:p>
          <a:endParaRPr lang="en-US"/>
        </a:p>
      </dgm:t>
    </dgm:pt>
    <dgm:pt modelId="{516C5142-9394-4954-994F-30D914633FA6}" type="sibTrans" cxnId="{EFE9CB28-05AD-4ACF-910B-9ABA1670E703}">
      <dgm:prSet/>
      <dgm:spPr/>
      <dgm:t>
        <a:bodyPr/>
        <a:lstStyle/>
        <a:p>
          <a:endParaRPr lang="en-US"/>
        </a:p>
      </dgm:t>
    </dgm:pt>
    <dgm:pt modelId="{D0DC7944-E031-40DF-8EFE-EF0B5153EE07}">
      <dgm:prSet/>
      <dgm:spPr/>
      <dgm:t>
        <a:bodyPr/>
        <a:lstStyle/>
        <a:p>
          <a:endParaRPr lang="en-US"/>
        </a:p>
      </dgm:t>
    </dgm:pt>
    <dgm:pt modelId="{65AFCF31-68D1-4DD1-92A3-F8AF8A15A85E}" type="parTrans" cxnId="{5215039F-7D42-41F1-B8E6-0A8DD3DB8EB6}">
      <dgm:prSet/>
      <dgm:spPr/>
      <dgm:t>
        <a:bodyPr/>
        <a:lstStyle/>
        <a:p>
          <a:endParaRPr lang="en-US"/>
        </a:p>
      </dgm:t>
    </dgm:pt>
    <dgm:pt modelId="{3E3FB986-DE96-4FA5-A6EA-EE3C3E9670D3}" type="sibTrans" cxnId="{5215039F-7D42-41F1-B8E6-0A8DD3DB8EB6}">
      <dgm:prSet/>
      <dgm:spPr/>
      <dgm:t>
        <a:bodyPr/>
        <a:lstStyle/>
        <a:p>
          <a:endParaRPr lang="en-US"/>
        </a:p>
      </dgm:t>
    </dgm:pt>
    <dgm:pt modelId="{B01D7B43-9921-4C03-B76B-A49A13E8D043}">
      <dgm:prSet/>
      <dgm:spPr/>
      <dgm:t>
        <a:bodyPr/>
        <a:lstStyle/>
        <a:p>
          <a:endParaRPr lang="en-US"/>
        </a:p>
      </dgm:t>
    </dgm:pt>
    <dgm:pt modelId="{5504691B-313D-4294-BA0C-5FEBCC1C5229}" type="parTrans" cxnId="{229FD451-15EA-4356-9281-DD7B6822D1D4}">
      <dgm:prSet/>
      <dgm:spPr/>
      <dgm:t>
        <a:bodyPr/>
        <a:lstStyle/>
        <a:p>
          <a:endParaRPr lang="en-US"/>
        </a:p>
      </dgm:t>
    </dgm:pt>
    <dgm:pt modelId="{B5C489EB-3C31-420C-AE8F-149F051EF568}" type="sibTrans" cxnId="{229FD451-15EA-4356-9281-DD7B6822D1D4}">
      <dgm:prSet/>
      <dgm:spPr/>
      <dgm:t>
        <a:bodyPr/>
        <a:lstStyle/>
        <a:p>
          <a:endParaRPr lang="en-US"/>
        </a:p>
      </dgm:t>
    </dgm:pt>
    <dgm:pt modelId="{A17D7A97-33BE-4A1D-86AC-E33BA028D430}">
      <dgm:prSet/>
      <dgm:spPr/>
      <dgm:t>
        <a:bodyPr/>
        <a:lstStyle/>
        <a:p>
          <a:endParaRPr lang="en-US"/>
        </a:p>
      </dgm:t>
    </dgm:pt>
    <dgm:pt modelId="{BC9DF657-6EBB-4382-A97D-5EE1F8B09C6C}" type="parTrans" cxnId="{40DDAEB9-6F1C-4226-9B5D-B5ACD67F929D}">
      <dgm:prSet/>
      <dgm:spPr/>
      <dgm:t>
        <a:bodyPr/>
        <a:lstStyle/>
        <a:p>
          <a:endParaRPr lang="en-US"/>
        </a:p>
      </dgm:t>
    </dgm:pt>
    <dgm:pt modelId="{59371063-BA57-4074-A5B7-45E876355696}" type="sibTrans" cxnId="{40DDAEB9-6F1C-4226-9B5D-B5ACD67F929D}">
      <dgm:prSet/>
      <dgm:spPr/>
      <dgm:t>
        <a:bodyPr/>
        <a:lstStyle/>
        <a:p>
          <a:endParaRPr lang="en-US"/>
        </a:p>
      </dgm:t>
    </dgm:pt>
    <dgm:pt modelId="{5AB105F7-1BB6-4A45-ACE3-145E7EF1C791}">
      <dgm:prSet/>
      <dgm:spPr/>
      <dgm:t>
        <a:bodyPr/>
        <a:lstStyle/>
        <a:p>
          <a:endParaRPr lang="en-US"/>
        </a:p>
      </dgm:t>
    </dgm:pt>
    <dgm:pt modelId="{E1672775-83DF-4845-B130-2162D6FD0E05}" type="parTrans" cxnId="{D8CB516B-F178-44F3-9271-9730F965FB57}">
      <dgm:prSet/>
      <dgm:spPr/>
      <dgm:t>
        <a:bodyPr/>
        <a:lstStyle/>
        <a:p>
          <a:endParaRPr lang="en-US"/>
        </a:p>
      </dgm:t>
    </dgm:pt>
    <dgm:pt modelId="{8F09FCF9-CA52-4B5A-8322-1E49BD7979B9}" type="sibTrans" cxnId="{D8CB516B-F178-44F3-9271-9730F965FB57}">
      <dgm:prSet/>
      <dgm:spPr/>
      <dgm:t>
        <a:bodyPr/>
        <a:lstStyle/>
        <a:p>
          <a:endParaRPr lang="en-US"/>
        </a:p>
      </dgm:t>
    </dgm:pt>
    <dgm:pt modelId="{5927FAED-AB83-41C5-84EC-791C6FDD6F7D}">
      <dgm:prSet/>
      <dgm:spPr/>
      <dgm:t>
        <a:bodyPr/>
        <a:lstStyle/>
        <a:p>
          <a:endParaRPr lang="en-US"/>
        </a:p>
      </dgm:t>
    </dgm:pt>
    <dgm:pt modelId="{8AA1C455-8BDE-4943-B063-91CCB7E46D2D}" type="parTrans" cxnId="{0BBDAD11-0A93-471F-BB42-A199E09220CF}">
      <dgm:prSet/>
      <dgm:spPr/>
      <dgm:t>
        <a:bodyPr/>
        <a:lstStyle/>
        <a:p>
          <a:endParaRPr lang="en-US"/>
        </a:p>
      </dgm:t>
    </dgm:pt>
    <dgm:pt modelId="{B4B223EE-1E71-452B-A02A-7EE9330D3580}" type="sibTrans" cxnId="{0BBDAD11-0A93-471F-BB42-A199E09220CF}">
      <dgm:prSet/>
      <dgm:spPr/>
      <dgm:t>
        <a:bodyPr/>
        <a:lstStyle/>
        <a:p>
          <a:endParaRPr lang="en-US"/>
        </a:p>
      </dgm:t>
    </dgm:pt>
    <dgm:pt modelId="{2C922333-C1AE-44AA-86B3-845060F12999}">
      <dgm:prSet/>
      <dgm:spPr/>
      <dgm:t>
        <a:bodyPr/>
        <a:lstStyle/>
        <a:p>
          <a:endParaRPr lang="en-US"/>
        </a:p>
      </dgm:t>
    </dgm:pt>
    <dgm:pt modelId="{133E4190-171B-43D1-A9EF-E632715B8C76}" type="parTrans" cxnId="{2CCBA026-6B38-4FA7-9637-44FC7D190B1F}">
      <dgm:prSet/>
      <dgm:spPr/>
      <dgm:t>
        <a:bodyPr/>
        <a:lstStyle/>
        <a:p>
          <a:endParaRPr lang="en-US"/>
        </a:p>
      </dgm:t>
    </dgm:pt>
    <dgm:pt modelId="{50A8A6BC-1266-4F6F-853F-6DD562154EC3}" type="sibTrans" cxnId="{2CCBA026-6B38-4FA7-9637-44FC7D190B1F}">
      <dgm:prSet/>
      <dgm:spPr/>
      <dgm:t>
        <a:bodyPr/>
        <a:lstStyle/>
        <a:p>
          <a:endParaRPr lang="en-US"/>
        </a:p>
      </dgm:t>
    </dgm:pt>
    <dgm:pt modelId="{8032F79D-9910-472A-B6B6-CDD62FE76FC1}">
      <dgm:prSet/>
      <dgm:spPr/>
      <dgm:t>
        <a:bodyPr/>
        <a:lstStyle/>
        <a:p>
          <a:endParaRPr lang="en-US"/>
        </a:p>
      </dgm:t>
    </dgm:pt>
    <dgm:pt modelId="{2BF310E6-1450-4322-973B-4DE3F00BD6AA}" type="parTrans" cxnId="{136F0AEE-545E-4FB2-87FB-A7894A638EEB}">
      <dgm:prSet/>
      <dgm:spPr/>
      <dgm:t>
        <a:bodyPr/>
        <a:lstStyle/>
        <a:p>
          <a:endParaRPr lang="en-US"/>
        </a:p>
      </dgm:t>
    </dgm:pt>
    <dgm:pt modelId="{7404C849-D96A-47D9-A1E0-E674BC746A46}" type="sibTrans" cxnId="{136F0AEE-545E-4FB2-87FB-A7894A638EEB}">
      <dgm:prSet/>
      <dgm:spPr/>
      <dgm:t>
        <a:bodyPr/>
        <a:lstStyle/>
        <a:p>
          <a:endParaRPr lang="en-US"/>
        </a:p>
      </dgm:t>
    </dgm:pt>
    <dgm:pt modelId="{3573AE4B-577B-4F2A-8D4C-50D827145C1C}">
      <dgm:prSet/>
      <dgm:spPr/>
      <dgm:t>
        <a:bodyPr/>
        <a:lstStyle/>
        <a:p>
          <a:endParaRPr lang="en-US"/>
        </a:p>
      </dgm:t>
    </dgm:pt>
    <dgm:pt modelId="{A61F7E47-F6AD-412A-A6CD-B40DE6C49434}" type="parTrans" cxnId="{720E1809-1B4F-4D6F-B8AE-145B5675EFDC}">
      <dgm:prSet/>
      <dgm:spPr/>
      <dgm:t>
        <a:bodyPr/>
        <a:lstStyle/>
        <a:p>
          <a:endParaRPr lang="en-US"/>
        </a:p>
      </dgm:t>
    </dgm:pt>
    <dgm:pt modelId="{7FB7C9DA-AD8F-4DFA-AB8C-D8FD3795DADB}" type="sibTrans" cxnId="{720E1809-1B4F-4D6F-B8AE-145B5675EFDC}">
      <dgm:prSet/>
      <dgm:spPr/>
      <dgm:t>
        <a:bodyPr/>
        <a:lstStyle/>
        <a:p>
          <a:endParaRPr lang="en-US"/>
        </a:p>
      </dgm:t>
    </dgm:pt>
    <dgm:pt modelId="{AD52E556-5709-49C1-AFE6-AFBA7908037D}">
      <dgm:prSet/>
      <dgm:spPr/>
      <dgm:t>
        <a:bodyPr/>
        <a:lstStyle/>
        <a:p>
          <a:endParaRPr lang="en-US"/>
        </a:p>
      </dgm:t>
    </dgm:pt>
    <dgm:pt modelId="{75E59ADC-E161-40A3-8213-6D7F02136A08}" type="parTrans" cxnId="{E7BC5517-E220-4F8C-B362-DCFDA90C8405}">
      <dgm:prSet/>
      <dgm:spPr/>
      <dgm:t>
        <a:bodyPr/>
        <a:lstStyle/>
        <a:p>
          <a:endParaRPr lang="en-US"/>
        </a:p>
      </dgm:t>
    </dgm:pt>
    <dgm:pt modelId="{763214FB-80C7-4352-90BB-28647AE0C22D}" type="sibTrans" cxnId="{E7BC5517-E220-4F8C-B362-DCFDA90C8405}">
      <dgm:prSet/>
      <dgm:spPr/>
      <dgm:t>
        <a:bodyPr/>
        <a:lstStyle/>
        <a:p>
          <a:endParaRPr lang="en-US"/>
        </a:p>
      </dgm:t>
    </dgm:pt>
    <dgm:pt modelId="{2F80B22B-C504-471E-9E3D-7453A826EB8F}" type="pres">
      <dgm:prSet presAssocID="{FB4CA3E7-6417-496C-A7BB-BB0559536F0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1BE175E3-7362-44F1-95F4-394D6DC44E61}" type="pres">
      <dgm:prSet presAssocID="{AD0B8E6A-15F5-4770-96B9-A0EBB3842FFE}" presName="hierRoot1" presStyleCnt="0">
        <dgm:presLayoutVars>
          <dgm:hierBranch val="init"/>
        </dgm:presLayoutVars>
      </dgm:prSet>
      <dgm:spPr/>
    </dgm:pt>
    <dgm:pt modelId="{4CF2A7EB-2A5B-45E3-92EF-B5FEF5DAD732}" type="pres">
      <dgm:prSet presAssocID="{AD0B8E6A-15F5-4770-96B9-A0EBB3842FFE}" presName="rootComposite1" presStyleCnt="0"/>
      <dgm:spPr/>
    </dgm:pt>
    <dgm:pt modelId="{E21C4D44-88E9-473B-989E-93E903F49271}" type="pres">
      <dgm:prSet presAssocID="{AD0B8E6A-15F5-4770-96B9-A0EBB3842FFE}" presName="rootText1" presStyleLbl="node0" presStyleIdx="0" presStyleCnt="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57E588DB-E786-4FB0-94AE-F82AE575143B}" type="pres">
      <dgm:prSet presAssocID="{AD0B8E6A-15F5-4770-96B9-A0EBB3842FFE}" presName="titleText1" presStyleLbl="fgAcc0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509EBFA1-8ADA-44DB-9C16-A993DF85CA8E}" type="pres">
      <dgm:prSet presAssocID="{AD0B8E6A-15F5-4770-96B9-A0EBB3842FFE}" presName="rootConnector1" presStyleLbl="node1" presStyleIdx="0" presStyleCnt="21"/>
      <dgm:spPr/>
      <dgm:t>
        <a:bodyPr/>
        <a:lstStyle/>
        <a:p>
          <a:endParaRPr lang="en-US"/>
        </a:p>
      </dgm:t>
    </dgm:pt>
    <dgm:pt modelId="{733B80A9-DD4E-4940-98D6-565D3F198D98}" type="pres">
      <dgm:prSet presAssocID="{AD0B8E6A-15F5-4770-96B9-A0EBB3842FFE}" presName="hierChild2" presStyleCnt="0"/>
      <dgm:spPr/>
    </dgm:pt>
    <dgm:pt modelId="{08B62E39-36BA-49F3-A143-247B17AD7AB6}" type="pres">
      <dgm:prSet presAssocID="{D9399550-B5F9-4015-A086-658F904E358B}" presName="Name37" presStyleLbl="parChTrans1D2" presStyleIdx="0" presStyleCnt="6"/>
      <dgm:spPr/>
      <dgm:t>
        <a:bodyPr/>
        <a:lstStyle/>
        <a:p>
          <a:endParaRPr lang="en-US"/>
        </a:p>
      </dgm:t>
    </dgm:pt>
    <dgm:pt modelId="{350FC5C7-D004-4073-831F-1335F740AB42}" type="pres">
      <dgm:prSet presAssocID="{FC13A7F1-EF3F-462C-9B06-86DB9DAAB4EE}" presName="hierRoot2" presStyleCnt="0">
        <dgm:presLayoutVars>
          <dgm:hierBranch val="init"/>
        </dgm:presLayoutVars>
      </dgm:prSet>
      <dgm:spPr/>
    </dgm:pt>
    <dgm:pt modelId="{77FE9BD4-89DB-4ED9-B040-0057E971C24E}" type="pres">
      <dgm:prSet presAssocID="{FC13A7F1-EF3F-462C-9B06-86DB9DAAB4EE}" presName="rootComposite" presStyleCnt="0"/>
      <dgm:spPr/>
    </dgm:pt>
    <dgm:pt modelId="{403DC7AA-6C52-4C7D-9862-9686A28CF0A6}" type="pres">
      <dgm:prSet presAssocID="{FC13A7F1-EF3F-462C-9B06-86DB9DAAB4EE}" presName="rootText" presStyleLbl="node1" presStyleIdx="0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C8F801EB-FCDA-4DB3-B626-D9BE5B0F1623}" type="pres">
      <dgm:prSet presAssocID="{FC13A7F1-EF3F-462C-9B06-86DB9DAAB4EE}" presName="titleText2" presStyleLbl="fgAcc1" presStyleIdx="0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B6A7CDEC-4720-4FAC-862C-1E2D78E7355A}" type="pres">
      <dgm:prSet presAssocID="{FC13A7F1-EF3F-462C-9B06-86DB9DAAB4EE}" presName="rootConnector" presStyleLbl="node2" presStyleIdx="0" presStyleCnt="0"/>
      <dgm:spPr/>
      <dgm:t>
        <a:bodyPr/>
        <a:lstStyle/>
        <a:p>
          <a:endParaRPr lang="en-US"/>
        </a:p>
      </dgm:t>
    </dgm:pt>
    <dgm:pt modelId="{9EDBEA59-0488-4FC4-A990-2873B9D593C2}" type="pres">
      <dgm:prSet presAssocID="{FC13A7F1-EF3F-462C-9B06-86DB9DAAB4EE}" presName="hierChild4" presStyleCnt="0"/>
      <dgm:spPr/>
    </dgm:pt>
    <dgm:pt modelId="{18247BB4-721A-4FF0-9B99-CDD38B62B65F}" type="pres">
      <dgm:prSet presAssocID="{5635DEAE-BE2B-489F-833D-B3A4105547C8}" presName="Name37" presStyleLbl="parChTrans1D3" presStyleIdx="0" presStyleCnt="9"/>
      <dgm:spPr/>
      <dgm:t>
        <a:bodyPr/>
        <a:lstStyle/>
        <a:p>
          <a:endParaRPr lang="en-US"/>
        </a:p>
      </dgm:t>
    </dgm:pt>
    <dgm:pt modelId="{E537EC65-CB3A-4CEE-8BA3-91E7CD481A46}" type="pres">
      <dgm:prSet presAssocID="{2208B543-8970-460D-8920-DF7F97019367}" presName="hierRoot2" presStyleCnt="0">
        <dgm:presLayoutVars>
          <dgm:hierBranch val="init"/>
        </dgm:presLayoutVars>
      </dgm:prSet>
      <dgm:spPr/>
    </dgm:pt>
    <dgm:pt modelId="{DEED44F9-1B3B-4842-BE6A-CD3E39CE4896}" type="pres">
      <dgm:prSet presAssocID="{2208B543-8970-460D-8920-DF7F97019367}" presName="rootComposite" presStyleCnt="0"/>
      <dgm:spPr/>
    </dgm:pt>
    <dgm:pt modelId="{B3D6F083-EA61-4C24-B4E3-B7B5DAF6BDF5}" type="pres">
      <dgm:prSet presAssocID="{2208B543-8970-460D-8920-DF7F97019367}" presName="rootText" presStyleLbl="node1" presStyleIdx="1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CC005C44-FD48-48B2-A9F6-56378946CBF6}" type="pres">
      <dgm:prSet presAssocID="{2208B543-8970-460D-8920-DF7F97019367}" presName="titleText2" presStyleLbl="fgAcc1" presStyleIdx="1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1088F5DC-E559-479E-AB5A-EA141A3EB0B1}" type="pres">
      <dgm:prSet presAssocID="{2208B543-8970-460D-8920-DF7F97019367}" presName="rootConnector" presStyleLbl="node3" presStyleIdx="0" presStyleCnt="0"/>
      <dgm:spPr/>
      <dgm:t>
        <a:bodyPr/>
        <a:lstStyle/>
        <a:p>
          <a:endParaRPr lang="en-US"/>
        </a:p>
      </dgm:t>
    </dgm:pt>
    <dgm:pt modelId="{F0033FB9-A975-4D43-9D8E-E9ACFC5949C7}" type="pres">
      <dgm:prSet presAssocID="{2208B543-8970-460D-8920-DF7F97019367}" presName="hierChild4" presStyleCnt="0"/>
      <dgm:spPr/>
    </dgm:pt>
    <dgm:pt modelId="{21765C23-D61E-4166-BCE3-31C1BC977F30}" type="pres">
      <dgm:prSet presAssocID="{2208B543-8970-460D-8920-DF7F97019367}" presName="hierChild5" presStyleCnt="0"/>
      <dgm:spPr/>
    </dgm:pt>
    <dgm:pt modelId="{B7FE11C0-23B5-4555-A4F4-F2F2FCB74CBE}" type="pres">
      <dgm:prSet presAssocID="{AC5C6D0A-5399-409F-8B0D-634DCAD0F1C3}" presName="Name37" presStyleLbl="parChTrans1D3" presStyleIdx="1" presStyleCnt="9"/>
      <dgm:spPr/>
      <dgm:t>
        <a:bodyPr/>
        <a:lstStyle/>
        <a:p>
          <a:endParaRPr lang="en-US"/>
        </a:p>
      </dgm:t>
    </dgm:pt>
    <dgm:pt modelId="{0B932BBF-0927-4F85-8542-A5F884F4DF63}" type="pres">
      <dgm:prSet presAssocID="{92B98E8B-79CB-42AD-B6D5-D01D7911705D}" presName="hierRoot2" presStyleCnt="0">
        <dgm:presLayoutVars>
          <dgm:hierBranch val="init"/>
        </dgm:presLayoutVars>
      </dgm:prSet>
      <dgm:spPr/>
    </dgm:pt>
    <dgm:pt modelId="{5A1837E7-A91B-4C69-B769-A010151EAC6D}" type="pres">
      <dgm:prSet presAssocID="{92B98E8B-79CB-42AD-B6D5-D01D7911705D}" presName="rootComposite" presStyleCnt="0"/>
      <dgm:spPr/>
    </dgm:pt>
    <dgm:pt modelId="{37430561-77EF-4BF2-B1B7-3189FBAD0E3B}" type="pres">
      <dgm:prSet presAssocID="{92B98E8B-79CB-42AD-B6D5-D01D7911705D}" presName="rootText" presStyleLbl="node1" presStyleIdx="2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B2C530FB-C73C-4588-B7A3-ED72D9EC41DD}" type="pres">
      <dgm:prSet presAssocID="{92B98E8B-79CB-42AD-B6D5-D01D7911705D}" presName="titleText2" presStyleLbl="fgAcc1" presStyleIdx="2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682D8465-99D8-4B96-8F3F-F807FB9D805E}" type="pres">
      <dgm:prSet presAssocID="{92B98E8B-79CB-42AD-B6D5-D01D7911705D}" presName="rootConnector" presStyleLbl="node3" presStyleIdx="0" presStyleCnt="0"/>
      <dgm:spPr/>
      <dgm:t>
        <a:bodyPr/>
        <a:lstStyle/>
        <a:p>
          <a:endParaRPr lang="en-US"/>
        </a:p>
      </dgm:t>
    </dgm:pt>
    <dgm:pt modelId="{4EC9F653-6F25-450C-983E-087454B3CC4A}" type="pres">
      <dgm:prSet presAssocID="{92B98E8B-79CB-42AD-B6D5-D01D7911705D}" presName="hierChild4" presStyleCnt="0"/>
      <dgm:spPr/>
    </dgm:pt>
    <dgm:pt modelId="{89942CB5-ACAB-425A-9312-58F50D18DB4C}" type="pres">
      <dgm:prSet presAssocID="{92B98E8B-79CB-42AD-B6D5-D01D7911705D}" presName="hierChild5" presStyleCnt="0"/>
      <dgm:spPr/>
    </dgm:pt>
    <dgm:pt modelId="{E439FBBE-05CC-4D53-A7FD-A34F277A9EFC}" type="pres">
      <dgm:prSet presAssocID="{FC13A7F1-EF3F-462C-9B06-86DB9DAAB4EE}" presName="hierChild5" presStyleCnt="0"/>
      <dgm:spPr/>
    </dgm:pt>
    <dgm:pt modelId="{B8A87BEC-9AC1-4A11-9100-0A2079619E72}" type="pres">
      <dgm:prSet presAssocID="{CB90D27A-2C81-4997-920A-5CC78D6228F6}" presName="Name37" presStyleLbl="parChTrans1D2" presStyleIdx="1" presStyleCnt="6"/>
      <dgm:spPr/>
      <dgm:t>
        <a:bodyPr/>
        <a:lstStyle/>
        <a:p>
          <a:endParaRPr lang="en-US"/>
        </a:p>
      </dgm:t>
    </dgm:pt>
    <dgm:pt modelId="{18CDB5DB-3B96-4233-B65A-534536334511}" type="pres">
      <dgm:prSet presAssocID="{5C73A25E-8E34-47B6-A62F-B69C7FD1DA0B}" presName="hierRoot2" presStyleCnt="0">
        <dgm:presLayoutVars>
          <dgm:hierBranch val="init"/>
        </dgm:presLayoutVars>
      </dgm:prSet>
      <dgm:spPr/>
    </dgm:pt>
    <dgm:pt modelId="{7562493B-BCBA-4CF4-BA0B-C7404E8AD187}" type="pres">
      <dgm:prSet presAssocID="{5C73A25E-8E34-47B6-A62F-B69C7FD1DA0B}" presName="rootComposite" presStyleCnt="0"/>
      <dgm:spPr/>
    </dgm:pt>
    <dgm:pt modelId="{29DC836F-550B-4CDB-8F25-AF28C1EE55FC}" type="pres">
      <dgm:prSet presAssocID="{5C73A25E-8E34-47B6-A62F-B69C7FD1DA0B}" presName="rootText" presStyleLbl="node1" presStyleIdx="3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0653250C-6C68-4298-834D-5E49D6B28434}" type="pres">
      <dgm:prSet presAssocID="{5C73A25E-8E34-47B6-A62F-B69C7FD1DA0B}" presName="titleText2" presStyleLbl="fgAcc1" presStyleIdx="3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F5BC9795-2307-48C2-84E7-A46851430A7F}" type="pres">
      <dgm:prSet presAssocID="{5C73A25E-8E34-47B6-A62F-B69C7FD1DA0B}" presName="rootConnector" presStyleLbl="node2" presStyleIdx="0" presStyleCnt="0"/>
      <dgm:spPr/>
      <dgm:t>
        <a:bodyPr/>
        <a:lstStyle/>
        <a:p>
          <a:endParaRPr lang="en-US"/>
        </a:p>
      </dgm:t>
    </dgm:pt>
    <dgm:pt modelId="{21628A65-6D0C-428F-8D53-9E5F41547CCF}" type="pres">
      <dgm:prSet presAssocID="{5C73A25E-8E34-47B6-A62F-B69C7FD1DA0B}" presName="hierChild4" presStyleCnt="0"/>
      <dgm:spPr/>
    </dgm:pt>
    <dgm:pt modelId="{FDE33C26-0313-493D-819E-176FA8D5905A}" type="pres">
      <dgm:prSet presAssocID="{8DF43C91-45A1-406E-8FB2-3DD6531FA625}" presName="Name37" presStyleLbl="parChTrans1D3" presStyleIdx="2" presStyleCnt="9"/>
      <dgm:spPr/>
      <dgm:t>
        <a:bodyPr/>
        <a:lstStyle/>
        <a:p>
          <a:endParaRPr lang="en-US"/>
        </a:p>
      </dgm:t>
    </dgm:pt>
    <dgm:pt modelId="{0C028647-31E0-4A45-A672-B29687BBDB4A}" type="pres">
      <dgm:prSet presAssocID="{0F8CB8CA-55C2-4425-8D94-BBB1243F02F2}" presName="hierRoot2" presStyleCnt="0">
        <dgm:presLayoutVars>
          <dgm:hierBranch val="init"/>
        </dgm:presLayoutVars>
      </dgm:prSet>
      <dgm:spPr/>
    </dgm:pt>
    <dgm:pt modelId="{F5055CA4-BD52-4D68-B500-3EB280C2217F}" type="pres">
      <dgm:prSet presAssocID="{0F8CB8CA-55C2-4425-8D94-BBB1243F02F2}" presName="rootComposite" presStyleCnt="0"/>
      <dgm:spPr/>
    </dgm:pt>
    <dgm:pt modelId="{90A89A47-88E6-4886-8920-A044447E2857}" type="pres">
      <dgm:prSet presAssocID="{0F8CB8CA-55C2-4425-8D94-BBB1243F02F2}" presName="rootText" presStyleLbl="node1" presStyleIdx="4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613FEE4D-9149-4910-A226-BE160C8ABB6D}" type="pres">
      <dgm:prSet presAssocID="{0F8CB8CA-55C2-4425-8D94-BBB1243F02F2}" presName="titleText2" presStyleLbl="fgAcc1" presStyleIdx="4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D00BA870-CF05-4B62-A457-F701B2D55AF7}" type="pres">
      <dgm:prSet presAssocID="{0F8CB8CA-55C2-4425-8D94-BBB1243F02F2}" presName="rootConnector" presStyleLbl="node3" presStyleIdx="0" presStyleCnt="0"/>
      <dgm:spPr/>
      <dgm:t>
        <a:bodyPr/>
        <a:lstStyle/>
        <a:p>
          <a:endParaRPr lang="en-US"/>
        </a:p>
      </dgm:t>
    </dgm:pt>
    <dgm:pt modelId="{11D44A0E-138C-44FB-9BBF-182E0EED90D8}" type="pres">
      <dgm:prSet presAssocID="{0F8CB8CA-55C2-4425-8D94-BBB1243F02F2}" presName="hierChild4" presStyleCnt="0"/>
      <dgm:spPr/>
    </dgm:pt>
    <dgm:pt modelId="{07BA564B-4DE3-47F4-AEC8-7F5D6D1FAE48}" type="pres">
      <dgm:prSet presAssocID="{65AFCF31-68D1-4DD1-92A3-F8AF8A15A85E}" presName="Name37" presStyleLbl="parChTrans1D4" presStyleIdx="0" presStyleCnt="7"/>
      <dgm:spPr/>
      <dgm:t>
        <a:bodyPr/>
        <a:lstStyle/>
        <a:p>
          <a:endParaRPr lang="en-US"/>
        </a:p>
      </dgm:t>
    </dgm:pt>
    <dgm:pt modelId="{DF71C0DD-986F-4AAD-B91F-B1112767B189}" type="pres">
      <dgm:prSet presAssocID="{D0DC7944-E031-40DF-8EFE-EF0B5153EE07}" presName="hierRoot2" presStyleCnt="0">
        <dgm:presLayoutVars>
          <dgm:hierBranch val="init"/>
        </dgm:presLayoutVars>
      </dgm:prSet>
      <dgm:spPr/>
    </dgm:pt>
    <dgm:pt modelId="{EE634501-303D-462C-9CD7-C37BFA270EDD}" type="pres">
      <dgm:prSet presAssocID="{D0DC7944-E031-40DF-8EFE-EF0B5153EE07}" presName="rootComposite" presStyleCnt="0"/>
      <dgm:spPr/>
    </dgm:pt>
    <dgm:pt modelId="{1D5F666B-2028-46E5-B06B-1ADB884BEC91}" type="pres">
      <dgm:prSet presAssocID="{D0DC7944-E031-40DF-8EFE-EF0B5153EE07}" presName="rootText" presStyleLbl="node1" presStyleIdx="5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59DB02EA-AB76-44A7-AC8F-D90957FDD3AA}" type="pres">
      <dgm:prSet presAssocID="{D0DC7944-E031-40DF-8EFE-EF0B5153EE07}" presName="titleText2" presStyleLbl="fgAcc1" presStyleIdx="5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7F7DD9CD-E654-45E1-AD12-BD00DC852360}" type="pres">
      <dgm:prSet presAssocID="{D0DC7944-E031-40DF-8EFE-EF0B5153EE07}" presName="rootConnector" presStyleLbl="node4" presStyleIdx="0" presStyleCnt="0"/>
      <dgm:spPr/>
      <dgm:t>
        <a:bodyPr/>
        <a:lstStyle/>
        <a:p>
          <a:endParaRPr lang="en-US"/>
        </a:p>
      </dgm:t>
    </dgm:pt>
    <dgm:pt modelId="{8B450ADC-66FC-4EDD-B290-71FBC2C2D586}" type="pres">
      <dgm:prSet presAssocID="{D0DC7944-E031-40DF-8EFE-EF0B5153EE07}" presName="hierChild4" presStyleCnt="0"/>
      <dgm:spPr/>
    </dgm:pt>
    <dgm:pt modelId="{EB0D74C1-8F39-49E8-9AD2-C023555854EB}" type="pres">
      <dgm:prSet presAssocID="{D0DC7944-E031-40DF-8EFE-EF0B5153EE07}" presName="hierChild5" presStyleCnt="0"/>
      <dgm:spPr/>
    </dgm:pt>
    <dgm:pt modelId="{A60B41E8-887C-446C-8BCB-AC7A3FE51D67}" type="pres">
      <dgm:prSet presAssocID="{5504691B-313D-4294-BA0C-5FEBCC1C5229}" presName="Name37" presStyleLbl="parChTrans1D4" presStyleIdx="1" presStyleCnt="7"/>
      <dgm:spPr/>
      <dgm:t>
        <a:bodyPr/>
        <a:lstStyle/>
        <a:p>
          <a:endParaRPr lang="en-US"/>
        </a:p>
      </dgm:t>
    </dgm:pt>
    <dgm:pt modelId="{E293CB2C-E93A-4831-ABC3-FF7F8384D18B}" type="pres">
      <dgm:prSet presAssocID="{B01D7B43-9921-4C03-B76B-A49A13E8D043}" presName="hierRoot2" presStyleCnt="0">
        <dgm:presLayoutVars>
          <dgm:hierBranch val="init"/>
        </dgm:presLayoutVars>
      </dgm:prSet>
      <dgm:spPr/>
    </dgm:pt>
    <dgm:pt modelId="{2716B3F7-D076-4AFA-8167-407F3A0AC57B}" type="pres">
      <dgm:prSet presAssocID="{B01D7B43-9921-4C03-B76B-A49A13E8D043}" presName="rootComposite" presStyleCnt="0"/>
      <dgm:spPr/>
    </dgm:pt>
    <dgm:pt modelId="{D36E5F06-0855-4D89-8FFE-0DD7DE25EE6E}" type="pres">
      <dgm:prSet presAssocID="{B01D7B43-9921-4C03-B76B-A49A13E8D043}" presName="rootText" presStyleLbl="node1" presStyleIdx="6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EFDE0B60-E6B2-4255-AFF7-3D38E54DC4BE}" type="pres">
      <dgm:prSet presAssocID="{B01D7B43-9921-4C03-B76B-A49A13E8D043}" presName="titleText2" presStyleLbl="fgAcc1" presStyleIdx="6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D7DC54C5-A671-47BC-B6BC-B048413D3523}" type="pres">
      <dgm:prSet presAssocID="{B01D7B43-9921-4C03-B76B-A49A13E8D043}" presName="rootConnector" presStyleLbl="node4" presStyleIdx="0" presStyleCnt="0"/>
      <dgm:spPr/>
      <dgm:t>
        <a:bodyPr/>
        <a:lstStyle/>
        <a:p>
          <a:endParaRPr lang="en-US"/>
        </a:p>
      </dgm:t>
    </dgm:pt>
    <dgm:pt modelId="{15A3B1D6-8A5E-489E-BEC8-B174FD1E8EB7}" type="pres">
      <dgm:prSet presAssocID="{B01D7B43-9921-4C03-B76B-A49A13E8D043}" presName="hierChild4" presStyleCnt="0"/>
      <dgm:spPr/>
    </dgm:pt>
    <dgm:pt modelId="{591F0243-C628-4295-B9FC-85E20A9A9E25}" type="pres">
      <dgm:prSet presAssocID="{BC9DF657-6EBB-4382-A97D-5EE1F8B09C6C}" presName="Name37" presStyleLbl="parChTrans1D4" presStyleIdx="2" presStyleCnt="7"/>
      <dgm:spPr/>
      <dgm:t>
        <a:bodyPr/>
        <a:lstStyle/>
        <a:p>
          <a:endParaRPr lang="en-US"/>
        </a:p>
      </dgm:t>
    </dgm:pt>
    <dgm:pt modelId="{31F17E67-6AD9-44A4-AF11-4CFF131A0E3E}" type="pres">
      <dgm:prSet presAssocID="{A17D7A97-33BE-4A1D-86AC-E33BA028D430}" presName="hierRoot2" presStyleCnt="0">
        <dgm:presLayoutVars>
          <dgm:hierBranch val="init"/>
        </dgm:presLayoutVars>
      </dgm:prSet>
      <dgm:spPr/>
    </dgm:pt>
    <dgm:pt modelId="{6E119C18-BE7B-4407-85D4-FFCA9699D147}" type="pres">
      <dgm:prSet presAssocID="{A17D7A97-33BE-4A1D-86AC-E33BA028D430}" presName="rootComposite" presStyleCnt="0"/>
      <dgm:spPr/>
    </dgm:pt>
    <dgm:pt modelId="{E65F183E-45B5-4898-983D-BA1841EA8FD7}" type="pres">
      <dgm:prSet presAssocID="{A17D7A97-33BE-4A1D-86AC-E33BA028D430}" presName="rootText" presStyleLbl="node1" presStyleIdx="7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2B27BDD7-66D8-4669-9F91-6E8E4B8A1419}" type="pres">
      <dgm:prSet presAssocID="{A17D7A97-33BE-4A1D-86AC-E33BA028D430}" presName="titleText2" presStyleLbl="fgAcc1" presStyleIdx="7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651E792F-D9D7-4BF1-B30F-B8E379C5DF81}" type="pres">
      <dgm:prSet presAssocID="{A17D7A97-33BE-4A1D-86AC-E33BA028D430}" presName="rootConnector" presStyleLbl="node4" presStyleIdx="0" presStyleCnt="0"/>
      <dgm:spPr/>
      <dgm:t>
        <a:bodyPr/>
        <a:lstStyle/>
        <a:p>
          <a:endParaRPr lang="en-US"/>
        </a:p>
      </dgm:t>
    </dgm:pt>
    <dgm:pt modelId="{718F32FF-17DF-4B16-A74E-A263D8A7C7D4}" type="pres">
      <dgm:prSet presAssocID="{A17D7A97-33BE-4A1D-86AC-E33BA028D430}" presName="hierChild4" presStyleCnt="0"/>
      <dgm:spPr/>
    </dgm:pt>
    <dgm:pt modelId="{90674445-6682-424B-AEF7-31EF41B2059B}" type="pres">
      <dgm:prSet presAssocID="{E1672775-83DF-4845-B130-2162D6FD0E05}" presName="Name37" presStyleLbl="parChTrans1D4" presStyleIdx="3" presStyleCnt="7"/>
      <dgm:spPr/>
      <dgm:t>
        <a:bodyPr/>
        <a:lstStyle/>
        <a:p>
          <a:endParaRPr lang="en-US"/>
        </a:p>
      </dgm:t>
    </dgm:pt>
    <dgm:pt modelId="{C64C4B49-6FA1-47B5-A56F-D855AFF23176}" type="pres">
      <dgm:prSet presAssocID="{5AB105F7-1BB6-4A45-ACE3-145E7EF1C791}" presName="hierRoot2" presStyleCnt="0">
        <dgm:presLayoutVars>
          <dgm:hierBranch val="init"/>
        </dgm:presLayoutVars>
      </dgm:prSet>
      <dgm:spPr/>
    </dgm:pt>
    <dgm:pt modelId="{94DCA7CA-9242-4386-AE95-AF4A9A5BEBB0}" type="pres">
      <dgm:prSet presAssocID="{5AB105F7-1BB6-4A45-ACE3-145E7EF1C791}" presName="rootComposite" presStyleCnt="0"/>
      <dgm:spPr/>
    </dgm:pt>
    <dgm:pt modelId="{F60BB4C1-9879-4DBA-B247-A3C27B5BB218}" type="pres">
      <dgm:prSet presAssocID="{5AB105F7-1BB6-4A45-ACE3-145E7EF1C791}" presName="rootText" presStyleLbl="node1" presStyleIdx="8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51767816-0D70-4189-A517-92A19F345321}" type="pres">
      <dgm:prSet presAssocID="{5AB105F7-1BB6-4A45-ACE3-145E7EF1C791}" presName="titleText2" presStyleLbl="fgAcc1" presStyleIdx="8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71C41888-90EA-4D9F-86AE-5701B86FD147}" type="pres">
      <dgm:prSet presAssocID="{5AB105F7-1BB6-4A45-ACE3-145E7EF1C791}" presName="rootConnector" presStyleLbl="node4" presStyleIdx="0" presStyleCnt="0"/>
      <dgm:spPr/>
      <dgm:t>
        <a:bodyPr/>
        <a:lstStyle/>
        <a:p>
          <a:endParaRPr lang="en-US"/>
        </a:p>
      </dgm:t>
    </dgm:pt>
    <dgm:pt modelId="{8002A5FE-151A-4B8B-AF88-2ED55DE51AE0}" type="pres">
      <dgm:prSet presAssocID="{5AB105F7-1BB6-4A45-ACE3-145E7EF1C791}" presName="hierChild4" presStyleCnt="0"/>
      <dgm:spPr/>
    </dgm:pt>
    <dgm:pt modelId="{6E7FE735-0D18-47D6-8E96-FFA941C5858E}" type="pres">
      <dgm:prSet presAssocID="{5AB105F7-1BB6-4A45-ACE3-145E7EF1C791}" presName="hierChild5" presStyleCnt="0"/>
      <dgm:spPr/>
    </dgm:pt>
    <dgm:pt modelId="{93E64D83-755A-49A8-8906-761494725165}" type="pres">
      <dgm:prSet presAssocID="{A17D7A97-33BE-4A1D-86AC-E33BA028D430}" presName="hierChild5" presStyleCnt="0"/>
      <dgm:spPr/>
    </dgm:pt>
    <dgm:pt modelId="{333CDBDC-B55F-41CF-B03E-E6B1D78132AB}" type="pres">
      <dgm:prSet presAssocID="{B01D7B43-9921-4C03-B76B-A49A13E8D043}" presName="hierChild5" presStyleCnt="0"/>
      <dgm:spPr/>
    </dgm:pt>
    <dgm:pt modelId="{E44EB05F-0FF5-461C-9080-06DFFA205172}" type="pres">
      <dgm:prSet presAssocID="{0F8CB8CA-55C2-4425-8D94-BBB1243F02F2}" presName="hierChild5" presStyleCnt="0"/>
      <dgm:spPr/>
    </dgm:pt>
    <dgm:pt modelId="{CE1E31BE-F11E-4E36-9185-6122424C4B4B}" type="pres">
      <dgm:prSet presAssocID="{F896688D-5DF6-4A0A-BB25-213D3FB029BB}" presName="Name37" presStyleLbl="parChTrans1D3" presStyleIdx="3" presStyleCnt="9"/>
      <dgm:spPr/>
      <dgm:t>
        <a:bodyPr/>
        <a:lstStyle/>
        <a:p>
          <a:endParaRPr lang="en-US"/>
        </a:p>
      </dgm:t>
    </dgm:pt>
    <dgm:pt modelId="{28637572-BCCA-4CC6-873E-AA18C7D90253}" type="pres">
      <dgm:prSet presAssocID="{422E9761-B604-4250-9195-527805AC38ED}" presName="hierRoot2" presStyleCnt="0">
        <dgm:presLayoutVars>
          <dgm:hierBranch val="init"/>
        </dgm:presLayoutVars>
      </dgm:prSet>
      <dgm:spPr/>
    </dgm:pt>
    <dgm:pt modelId="{39F52291-ACE2-47F5-8E34-E8B6EB993FA2}" type="pres">
      <dgm:prSet presAssocID="{422E9761-B604-4250-9195-527805AC38ED}" presName="rootComposite" presStyleCnt="0"/>
      <dgm:spPr/>
    </dgm:pt>
    <dgm:pt modelId="{E1684365-3551-4495-A77F-AC4855E70A83}" type="pres">
      <dgm:prSet presAssocID="{422E9761-B604-4250-9195-527805AC38ED}" presName="rootText" presStyleLbl="node1" presStyleIdx="9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CBD28413-9D1B-4CAD-9523-22DC8C3D1DCE}" type="pres">
      <dgm:prSet presAssocID="{422E9761-B604-4250-9195-527805AC38ED}" presName="titleText2" presStyleLbl="fgAcc1" presStyleIdx="9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FEAC0EE1-2305-4FAC-A0B8-D1133F575B9F}" type="pres">
      <dgm:prSet presAssocID="{422E9761-B604-4250-9195-527805AC38ED}" presName="rootConnector" presStyleLbl="node3" presStyleIdx="0" presStyleCnt="0"/>
      <dgm:spPr/>
      <dgm:t>
        <a:bodyPr/>
        <a:lstStyle/>
        <a:p>
          <a:endParaRPr lang="en-US"/>
        </a:p>
      </dgm:t>
    </dgm:pt>
    <dgm:pt modelId="{99C004BD-34B5-41A4-B1EF-A3246E611657}" type="pres">
      <dgm:prSet presAssocID="{422E9761-B604-4250-9195-527805AC38ED}" presName="hierChild4" presStyleCnt="0"/>
      <dgm:spPr/>
    </dgm:pt>
    <dgm:pt modelId="{02A05AB4-EC24-4E41-9D67-77BEC962096F}" type="pres">
      <dgm:prSet presAssocID="{422E9761-B604-4250-9195-527805AC38ED}" presName="hierChild5" presStyleCnt="0"/>
      <dgm:spPr/>
    </dgm:pt>
    <dgm:pt modelId="{40034748-A5D0-4D79-A205-6A9AFB4BD4E1}" type="pres">
      <dgm:prSet presAssocID="{5C73A25E-8E34-47B6-A62F-B69C7FD1DA0B}" presName="hierChild5" presStyleCnt="0"/>
      <dgm:spPr/>
    </dgm:pt>
    <dgm:pt modelId="{45B6CC11-A897-4D0F-8C3F-782FCA11754A}" type="pres">
      <dgm:prSet presAssocID="{0AA07659-F33D-4371-BBDD-9F049CC9F248}" presName="Name37" presStyleLbl="parChTrans1D2" presStyleIdx="2" presStyleCnt="6"/>
      <dgm:spPr/>
      <dgm:t>
        <a:bodyPr/>
        <a:lstStyle/>
        <a:p>
          <a:endParaRPr lang="en-US"/>
        </a:p>
      </dgm:t>
    </dgm:pt>
    <dgm:pt modelId="{31450BCB-E541-4F89-BD80-865F2E2E684E}" type="pres">
      <dgm:prSet presAssocID="{DCB33B09-D21D-4CEF-A5BE-DD44D2B32C77}" presName="hierRoot2" presStyleCnt="0">
        <dgm:presLayoutVars>
          <dgm:hierBranch val="init"/>
        </dgm:presLayoutVars>
      </dgm:prSet>
      <dgm:spPr/>
    </dgm:pt>
    <dgm:pt modelId="{C9FAABB4-D6D3-4F59-BE2B-E9CB5B3607BB}" type="pres">
      <dgm:prSet presAssocID="{DCB33B09-D21D-4CEF-A5BE-DD44D2B32C77}" presName="rootComposite" presStyleCnt="0"/>
      <dgm:spPr/>
    </dgm:pt>
    <dgm:pt modelId="{1640E760-3461-4711-A4D8-04D89BAE3967}" type="pres">
      <dgm:prSet presAssocID="{DCB33B09-D21D-4CEF-A5BE-DD44D2B32C77}" presName="rootText" presStyleLbl="node1" presStyleIdx="10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9678A22B-3A92-457B-B520-472CAE47853A}" type="pres">
      <dgm:prSet presAssocID="{DCB33B09-D21D-4CEF-A5BE-DD44D2B32C77}" presName="titleText2" presStyleLbl="fgAcc1" presStyleIdx="10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838800C2-E192-488F-851B-2F6A95A0D830}" type="pres">
      <dgm:prSet presAssocID="{DCB33B09-D21D-4CEF-A5BE-DD44D2B32C77}" presName="rootConnector" presStyleLbl="node2" presStyleIdx="0" presStyleCnt="0"/>
      <dgm:spPr/>
      <dgm:t>
        <a:bodyPr/>
        <a:lstStyle/>
        <a:p>
          <a:endParaRPr lang="en-US"/>
        </a:p>
      </dgm:t>
    </dgm:pt>
    <dgm:pt modelId="{620AB6F4-4FA2-4579-B77D-E384F99A8E17}" type="pres">
      <dgm:prSet presAssocID="{DCB33B09-D21D-4CEF-A5BE-DD44D2B32C77}" presName="hierChild4" presStyleCnt="0"/>
      <dgm:spPr/>
    </dgm:pt>
    <dgm:pt modelId="{E8BDD897-B207-458C-A794-2F0756BD31DE}" type="pres">
      <dgm:prSet presAssocID="{DCB33B09-D21D-4CEF-A5BE-DD44D2B32C77}" presName="hierChild5" presStyleCnt="0"/>
      <dgm:spPr/>
    </dgm:pt>
    <dgm:pt modelId="{1239F12C-785E-45D4-A141-3CF590D9DDF2}" type="pres">
      <dgm:prSet presAssocID="{170598A9-8E3A-415D-8F83-737F0740F56C}" presName="Name37" presStyleLbl="parChTrans1D2" presStyleIdx="3" presStyleCnt="6"/>
      <dgm:spPr/>
      <dgm:t>
        <a:bodyPr/>
        <a:lstStyle/>
        <a:p>
          <a:endParaRPr lang="en-US"/>
        </a:p>
      </dgm:t>
    </dgm:pt>
    <dgm:pt modelId="{02197CB1-8C68-4D5F-907C-4B7B77E7E2F3}" type="pres">
      <dgm:prSet presAssocID="{863721D3-411A-40A3-9E5E-714E8CE3D1A4}" presName="hierRoot2" presStyleCnt="0">
        <dgm:presLayoutVars>
          <dgm:hierBranch val="init"/>
        </dgm:presLayoutVars>
      </dgm:prSet>
      <dgm:spPr/>
    </dgm:pt>
    <dgm:pt modelId="{0F47687A-0166-41D7-AA6B-239559076312}" type="pres">
      <dgm:prSet presAssocID="{863721D3-411A-40A3-9E5E-714E8CE3D1A4}" presName="rootComposite" presStyleCnt="0"/>
      <dgm:spPr/>
    </dgm:pt>
    <dgm:pt modelId="{0EA8342C-3F5E-4BD5-AAF9-1CBDDD224031}" type="pres">
      <dgm:prSet presAssocID="{863721D3-411A-40A3-9E5E-714E8CE3D1A4}" presName="rootText" presStyleLbl="node1" presStyleIdx="11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F217770B-FECF-4F9F-91FE-A1507BE96EED}" type="pres">
      <dgm:prSet presAssocID="{863721D3-411A-40A3-9E5E-714E8CE3D1A4}" presName="titleText2" presStyleLbl="fgAcc1" presStyleIdx="11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98BCAC5F-75F2-4597-B69A-78B205F2442D}" type="pres">
      <dgm:prSet presAssocID="{863721D3-411A-40A3-9E5E-714E8CE3D1A4}" presName="rootConnector" presStyleLbl="node2" presStyleIdx="0" presStyleCnt="0"/>
      <dgm:spPr/>
      <dgm:t>
        <a:bodyPr/>
        <a:lstStyle/>
        <a:p>
          <a:endParaRPr lang="en-US"/>
        </a:p>
      </dgm:t>
    </dgm:pt>
    <dgm:pt modelId="{61B506D0-320C-4864-8DD5-3BE6E29D071E}" type="pres">
      <dgm:prSet presAssocID="{863721D3-411A-40A3-9E5E-714E8CE3D1A4}" presName="hierChild4" presStyleCnt="0"/>
      <dgm:spPr/>
    </dgm:pt>
    <dgm:pt modelId="{E361DCB8-EEBF-4C50-BF4B-8E7B8008C7DE}" type="pres">
      <dgm:prSet presAssocID="{8AA1C455-8BDE-4943-B063-91CCB7E46D2D}" presName="Name37" presStyleLbl="parChTrans1D3" presStyleIdx="4" presStyleCnt="9"/>
      <dgm:spPr/>
      <dgm:t>
        <a:bodyPr/>
        <a:lstStyle/>
        <a:p>
          <a:endParaRPr lang="en-US"/>
        </a:p>
      </dgm:t>
    </dgm:pt>
    <dgm:pt modelId="{5BCD2C4A-3B59-45A2-B391-1D0CC688B700}" type="pres">
      <dgm:prSet presAssocID="{5927FAED-AB83-41C5-84EC-791C6FDD6F7D}" presName="hierRoot2" presStyleCnt="0">
        <dgm:presLayoutVars>
          <dgm:hierBranch val="init"/>
        </dgm:presLayoutVars>
      </dgm:prSet>
      <dgm:spPr/>
    </dgm:pt>
    <dgm:pt modelId="{D6D3DEF7-95F8-43B6-B113-26CDF69227BA}" type="pres">
      <dgm:prSet presAssocID="{5927FAED-AB83-41C5-84EC-791C6FDD6F7D}" presName="rootComposite" presStyleCnt="0"/>
      <dgm:spPr/>
    </dgm:pt>
    <dgm:pt modelId="{459A8751-FB7B-4594-9B1D-BBDB5F3B3731}" type="pres">
      <dgm:prSet presAssocID="{5927FAED-AB83-41C5-84EC-791C6FDD6F7D}" presName="rootText" presStyleLbl="node1" presStyleIdx="12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5874F2D8-0B0B-428F-9C58-DE273780BE91}" type="pres">
      <dgm:prSet presAssocID="{5927FAED-AB83-41C5-84EC-791C6FDD6F7D}" presName="titleText2" presStyleLbl="fgAcc1" presStyleIdx="12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6611EC6F-5FFA-401B-8CE7-FF259483E560}" type="pres">
      <dgm:prSet presAssocID="{5927FAED-AB83-41C5-84EC-791C6FDD6F7D}" presName="rootConnector" presStyleLbl="node3" presStyleIdx="0" presStyleCnt="0"/>
      <dgm:spPr/>
      <dgm:t>
        <a:bodyPr/>
        <a:lstStyle/>
        <a:p>
          <a:endParaRPr lang="en-US"/>
        </a:p>
      </dgm:t>
    </dgm:pt>
    <dgm:pt modelId="{BB940AE8-B0CA-4258-B144-DCE9C3160F55}" type="pres">
      <dgm:prSet presAssocID="{5927FAED-AB83-41C5-84EC-791C6FDD6F7D}" presName="hierChild4" presStyleCnt="0"/>
      <dgm:spPr/>
    </dgm:pt>
    <dgm:pt modelId="{533AFFFE-F3BE-4A14-AA5F-D9D0E99F4B91}" type="pres">
      <dgm:prSet presAssocID="{5927FAED-AB83-41C5-84EC-791C6FDD6F7D}" presName="hierChild5" presStyleCnt="0"/>
      <dgm:spPr/>
    </dgm:pt>
    <dgm:pt modelId="{3A21E2A9-AF8A-4808-A7CA-CB0DACDB6139}" type="pres">
      <dgm:prSet presAssocID="{133E4190-171B-43D1-A9EF-E632715B8C76}" presName="Name37" presStyleLbl="parChTrans1D3" presStyleIdx="5" presStyleCnt="9"/>
      <dgm:spPr/>
      <dgm:t>
        <a:bodyPr/>
        <a:lstStyle/>
        <a:p>
          <a:endParaRPr lang="en-US"/>
        </a:p>
      </dgm:t>
    </dgm:pt>
    <dgm:pt modelId="{72A907A1-7F2C-4B12-B743-01FD6CEFA431}" type="pres">
      <dgm:prSet presAssocID="{2C922333-C1AE-44AA-86B3-845060F12999}" presName="hierRoot2" presStyleCnt="0">
        <dgm:presLayoutVars>
          <dgm:hierBranch val="init"/>
        </dgm:presLayoutVars>
      </dgm:prSet>
      <dgm:spPr/>
    </dgm:pt>
    <dgm:pt modelId="{64C0B1A0-119B-4550-A7B5-4B8DE119547D}" type="pres">
      <dgm:prSet presAssocID="{2C922333-C1AE-44AA-86B3-845060F12999}" presName="rootComposite" presStyleCnt="0"/>
      <dgm:spPr/>
    </dgm:pt>
    <dgm:pt modelId="{418A6913-CD75-4AD5-A229-382E72F919B4}" type="pres">
      <dgm:prSet presAssocID="{2C922333-C1AE-44AA-86B3-845060F12999}" presName="rootText" presStyleLbl="node1" presStyleIdx="13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05F79C77-283F-44CE-A39A-F30FB1369FAA}" type="pres">
      <dgm:prSet presAssocID="{2C922333-C1AE-44AA-86B3-845060F12999}" presName="titleText2" presStyleLbl="fgAcc1" presStyleIdx="13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50AEF85A-534B-45CB-9CB1-0424A70C26AF}" type="pres">
      <dgm:prSet presAssocID="{2C922333-C1AE-44AA-86B3-845060F12999}" presName="rootConnector" presStyleLbl="node3" presStyleIdx="0" presStyleCnt="0"/>
      <dgm:spPr/>
      <dgm:t>
        <a:bodyPr/>
        <a:lstStyle/>
        <a:p>
          <a:endParaRPr lang="en-US"/>
        </a:p>
      </dgm:t>
    </dgm:pt>
    <dgm:pt modelId="{F6520F13-C3D3-4579-8569-DF6786C66EC9}" type="pres">
      <dgm:prSet presAssocID="{2C922333-C1AE-44AA-86B3-845060F12999}" presName="hierChild4" presStyleCnt="0"/>
      <dgm:spPr/>
    </dgm:pt>
    <dgm:pt modelId="{0E8A0764-2855-4E90-A1C3-83EC6EEDD262}" type="pres">
      <dgm:prSet presAssocID="{2BF310E6-1450-4322-973B-4DE3F00BD6AA}" presName="Name37" presStyleLbl="parChTrans1D4" presStyleIdx="4" presStyleCnt="7"/>
      <dgm:spPr/>
      <dgm:t>
        <a:bodyPr/>
        <a:lstStyle/>
        <a:p>
          <a:endParaRPr lang="en-US"/>
        </a:p>
      </dgm:t>
    </dgm:pt>
    <dgm:pt modelId="{8E477ED5-E56B-401A-BA1B-1FFC41FF05A0}" type="pres">
      <dgm:prSet presAssocID="{8032F79D-9910-472A-B6B6-CDD62FE76FC1}" presName="hierRoot2" presStyleCnt="0">
        <dgm:presLayoutVars>
          <dgm:hierBranch val="init"/>
        </dgm:presLayoutVars>
      </dgm:prSet>
      <dgm:spPr/>
    </dgm:pt>
    <dgm:pt modelId="{7F27977B-7292-47F8-84B6-C808CC2550FD}" type="pres">
      <dgm:prSet presAssocID="{8032F79D-9910-472A-B6B6-CDD62FE76FC1}" presName="rootComposite" presStyleCnt="0"/>
      <dgm:spPr/>
    </dgm:pt>
    <dgm:pt modelId="{E6424183-1656-4CFC-9238-8C9F4DF6E3DD}" type="pres">
      <dgm:prSet presAssocID="{8032F79D-9910-472A-B6B6-CDD62FE76FC1}" presName="rootText" presStyleLbl="node1" presStyleIdx="14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FB66AE74-7BB9-476C-B0D8-6006E45AC5BC}" type="pres">
      <dgm:prSet presAssocID="{8032F79D-9910-472A-B6B6-CDD62FE76FC1}" presName="titleText2" presStyleLbl="fgAcc1" presStyleIdx="14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C1A7C512-A9DE-4888-B03D-54AC50249F6B}" type="pres">
      <dgm:prSet presAssocID="{8032F79D-9910-472A-B6B6-CDD62FE76FC1}" presName="rootConnector" presStyleLbl="node4" presStyleIdx="0" presStyleCnt="0"/>
      <dgm:spPr/>
      <dgm:t>
        <a:bodyPr/>
        <a:lstStyle/>
        <a:p>
          <a:endParaRPr lang="en-US"/>
        </a:p>
      </dgm:t>
    </dgm:pt>
    <dgm:pt modelId="{5960114E-AA12-4FEF-BDA3-BB5629B11F1C}" type="pres">
      <dgm:prSet presAssocID="{8032F79D-9910-472A-B6B6-CDD62FE76FC1}" presName="hierChild4" presStyleCnt="0"/>
      <dgm:spPr/>
    </dgm:pt>
    <dgm:pt modelId="{B3A3BED0-7212-470F-A4AB-4C3D6DA0EE86}" type="pres">
      <dgm:prSet presAssocID="{8032F79D-9910-472A-B6B6-CDD62FE76FC1}" presName="hierChild5" presStyleCnt="0"/>
      <dgm:spPr/>
    </dgm:pt>
    <dgm:pt modelId="{329F6621-3EB5-4584-83C3-10CA761B4BF3}" type="pres">
      <dgm:prSet presAssocID="{A61F7E47-F6AD-412A-A6CD-B40DE6C49434}" presName="Name37" presStyleLbl="parChTrans1D4" presStyleIdx="5" presStyleCnt="7"/>
      <dgm:spPr/>
      <dgm:t>
        <a:bodyPr/>
        <a:lstStyle/>
        <a:p>
          <a:endParaRPr lang="en-US"/>
        </a:p>
      </dgm:t>
    </dgm:pt>
    <dgm:pt modelId="{0D2E2E0A-D2E0-4EC9-BD71-F520B8166854}" type="pres">
      <dgm:prSet presAssocID="{3573AE4B-577B-4F2A-8D4C-50D827145C1C}" presName="hierRoot2" presStyleCnt="0">
        <dgm:presLayoutVars>
          <dgm:hierBranch val="init"/>
        </dgm:presLayoutVars>
      </dgm:prSet>
      <dgm:spPr/>
    </dgm:pt>
    <dgm:pt modelId="{42BD14A8-5E81-44F8-8B7E-6F00C8283EC3}" type="pres">
      <dgm:prSet presAssocID="{3573AE4B-577B-4F2A-8D4C-50D827145C1C}" presName="rootComposite" presStyleCnt="0"/>
      <dgm:spPr/>
    </dgm:pt>
    <dgm:pt modelId="{4E32D0FB-8C27-4C12-9076-B245A8A3A039}" type="pres">
      <dgm:prSet presAssocID="{3573AE4B-577B-4F2A-8D4C-50D827145C1C}" presName="rootText" presStyleLbl="node1" presStyleIdx="15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0FC032CB-4897-45C6-8CD4-FD3C90212ACD}" type="pres">
      <dgm:prSet presAssocID="{3573AE4B-577B-4F2A-8D4C-50D827145C1C}" presName="titleText2" presStyleLbl="fgAcc1" presStyleIdx="15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928CBB52-C1EF-465F-A3A2-EED6AF8B69A3}" type="pres">
      <dgm:prSet presAssocID="{3573AE4B-577B-4F2A-8D4C-50D827145C1C}" presName="rootConnector" presStyleLbl="node4" presStyleIdx="0" presStyleCnt="0"/>
      <dgm:spPr/>
      <dgm:t>
        <a:bodyPr/>
        <a:lstStyle/>
        <a:p>
          <a:endParaRPr lang="en-US"/>
        </a:p>
      </dgm:t>
    </dgm:pt>
    <dgm:pt modelId="{645DC3AD-4DB0-47C0-B21A-67CE343AC943}" type="pres">
      <dgm:prSet presAssocID="{3573AE4B-577B-4F2A-8D4C-50D827145C1C}" presName="hierChild4" presStyleCnt="0"/>
      <dgm:spPr/>
    </dgm:pt>
    <dgm:pt modelId="{3D43C867-7E24-4724-AA3D-BD8D62A08162}" type="pres">
      <dgm:prSet presAssocID="{75E59ADC-E161-40A3-8213-6D7F02136A08}" presName="Name37" presStyleLbl="parChTrans1D4" presStyleIdx="6" presStyleCnt="7"/>
      <dgm:spPr/>
      <dgm:t>
        <a:bodyPr/>
        <a:lstStyle/>
        <a:p>
          <a:endParaRPr lang="en-US"/>
        </a:p>
      </dgm:t>
    </dgm:pt>
    <dgm:pt modelId="{0CEBD543-A973-4714-8CC2-FAC39FD2DE0A}" type="pres">
      <dgm:prSet presAssocID="{AD52E556-5709-49C1-AFE6-AFBA7908037D}" presName="hierRoot2" presStyleCnt="0">
        <dgm:presLayoutVars>
          <dgm:hierBranch val="init"/>
        </dgm:presLayoutVars>
      </dgm:prSet>
      <dgm:spPr/>
    </dgm:pt>
    <dgm:pt modelId="{7AF16793-D0E4-45C3-8813-C2F6E7A193B3}" type="pres">
      <dgm:prSet presAssocID="{AD52E556-5709-49C1-AFE6-AFBA7908037D}" presName="rootComposite" presStyleCnt="0"/>
      <dgm:spPr/>
    </dgm:pt>
    <dgm:pt modelId="{8B397E60-B38D-4B20-9819-E881234CF420}" type="pres">
      <dgm:prSet presAssocID="{AD52E556-5709-49C1-AFE6-AFBA7908037D}" presName="rootText" presStyleLbl="node1" presStyleIdx="16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0A7D9E0C-EE89-409E-84EE-5B0B5E171358}" type="pres">
      <dgm:prSet presAssocID="{AD52E556-5709-49C1-AFE6-AFBA7908037D}" presName="titleText2" presStyleLbl="fgAcc1" presStyleIdx="16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8E380F8C-891B-4F41-8AF0-38887B9CAB79}" type="pres">
      <dgm:prSet presAssocID="{AD52E556-5709-49C1-AFE6-AFBA7908037D}" presName="rootConnector" presStyleLbl="node4" presStyleIdx="0" presStyleCnt="0"/>
      <dgm:spPr/>
      <dgm:t>
        <a:bodyPr/>
        <a:lstStyle/>
        <a:p>
          <a:endParaRPr lang="en-US"/>
        </a:p>
      </dgm:t>
    </dgm:pt>
    <dgm:pt modelId="{F1D1C26B-6A74-4750-9511-D237F5084F3A}" type="pres">
      <dgm:prSet presAssocID="{AD52E556-5709-49C1-AFE6-AFBA7908037D}" presName="hierChild4" presStyleCnt="0"/>
      <dgm:spPr/>
    </dgm:pt>
    <dgm:pt modelId="{25DDB2F6-A768-4B7F-BC5F-D51065839169}" type="pres">
      <dgm:prSet presAssocID="{AD52E556-5709-49C1-AFE6-AFBA7908037D}" presName="hierChild5" presStyleCnt="0"/>
      <dgm:spPr/>
    </dgm:pt>
    <dgm:pt modelId="{D931108A-17B9-4CBC-9EFD-68F95F66126E}" type="pres">
      <dgm:prSet presAssocID="{3573AE4B-577B-4F2A-8D4C-50D827145C1C}" presName="hierChild5" presStyleCnt="0"/>
      <dgm:spPr/>
    </dgm:pt>
    <dgm:pt modelId="{5D11DCB7-A1E0-4A8E-94EC-31731572A23D}" type="pres">
      <dgm:prSet presAssocID="{2C922333-C1AE-44AA-86B3-845060F12999}" presName="hierChild5" presStyleCnt="0"/>
      <dgm:spPr/>
    </dgm:pt>
    <dgm:pt modelId="{10003672-FE60-4007-AEAC-1E6FEED753F6}" type="pres">
      <dgm:prSet presAssocID="{863721D3-411A-40A3-9E5E-714E8CE3D1A4}" presName="hierChild5" presStyleCnt="0"/>
      <dgm:spPr/>
    </dgm:pt>
    <dgm:pt modelId="{16B7DF7D-06A7-4C21-8D92-A9978783E8CE}" type="pres">
      <dgm:prSet presAssocID="{BB3FA254-B762-4A37-9055-0F31141381FA}" presName="Name37" presStyleLbl="parChTrans1D2" presStyleIdx="4" presStyleCnt="6"/>
      <dgm:spPr/>
      <dgm:t>
        <a:bodyPr/>
        <a:lstStyle/>
        <a:p>
          <a:endParaRPr lang="en-US"/>
        </a:p>
      </dgm:t>
    </dgm:pt>
    <dgm:pt modelId="{96DF5771-A0C9-4ED4-8841-465B15CB2F24}" type="pres">
      <dgm:prSet presAssocID="{88D01118-15F0-4082-A0A3-74BC448B8E99}" presName="hierRoot2" presStyleCnt="0">
        <dgm:presLayoutVars>
          <dgm:hierBranch val="init"/>
        </dgm:presLayoutVars>
      </dgm:prSet>
      <dgm:spPr/>
    </dgm:pt>
    <dgm:pt modelId="{67D34D67-6DE1-46E8-B826-2FF38CD1BCDC}" type="pres">
      <dgm:prSet presAssocID="{88D01118-15F0-4082-A0A3-74BC448B8E99}" presName="rootComposite" presStyleCnt="0"/>
      <dgm:spPr/>
    </dgm:pt>
    <dgm:pt modelId="{6F5AE5AD-841F-4CCA-8C8B-1F1FB95FE427}" type="pres">
      <dgm:prSet presAssocID="{88D01118-15F0-4082-A0A3-74BC448B8E99}" presName="rootText" presStyleLbl="node1" presStyleIdx="17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D174FEAB-2225-4E10-B893-E28FB5EDB849}" type="pres">
      <dgm:prSet presAssocID="{88D01118-15F0-4082-A0A3-74BC448B8E99}" presName="titleText2" presStyleLbl="fgAcc1" presStyleIdx="17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7BECB10B-4493-4390-B4B4-2744D08F1610}" type="pres">
      <dgm:prSet presAssocID="{88D01118-15F0-4082-A0A3-74BC448B8E99}" presName="rootConnector" presStyleLbl="node2" presStyleIdx="0" presStyleCnt="0"/>
      <dgm:spPr/>
      <dgm:t>
        <a:bodyPr/>
        <a:lstStyle/>
        <a:p>
          <a:endParaRPr lang="en-US"/>
        </a:p>
      </dgm:t>
    </dgm:pt>
    <dgm:pt modelId="{630FA90F-6E09-4EAB-9793-698A7B8595F2}" type="pres">
      <dgm:prSet presAssocID="{88D01118-15F0-4082-A0A3-74BC448B8E99}" presName="hierChild4" presStyleCnt="0"/>
      <dgm:spPr/>
    </dgm:pt>
    <dgm:pt modelId="{9FCACE1D-32A4-4C3F-93F2-39BE1D403AEA}" type="pres">
      <dgm:prSet presAssocID="{FEA2DF52-FC67-4049-817E-05C346038A55}" presName="Name37" presStyleLbl="parChTrans1D3" presStyleIdx="6" presStyleCnt="9"/>
      <dgm:spPr/>
      <dgm:t>
        <a:bodyPr/>
        <a:lstStyle/>
        <a:p>
          <a:endParaRPr lang="en-US"/>
        </a:p>
      </dgm:t>
    </dgm:pt>
    <dgm:pt modelId="{1B6C46B7-7BB2-46B5-B361-ECC58D83E466}" type="pres">
      <dgm:prSet presAssocID="{8F30BA9D-2FA7-42CF-9B0A-6CCA3CA73535}" presName="hierRoot2" presStyleCnt="0">
        <dgm:presLayoutVars>
          <dgm:hierBranch val="init"/>
        </dgm:presLayoutVars>
      </dgm:prSet>
      <dgm:spPr/>
    </dgm:pt>
    <dgm:pt modelId="{DB69093D-6884-4D92-821A-DFAA21D83850}" type="pres">
      <dgm:prSet presAssocID="{8F30BA9D-2FA7-42CF-9B0A-6CCA3CA73535}" presName="rootComposite" presStyleCnt="0"/>
      <dgm:spPr/>
    </dgm:pt>
    <dgm:pt modelId="{FC5E5A81-E230-431B-9858-63E4864784A1}" type="pres">
      <dgm:prSet presAssocID="{8F30BA9D-2FA7-42CF-9B0A-6CCA3CA73535}" presName="rootText" presStyleLbl="node1" presStyleIdx="18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85361929-8E6F-43CE-8371-7ACC397C86EC}" type="pres">
      <dgm:prSet presAssocID="{8F30BA9D-2FA7-42CF-9B0A-6CCA3CA73535}" presName="titleText2" presStyleLbl="fgAcc1" presStyleIdx="18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4D575377-26C9-409B-8027-797B5E8B156E}" type="pres">
      <dgm:prSet presAssocID="{8F30BA9D-2FA7-42CF-9B0A-6CCA3CA73535}" presName="rootConnector" presStyleLbl="node3" presStyleIdx="0" presStyleCnt="0"/>
      <dgm:spPr/>
      <dgm:t>
        <a:bodyPr/>
        <a:lstStyle/>
        <a:p>
          <a:endParaRPr lang="en-US"/>
        </a:p>
      </dgm:t>
    </dgm:pt>
    <dgm:pt modelId="{71445453-ACD7-4202-AC78-5881130BBB41}" type="pres">
      <dgm:prSet presAssocID="{8F30BA9D-2FA7-42CF-9B0A-6CCA3CA73535}" presName="hierChild4" presStyleCnt="0"/>
      <dgm:spPr/>
    </dgm:pt>
    <dgm:pt modelId="{3509D806-68F6-4C89-85F8-BB337E482968}" type="pres">
      <dgm:prSet presAssocID="{8F30BA9D-2FA7-42CF-9B0A-6CCA3CA73535}" presName="hierChild5" presStyleCnt="0"/>
      <dgm:spPr/>
    </dgm:pt>
    <dgm:pt modelId="{B9AA648C-B061-4E24-8A88-D1FD15010771}" type="pres">
      <dgm:prSet presAssocID="{0584DF6F-1F05-4630-A318-09AAB7DA97DC}" presName="Name37" presStyleLbl="parChTrans1D3" presStyleIdx="7" presStyleCnt="9"/>
      <dgm:spPr/>
      <dgm:t>
        <a:bodyPr/>
        <a:lstStyle/>
        <a:p>
          <a:endParaRPr lang="en-US"/>
        </a:p>
      </dgm:t>
    </dgm:pt>
    <dgm:pt modelId="{6FB0F844-33CC-4594-AE9C-3FD47EA39886}" type="pres">
      <dgm:prSet presAssocID="{7454774E-F321-4B9B-9BE3-9A6281AEBC42}" presName="hierRoot2" presStyleCnt="0">
        <dgm:presLayoutVars>
          <dgm:hierBranch val="init"/>
        </dgm:presLayoutVars>
      </dgm:prSet>
      <dgm:spPr/>
    </dgm:pt>
    <dgm:pt modelId="{36C0ED5A-682E-4A64-8EB3-B34479A095B5}" type="pres">
      <dgm:prSet presAssocID="{7454774E-F321-4B9B-9BE3-9A6281AEBC42}" presName="rootComposite" presStyleCnt="0"/>
      <dgm:spPr/>
    </dgm:pt>
    <dgm:pt modelId="{2F6B3A13-4575-4931-A09D-68769430708E}" type="pres">
      <dgm:prSet presAssocID="{7454774E-F321-4B9B-9BE3-9A6281AEBC42}" presName="rootText" presStyleLbl="node1" presStyleIdx="19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FD181A9C-ADF6-469D-ABE9-6E8F6AAB0390}" type="pres">
      <dgm:prSet presAssocID="{7454774E-F321-4B9B-9BE3-9A6281AEBC42}" presName="titleText2" presStyleLbl="fgAcc1" presStyleIdx="19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74B7497C-46EA-48F2-AFBE-AAC44F58976F}" type="pres">
      <dgm:prSet presAssocID="{7454774E-F321-4B9B-9BE3-9A6281AEBC42}" presName="rootConnector" presStyleLbl="node3" presStyleIdx="0" presStyleCnt="0"/>
      <dgm:spPr/>
      <dgm:t>
        <a:bodyPr/>
        <a:lstStyle/>
        <a:p>
          <a:endParaRPr lang="en-US"/>
        </a:p>
      </dgm:t>
    </dgm:pt>
    <dgm:pt modelId="{DDA10CFB-579F-4A4F-911C-A4ECD0CB9706}" type="pres">
      <dgm:prSet presAssocID="{7454774E-F321-4B9B-9BE3-9A6281AEBC42}" presName="hierChild4" presStyleCnt="0"/>
      <dgm:spPr/>
    </dgm:pt>
    <dgm:pt modelId="{80A67BE4-22FA-4F4B-9993-16BBF6D9CA0E}" type="pres">
      <dgm:prSet presAssocID="{7454774E-F321-4B9B-9BE3-9A6281AEBC42}" presName="hierChild5" presStyleCnt="0"/>
      <dgm:spPr/>
    </dgm:pt>
    <dgm:pt modelId="{6B222C99-E6CC-48DB-972D-AB9AF35CA7F7}" type="pres">
      <dgm:prSet presAssocID="{311DB63F-2AB8-433E-B6D6-CD214EB4840A}" presName="Name37" presStyleLbl="parChTrans1D3" presStyleIdx="8" presStyleCnt="9"/>
      <dgm:spPr/>
      <dgm:t>
        <a:bodyPr/>
        <a:lstStyle/>
        <a:p>
          <a:endParaRPr lang="en-US"/>
        </a:p>
      </dgm:t>
    </dgm:pt>
    <dgm:pt modelId="{938A1A23-2BCA-4C15-B58A-ED94187631CB}" type="pres">
      <dgm:prSet presAssocID="{64F83DF5-94D9-49F3-B13E-27B571A3AEB5}" presName="hierRoot2" presStyleCnt="0">
        <dgm:presLayoutVars>
          <dgm:hierBranch val="init"/>
        </dgm:presLayoutVars>
      </dgm:prSet>
      <dgm:spPr/>
    </dgm:pt>
    <dgm:pt modelId="{77C32D13-D379-4CC8-AB26-F3DCE0F1BBE8}" type="pres">
      <dgm:prSet presAssocID="{64F83DF5-94D9-49F3-B13E-27B571A3AEB5}" presName="rootComposite" presStyleCnt="0"/>
      <dgm:spPr/>
    </dgm:pt>
    <dgm:pt modelId="{D63016ED-12AD-436F-9B10-0E77C30720AF}" type="pres">
      <dgm:prSet presAssocID="{64F83DF5-94D9-49F3-B13E-27B571A3AEB5}" presName="rootText" presStyleLbl="node1" presStyleIdx="20" presStyleCnt="2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E923E13B-9181-4623-9A02-4B74635F3A45}" type="pres">
      <dgm:prSet presAssocID="{64F83DF5-94D9-49F3-B13E-27B571A3AEB5}" presName="titleText2" presStyleLbl="fgAcc1" presStyleIdx="20" presStyleCnt="2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6A5A7771-BD69-48AB-873B-39CF38808B1A}" type="pres">
      <dgm:prSet presAssocID="{64F83DF5-94D9-49F3-B13E-27B571A3AEB5}" presName="rootConnector" presStyleLbl="node3" presStyleIdx="0" presStyleCnt="0"/>
      <dgm:spPr/>
      <dgm:t>
        <a:bodyPr/>
        <a:lstStyle/>
        <a:p>
          <a:endParaRPr lang="en-US"/>
        </a:p>
      </dgm:t>
    </dgm:pt>
    <dgm:pt modelId="{1B4E1290-F34D-4F3E-9FC3-4167B3211D26}" type="pres">
      <dgm:prSet presAssocID="{64F83DF5-94D9-49F3-B13E-27B571A3AEB5}" presName="hierChild4" presStyleCnt="0"/>
      <dgm:spPr/>
    </dgm:pt>
    <dgm:pt modelId="{9B9D21FC-DFBE-4219-A025-F14D8B8E1B8E}" type="pres">
      <dgm:prSet presAssocID="{64F83DF5-94D9-49F3-B13E-27B571A3AEB5}" presName="hierChild5" presStyleCnt="0"/>
      <dgm:spPr/>
    </dgm:pt>
    <dgm:pt modelId="{74FAF566-BCC7-49BD-96A8-640EE1623B95}" type="pres">
      <dgm:prSet presAssocID="{88D01118-15F0-4082-A0A3-74BC448B8E99}" presName="hierChild5" presStyleCnt="0"/>
      <dgm:spPr/>
    </dgm:pt>
    <dgm:pt modelId="{E98C361E-2C78-4633-9DC5-50724ED9AC13}" type="pres">
      <dgm:prSet presAssocID="{AD0B8E6A-15F5-4770-96B9-A0EBB3842FFE}" presName="hierChild3" presStyleCnt="0"/>
      <dgm:spPr/>
    </dgm:pt>
    <dgm:pt modelId="{67F72498-2507-4826-B403-61106115ED02}" type="pres">
      <dgm:prSet presAssocID="{4A42732A-6BA7-4E1E-9AA2-A490D8F0B97B}" presName="Name96" presStyleLbl="parChTrans1D2" presStyleIdx="5" presStyleCnt="6"/>
      <dgm:spPr/>
      <dgm:t>
        <a:bodyPr/>
        <a:lstStyle/>
        <a:p>
          <a:endParaRPr lang="en-US"/>
        </a:p>
      </dgm:t>
    </dgm:pt>
    <dgm:pt modelId="{127CBB9F-B5A1-4236-897F-867B9925A98B}" type="pres">
      <dgm:prSet presAssocID="{B45A8BB3-EE1B-4AA9-BC8C-63B3ABA8C5F5}" presName="hierRoot3" presStyleCnt="0">
        <dgm:presLayoutVars>
          <dgm:hierBranch val="init"/>
        </dgm:presLayoutVars>
      </dgm:prSet>
      <dgm:spPr/>
    </dgm:pt>
    <dgm:pt modelId="{ADA9FF7F-231E-4CE7-A92C-9C9288F7C2F7}" type="pres">
      <dgm:prSet presAssocID="{B45A8BB3-EE1B-4AA9-BC8C-63B3ABA8C5F5}" presName="rootComposite3" presStyleCnt="0"/>
      <dgm:spPr/>
    </dgm:pt>
    <dgm:pt modelId="{50E2C8D8-A70F-403F-8AA3-9974A6DCDCD5}" type="pres">
      <dgm:prSet presAssocID="{B45A8BB3-EE1B-4AA9-BC8C-63B3ABA8C5F5}" presName="rootText3" presStyleLbl="asst1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9423177-B019-467A-BB77-64F905D24A4F}" type="pres">
      <dgm:prSet presAssocID="{B45A8BB3-EE1B-4AA9-BC8C-63B3ABA8C5F5}" presName="titleText3" presStyleLbl="fgAcc2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4E6D1217-4C95-4687-9517-DF6DD80006E7}" type="pres">
      <dgm:prSet presAssocID="{B45A8BB3-EE1B-4AA9-BC8C-63B3ABA8C5F5}" presName="rootConnector3" presStyleLbl="asst1" presStyleIdx="0" presStyleCnt="1"/>
      <dgm:spPr/>
      <dgm:t>
        <a:bodyPr/>
        <a:lstStyle/>
        <a:p>
          <a:endParaRPr lang="en-US"/>
        </a:p>
      </dgm:t>
    </dgm:pt>
    <dgm:pt modelId="{89E9D068-2733-4F72-AA6B-5F5D2B9F0C3A}" type="pres">
      <dgm:prSet presAssocID="{B45A8BB3-EE1B-4AA9-BC8C-63B3ABA8C5F5}" presName="hierChild6" presStyleCnt="0"/>
      <dgm:spPr/>
    </dgm:pt>
    <dgm:pt modelId="{81FDCB8A-AE1B-4B59-807F-57264CD0B793}" type="pres">
      <dgm:prSet presAssocID="{B45A8BB3-EE1B-4AA9-BC8C-63B3ABA8C5F5}" presName="hierChild7" presStyleCnt="0"/>
      <dgm:spPr/>
    </dgm:pt>
  </dgm:ptLst>
  <dgm:cxnLst>
    <dgm:cxn modelId="{97C1D10C-E4EB-4D5C-8D86-7F3D837DA93C}" type="presOf" srcId="{59371063-BA57-4074-A5B7-45E876355696}" destId="{2B27BDD7-66D8-4669-9F91-6E8E4B8A1419}" srcOrd="0" destOrd="0" presId="urn:microsoft.com/office/officeart/2008/layout/NameandTitleOrganizationalChart"/>
    <dgm:cxn modelId="{EFB4947F-D1FC-4F85-82C9-435B5AA13CC1}" type="presOf" srcId="{D0DC7944-E031-40DF-8EFE-EF0B5153EE07}" destId="{1D5F666B-2028-46E5-B06B-1ADB884BEC91}" srcOrd="0" destOrd="0" presId="urn:microsoft.com/office/officeart/2008/layout/NameandTitleOrganizationalChart"/>
    <dgm:cxn modelId="{90AC4583-2CA3-4017-A2B7-18B8321D5F2B}" type="presOf" srcId="{DCB33B09-D21D-4CEF-A5BE-DD44D2B32C77}" destId="{838800C2-E192-488F-851B-2F6A95A0D830}" srcOrd="1" destOrd="0" presId="urn:microsoft.com/office/officeart/2008/layout/NameandTitleOrganizationalChart"/>
    <dgm:cxn modelId="{43BE4C5B-8A62-4948-B74A-E10A9DA2D4F9}" type="presOf" srcId="{8F30BA9D-2FA7-42CF-9B0A-6CCA3CA73535}" destId="{FC5E5A81-E230-431B-9858-63E4864784A1}" srcOrd="0" destOrd="0" presId="urn:microsoft.com/office/officeart/2008/layout/NameandTitleOrganizationalChart"/>
    <dgm:cxn modelId="{B8922833-D174-4261-970D-CF495C4C883A}" type="presOf" srcId="{BC9DF657-6EBB-4382-A97D-5EE1F8B09C6C}" destId="{591F0243-C628-4295-B9FC-85E20A9A9E25}" srcOrd="0" destOrd="0" presId="urn:microsoft.com/office/officeart/2008/layout/NameandTitleOrganizationalChart"/>
    <dgm:cxn modelId="{9C00B2E8-94A7-4B99-9300-2704595FDDC9}" type="presOf" srcId="{92B98E8B-79CB-42AD-B6D5-D01D7911705D}" destId="{37430561-77EF-4BF2-B1B7-3189FBAD0E3B}" srcOrd="0" destOrd="0" presId="urn:microsoft.com/office/officeart/2008/layout/NameandTitleOrganizationalChart"/>
    <dgm:cxn modelId="{97AB5321-96E0-4603-A42A-D73A23A12D36}" type="presOf" srcId="{65AFCF31-68D1-4DD1-92A3-F8AF8A15A85E}" destId="{07BA564B-4DE3-47F4-AEC8-7F5D6D1FAE48}" srcOrd="0" destOrd="0" presId="urn:microsoft.com/office/officeart/2008/layout/NameandTitleOrganizationalChart"/>
    <dgm:cxn modelId="{5215039F-7D42-41F1-B8E6-0A8DD3DB8EB6}" srcId="{0F8CB8CA-55C2-4425-8D94-BBB1243F02F2}" destId="{D0DC7944-E031-40DF-8EFE-EF0B5153EE07}" srcOrd="0" destOrd="0" parTransId="{65AFCF31-68D1-4DD1-92A3-F8AF8A15A85E}" sibTransId="{3E3FB986-DE96-4FA5-A6EA-EE3C3E9670D3}"/>
    <dgm:cxn modelId="{B5FFB9C0-BE03-4A20-A985-03EEA59FCFBD}" srcId="{88D01118-15F0-4082-A0A3-74BC448B8E99}" destId="{7454774E-F321-4B9B-9BE3-9A6281AEBC42}" srcOrd="1" destOrd="0" parTransId="{0584DF6F-1F05-4630-A318-09AAB7DA97DC}" sibTransId="{ABBCC955-4678-4D3B-87DE-E7A2D63ABE03}"/>
    <dgm:cxn modelId="{DD270F97-A3A2-47AF-AE55-0E226A1D5C8B}" type="presOf" srcId="{FB4CA3E7-6417-496C-A7BB-BB0559536F0E}" destId="{2F80B22B-C504-471E-9E3D-7453A826EB8F}" srcOrd="0" destOrd="0" presId="urn:microsoft.com/office/officeart/2008/layout/NameandTitleOrganizationalChart"/>
    <dgm:cxn modelId="{E6988647-252C-498A-AF3A-31E7F9A9A3F5}" type="presOf" srcId="{3B8F0AFB-9E97-4AAA-AC25-AF33A3EB8679}" destId="{B2C530FB-C73C-4588-B7A3-ED72D9EC41DD}" srcOrd="0" destOrd="0" presId="urn:microsoft.com/office/officeart/2008/layout/NameandTitleOrganizationalChart"/>
    <dgm:cxn modelId="{BCDA53A1-C66C-4CE6-A4C0-AF37CD79E4A1}" srcId="{FC13A7F1-EF3F-462C-9B06-86DB9DAAB4EE}" destId="{2208B543-8970-460D-8920-DF7F97019367}" srcOrd="0" destOrd="0" parTransId="{5635DEAE-BE2B-489F-833D-B3A4105547C8}" sibTransId="{5F2D442D-B927-405C-9A58-1551EF1E345D}"/>
    <dgm:cxn modelId="{CCBA77A3-5D71-4F0C-A047-75A439A695F6}" type="presOf" srcId="{B45A8BB3-EE1B-4AA9-BC8C-63B3ABA8C5F5}" destId="{50E2C8D8-A70F-403F-8AA3-9974A6DCDCD5}" srcOrd="0" destOrd="0" presId="urn:microsoft.com/office/officeart/2008/layout/NameandTitleOrganizationalChart"/>
    <dgm:cxn modelId="{4A491087-8DEA-4674-B476-B8CD4A39D537}" type="presOf" srcId="{FC13A7F1-EF3F-462C-9B06-86DB9DAAB4EE}" destId="{403DC7AA-6C52-4C7D-9862-9686A28CF0A6}" srcOrd="0" destOrd="0" presId="urn:microsoft.com/office/officeart/2008/layout/NameandTitleOrganizationalChart"/>
    <dgm:cxn modelId="{6F5A7574-65A7-4224-BD25-AD4DAAC4DACB}" srcId="{AD0B8E6A-15F5-4770-96B9-A0EBB3842FFE}" destId="{88D01118-15F0-4082-A0A3-74BC448B8E99}" srcOrd="5" destOrd="0" parTransId="{BB3FA254-B762-4A37-9055-0F31141381FA}" sibTransId="{A308BE2B-B20E-463A-A690-5EF162B4A5D1}"/>
    <dgm:cxn modelId="{13A80703-F2E0-4D4D-AF2E-70FDDC3DF06B}" type="presOf" srcId="{8F09FCF9-CA52-4B5A-8322-1E49BD7979B9}" destId="{51767816-0D70-4189-A517-92A19F345321}" srcOrd="0" destOrd="0" presId="urn:microsoft.com/office/officeart/2008/layout/NameandTitleOrganizationalChart"/>
    <dgm:cxn modelId="{F59477EE-6FC9-4D9B-B880-EE427196E615}" type="presOf" srcId="{87DE224F-9219-4022-A3FC-AF14FE3089BA}" destId="{F217770B-FECF-4F9F-91FE-A1507BE96EED}" srcOrd="0" destOrd="0" presId="urn:microsoft.com/office/officeart/2008/layout/NameandTitleOrganizationalChart"/>
    <dgm:cxn modelId="{46046FB3-9F73-4A19-AEB5-B6E2DCE71F73}" type="presOf" srcId="{64F83DF5-94D9-49F3-B13E-27B571A3AEB5}" destId="{6A5A7771-BD69-48AB-873B-39CF38808B1A}" srcOrd="1" destOrd="0" presId="urn:microsoft.com/office/officeart/2008/layout/NameandTitleOrganizationalChart"/>
    <dgm:cxn modelId="{29CB8B4B-35CA-42C7-AD78-1ACC3963BAF2}" type="presOf" srcId="{8032F79D-9910-472A-B6B6-CDD62FE76FC1}" destId="{E6424183-1656-4CFC-9238-8C9F4DF6E3DD}" srcOrd="0" destOrd="0" presId="urn:microsoft.com/office/officeart/2008/layout/NameandTitleOrganizationalChart"/>
    <dgm:cxn modelId="{29F074A1-DDAD-4232-941B-411F9162A658}" type="presOf" srcId="{170598A9-8E3A-415D-8F83-737F0740F56C}" destId="{1239F12C-785E-45D4-A141-3CF590D9DDF2}" srcOrd="0" destOrd="0" presId="urn:microsoft.com/office/officeart/2008/layout/NameandTitleOrganizationalChart"/>
    <dgm:cxn modelId="{3200CF8C-D784-4599-92B2-E1E9EEF97590}" type="presOf" srcId="{8F30BA9D-2FA7-42CF-9B0A-6CCA3CA73535}" destId="{4D575377-26C9-409B-8027-797B5E8B156E}" srcOrd="1" destOrd="0" presId="urn:microsoft.com/office/officeart/2008/layout/NameandTitleOrganizationalChart"/>
    <dgm:cxn modelId="{084BDDBD-9565-400D-A657-85670DF64B7D}" type="presOf" srcId="{64F83DF5-94D9-49F3-B13E-27B571A3AEB5}" destId="{D63016ED-12AD-436F-9B10-0E77C30720AF}" srcOrd="0" destOrd="0" presId="urn:microsoft.com/office/officeart/2008/layout/NameandTitleOrganizationalChart"/>
    <dgm:cxn modelId="{2B457C70-7E6D-4DE0-98D2-A1D4A1C405A3}" type="presOf" srcId="{AD52E556-5709-49C1-AFE6-AFBA7908037D}" destId="{8E380F8C-891B-4F41-8AF0-38887B9CAB79}" srcOrd="1" destOrd="0" presId="urn:microsoft.com/office/officeart/2008/layout/NameandTitleOrganizationalChart"/>
    <dgm:cxn modelId="{136F0AEE-545E-4FB2-87FB-A7894A638EEB}" srcId="{2C922333-C1AE-44AA-86B3-845060F12999}" destId="{8032F79D-9910-472A-B6B6-CDD62FE76FC1}" srcOrd="0" destOrd="0" parTransId="{2BF310E6-1450-4322-973B-4DE3F00BD6AA}" sibTransId="{7404C849-D96A-47D9-A1E0-E674BC746A46}"/>
    <dgm:cxn modelId="{31C68DBC-91A4-442F-8BD7-19E97B9EE4FE}" type="presOf" srcId="{92B98E8B-79CB-42AD-B6D5-D01D7911705D}" destId="{682D8465-99D8-4B96-8F3F-F807FB9D805E}" srcOrd="1" destOrd="0" presId="urn:microsoft.com/office/officeart/2008/layout/NameandTitleOrganizationalChart"/>
    <dgm:cxn modelId="{DD8309AC-AD69-4251-A8A8-7681FF00031C}" type="presOf" srcId="{FEA2DF52-FC67-4049-817E-05C346038A55}" destId="{9FCACE1D-32A4-4C3F-93F2-39BE1D403AEA}" srcOrd="0" destOrd="0" presId="urn:microsoft.com/office/officeart/2008/layout/NameandTitleOrganizationalChart"/>
    <dgm:cxn modelId="{DC76F32D-EF56-40A1-A987-D4C79155ED2D}" srcId="{5C73A25E-8E34-47B6-A62F-B69C7FD1DA0B}" destId="{0F8CB8CA-55C2-4425-8D94-BBB1243F02F2}" srcOrd="0" destOrd="0" parTransId="{8DF43C91-45A1-406E-8FB2-3DD6531FA625}" sibTransId="{DC889124-8453-43AE-B8D3-8C6836301944}"/>
    <dgm:cxn modelId="{409E828D-B3A5-44D8-889F-5A48569E5A3C}" type="presOf" srcId="{0F8CB8CA-55C2-4425-8D94-BBB1243F02F2}" destId="{90A89A47-88E6-4886-8920-A044447E2857}" srcOrd="0" destOrd="0" presId="urn:microsoft.com/office/officeart/2008/layout/NameandTitleOrganizationalChart"/>
    <dgm:cxn modelId="{81230291-6A4E-40CB-B99D-2381B56BE178}" type="presOf" srcId="{7454774E-F321-4B9B-9BE3-9A6281AEBC42}" destId="{2F6B3A13-4575-4931-A09D-68769430708E}" srcOrd="0" destOrd="0" presId="urn:microsoft.com/office/officeart/2008/layout/NameandTitleOrganizationalChart"/>
    <dgm:cxn modelId="{DB68D221-0A58-4943-A78A-BAFDD27EEE9E}" type="presOf" srcId="{863721D3-411A-40A3-9E5E-714E8CE3D1A4}" destId="{0EA8342C-3F5E-4BD5-AAF9-1CBDDD224031}" srcOrd="0" destOrd="0" presId="urn:microsoft.com/office/officeart/2008/layout/NameandTitleOrganizationalChart"/>
    <dgm:cxn modelId="{01BF839F-9038-4648-B4EE-421DFFEFA433}" type="presOf" srcId="{5927FAED-AB83-41C5-84EC-791C6FDD6F7D}" destId="{459A8751-FB7B-4594-9B1D-BBDB5F3B3731}" srcOrd="0" destOrd="0" presId="urn:microsoft.com/office/officeart/2008/layout/NameandTitleOrganizationalChart"/>
    <dgm:cxn modelId="{025A417E-86BF-48C6-AAE5-8CD63FEC6830}" type="presOf" srcId="{ABBCC955-4678-4D3B-87DE-E7A2D63ABE03}" destId="{FD181A9C-ADF6-469D-ABE9-6E8F6AAB0390}" srcOrd="0" destOrd="0" presId="urn:microsoft.com/office/officeart/2008/layout/NameandTitleOrganizationalChart"/>
    <dgm:cxn modelId="{EFE9CB28-05AD-4ACF-910B-9ABA1670E703}" srcId="{88D01118-15F0-4082-A0A3-74BC448B8E99}" destId="{64F83DF5-94D9-49F3-B13E-27B571A3AEB5}" srcOrd="2" destOrd="0" parTransId="{311DB63F-2AB8-433E-B6D6-CD214EB4840A}" sibTransId="{516C5142-9394-4954-994F-30D914633FA6}"/>
    <dgm:cxn modelId="{52CE3728-8102-491B-8630-7C016555F682}" type="presOf" srcId="{6B8267FF-66F9-44C9-98B9-BF1D16E271C9}" destId="{C8F801EB-FCDA-4DB3-B626-D9BE5B0F1623}" srcOrd="0" destOrd="0" presId="urn:microsoft.com/office/officeart/2008/layout/NameandTitleOrganizationalChart"/>
    <dgm:cxn modelId="{001C941C-0AEB-4FFE-B461-DF86CFDE7122}" type="presOf" srcId="{DC889124-8453-43AE-B8D3-8C6836301944}" destId="{613FEE4D-9149-4910-A226-BE160C8ABB6D}" srcOrd="0" destOrd="0" presId="urn:microsoft.com/office/officeart/2008/layout/NameandTitleOrganizationalChart"/>
    <dgm:cxn modelId="{DA51F38D-D785-4927-8B24-5DB3CFFCF5F5}" srcId="{5C73A25E-8E34-47B6-A62F-B69C7FD1DA0B}" destId="{422E9761-B604-4250-9195-527805AC38ED}" srcOrd="1" destOrd="0" parTransId="{F896688D-5DF6-4A0A-BB25-213D3FB029BB}" sibTransId="{F8F05A4B-6943-40DC-B7BD-4188ECBCC3C5}"/>
    <dgm:cxn modelId="{B04682C8-CF20-440E-8971-4B2B0EF27DBF}" type="presOf" srcId="{2208B543-8970-460D-8920-DF7F97019367}" destId="{1088F5DC-E559-479E-AB5A-EA141A3EB0B1}" srcOrd="1" destOrd="0" presId="urn:microsoft.com/office/officeart/2008/layout/NameandTitleOrganizationalChart"/>
    <dgm:cxn modelId="{8B0ACFE1-F889-448F-A430-A2B0D4465D19}" type="presOf" srcId="{3573AE4B-577B-4F2A-8D4C-50D827145C1C}" destId="{928CBB52-C1EF-465F-A3A2-EED6AF8B69A3}" srcOrd="1" destOrd="0" presId="urn:microsoft.com/office/officeart/2008/layout/NameandTitleOrganizationalChart"/>
    <dgm:cxn modelId="{435F2CB5-7A4A-4E75-A55B-FE42C7DDA349}" type="presOf" srcId="{311DB63F-2AB8-433E-B6D6-CD214EB4840A}" destId="{6B222C99-E6CC-48DB-972D-AB9AF35CA7F7}" srcOrd="0" destOrd="0" presId="urn:microsoft.com/office/officeart/2008/layout/NameandTitleOrganizationalChart"/>
    <dgm:cxn modelId="{80FF4289-E921-4F2B-A6BA-01482FC712A6}" type="presOf" srcId="{8AA1C455-8BDE-4943-B063-91CCB7E46D2D}" destId="{E361DCB8-EEBF-4C50-BF4B-8E7B8008C7DE}" srcOrd="0" destOrd="0" presId="urn:microsoft.com/office/officeart/2008/layout/NameandTitleOrganizationalChart"/>
    <dgm:cxn modelId="{E8BB0391-1F4B-4888-8042-9A9554E98358}" type="presOf" srcId="{AD0B8E6A-15F5-4770-96B9-A0EBB3842FFE}" destId="{E21C4D44-88E9-473B-989E-93E903F49271}" srcOrd="0" destOrd="0" presId="urn:microsoft.com/office/officeart/2008/layout/NameandTitleOrganizationalChart"/>
    <dgm:cxn modelId="{1180D2EB-23D5-48A1-A239-21CCF7F618DE}" type="presOf" srcId="{7FB7C9DA-AD8F-4DFA-AB8C-D8FD3795DADB}" destId="{0FC032CB-4897-45C6-8CD4-FD3C90212ACD}" srcOrd="0" destOrd="0" presId="urn:microsoft.com/office/officeart/2008/layout/NameandTitleOrganizationalChart"/>
    <dgm:cxn modelId="{60C1E989-8410-4F54-A4A3-F331F84D662C}" type="presOf" srcId="{5C73A25E-8E34-47B6-A62F-B69C7FD1DA0B}" destId="{F5BC9795-2307-48C2-84E7-A46851430A7F}" srcOrd="1" destOrd="0" presId="urn:microsoft.com/office/officeart/2008/layout/NameandTitleOrganizationalChart"/>
    <dgm:cxn modelId="{1186F297-B8BD-4F2F-AC62-3D1C5E4F5B54}" type="presOf" srcId="{B5C489EB-3C31-420C-AE8F-149F051EF568}" destId="{EFDE0B60-E6B2-4255-AFF7-3D38E54DC4BE}" srcOrd="0" destOrd="0" presId="urn:microsoft.com/office/officeart/2008/layout/NameandTitleOrganizationalChart"/>
    <dgm:cxn modelId="{A7F9CCAF-EE35-4B9D-8955-C0C809387045}" type="presOf" srcId="{763214FB-80C7-4352-90BB-28647AE0C22D}" destId="{0A7D9E0C-EE89-409E-84EE-5B0B5E171358}" srcOrd="0" destOrd="0" presId="urn:microsoft.com/office/officeart/2008/layout/NameandTitleOrganizationalChart"/>
    <dgm:cxn modelId="{93E7BEBC-8707-4F05-B8F4-D1C2E0E7BB8F}" srcId="{FB4CA3E7-6417-496C-A7BB-BB0559536F0E}" destId="{AD0B8E6A-15F5-4770-96B9-A0EBB3842FFE}" srcOrd="0" destOrd="0" parTransId="{44208655-11DB-429A-BD71-0FE6EC988F54}" sibTransId="{5AFF24D6-BCDA-4DCA-BF7E-81DD733E4387}"/>
    <dgm:cxn modelId="{7DF369F0-4700-4A1C-9E43-76DD6C93E0B9}" type="presOf" srcId="{7404C849-D96A-47D9-A1E0-E674BC746A46}" destId="{FB66AE74-7BB9-476C-B0D8-6006E45AC5BC}" srcOrd="0" destOrd="0" presId="urn:microsoft.com/office/officeart/2008/layout/NameandTitleOrganizationalChart"/>
    <dgm:cxn modelId="{0681BB67-B5A1-4031-90A8-BE44436EC2DA}" type="presOf" srcId="{E1672775-83DF-4845-B130-2162D6FD0E05}" destId="{90674445-6682-424B-AEF7-31EF41B2059B}" srcOrd="0" destOrd="0" presId="urn:microsoft.com/office/officeart/2008/layout/NameandTitleOrganizationalChart"/>
    <dgm:cxn modelId="{89490438-C01A-4B2C-BFAE-94B03DCA774A}" type="presOf" srcId="{2C922333-C1AE-44AA-86B3-845060F12999}" destId="{50AEF85A-534B-45CB-9CB1-0424A70C26AF}" srcOrd="1" destOrd="0" presId="urn:microsoft.com/office/officeart/2008/layout/NameandTitleOrganizationalChart"/>
    <dgm:cxn modelId="{33B6728D-547B-40AF-8672-43E7C05761E1}" type="presOf" srcId="{7454774E-F321-4B9B-9BE3-9A6281AEBC42}" destId="{74B7497C-46EA-48F2-AFBE-AAC44F58976F}" srcOrd="1" destOrd="0" presId="urn:microsoft.com/office/officeart/2008/layout/NameandTitleOrganizationalChart"/>
    <dgm:cxn modelId="{BCF3D7ED-6130-409B-B92E-8B1D73B83D33}" type="presOf" srcId="{422E9761-B604-4250-9195-527805AC38ED}" destId="{FEAC0EE1-2305-4FAC-A0B8-D1133F575B9F}" srcOrd="1" destOrd="0" presId="urn:microsoft.com/office/officeart/2008/layout/NameandTitleOrganizationalChart"/>
    <dgm:cxn modelId="{40DDAEB9-6F1C-4226-9B5D-B5ACD67F929D}" srcId="{B01D7B43-9921-4C03-B76B-A49A13E8D043}" destId="{A17D7A97-33BE-4A1D-86AC-E33BA028D430}" srcOrd="0" destOrd="0" parTransId="{BC9DF657-6EBB-4382-A97D-5EE1F8B09C6C}" sibTransId="{59371063-BA57-4074-A5B7-45E876355696}"/>
    <dgm:cxn modelId="{2F066733-0E4A-4732-9D16-DD622A142846}" type="presOf" srcId="{5AB105F7-1BB6-4A45-ACE3-145E7EF1C791}" destId="{71C41888-90EA-4D9F-86AE-5701B86FD147}" srcOrd="1" destOrd="0" presId="urn:microsoft.com/office/officeart/2008/layout/NameandTitleOrganizationalChart"/>
    <dgm:cxn modelId="{DA84A137-8C2E-46E8-B942-AF464F4935A3}" type="presOf" srcId="{422E9761-B604-4250-9195-527805AC38ED}" destId="{E1684365-3551-4495-A77F-AC4855E70A83}" srcOrd="0" destOrd="0" presId="urn:microsoft.com/office/officeart/2008/layout/NameandTitleOrganizationalChart"/>
    <dgm:cxn modelId="{8B6ED678-A155-4672-B568-44BBB94876B3}" type="presOf" srcId="{AD0B8E6A-15F5-4770-96B9-A0EBB3842FFE}" destId="{509EBFA1-8ADA-44DB-9C16-A993DF85CA8E}" srcOrd="1" destOrd="0" presId="urn:microsoft.com/office/officeart/2008/layout/NameandTitleOrganizationalChart"/>
    <dgm:cxn modelId="{F7C839FD-1219-45D1-A53D-087BEE67CDB9}" type="presOf" srcId="{7511F987-A521-4F94-A2D2-8163438B59EC}" destId="{9678A22B-3A92-457B-B520-472CAE47853A}" srcOrd="0" destOrd="0" presId="urn:microsoft.com/office/officeart/2008/layout/NameandTitleOrganizationalChart"/>
    <dgm:cxn modelId="{70B20A36-94F5-4446-B429-36CA35C4B56F}" type="presOf" srcId="{4A42732A-6BA7-4E1E-9AA2-A490D8F0B97B}" destId="{67F72498-2507-4826-B403-61106115ED02}" srcOrd="0" destOrd="0" presId="urn:microsoft.com/office/officeart/2008/layout/NameandTitleOrganizationalChart"/>
    <dgm:cxn modelId="{D8CB516B-F178-44F3-9271-9730F965FB57}" srcId="{A17D7A97-33BE-4A1D-86AC-E33BA028D430}" destId="{5AB105F7-1BB6-4A45-ACE3-145E7EF1C791}" srcOrd="0" destOrd="0" parTransId="{E1672775-83DF-4845-B130-2162D6FD0E05}" sibTransId="{8F09FCF9-CA52-4B5A-8322-1E49BD7979B9}"/>
    <dgm:cxn modelId="{9660C739-2F46-4533-B100-BE2BDE661770}" type="presOf" srcId="{F8F05A4B-6943-40DC-B7BD-4188ECBCC3C5}" destId="{CBD28413-9D1B-4CAD-9523-22DC8C3D1DCE}" srcOrd="0" destOrd="0" presId="urn:microsoft.com/office/officeart/2008/layout/NameandTitleOrganizationalChart"/>
    <dgm:cxn modelId="{6004CDE2-F6C5-4425-9035-8133374A2DAD}" type="presOf" srcId="{CB90D27A-2C81-4997-920A-5CC78D6228F6}" destId="{B8A87BEC-9AC1-4A11-9100-0A2079619E72}" srcOrd="0" destOrd="0" presId="urn:microsoft.com/office/officeart/2008/layout/NameandTitleOrganizationalChart"/>
    <dgm:cxn modelId="{720E1809-1B4F-4D6F-B8AE-145B5675EFDC}" srcId="{2C922333-C1AE-44AA-86B3-845060F12999}" destId="{3573AE4B-577B-4F2A-8D4C-50D827145C1C}" srcOrd="1" destOrd="0" parTransId="{A61F7E47-F6AD-412A-A6CD-B40DE6C49434}" sibTransId="{7FB7C9DA-AD8F-4DFA-AB8C-D8FD3795DADB}"/>
    <dgm:cxn modelId="{4DA814AB-ED7A-4AC1-A013-3D4E3DB85735}" type="presOf" srcId="{133E4190-171B-43D1-A9EF-E632715B8C76}" destId="{3A21E2A9-AF8A-4808-A7CA-CB0DACDB6139}" srcOrd="0" destOrd="0" presId="urn:microsoft.com/office/officeart/2008/layout/NameandTitleOrganizationalChart"/>
    <dgm:cxn modelId="{2290C65D-24D2-40D9-811A-FCC97173D943}" type="presOf" srcId="{2C922333-C1AE-44AA-86B3-845060F12999}" destId="{418A6913-CD75-4AD5-A229-382E72F919B4}" srcOrd="0" destOrd="0" presId="urn:microsoft.com/office/officeart/2008/layout/NameandTitleOrganizationalChart"/>
    <dgm:cxn modelId="{A699F945-2956-43A5-8E3E-688F4E5B7131}" type="presOf" srcId="{8DF43C91-45A1-406E-8FB2-3DD6531FA625}" destId="{FDE33C26-0313-493D-819E-176FA8D5905A}" srcOrd="0" destOrd="0" presId="urn:microsoft.com/office/officeart/2008/layout/NameandTitleOrganizationalChart"/>
    <dgm:cxn modelId="{01786E35-B5E0-4C4D-AA98-0C0A947AE2F5}" srcId="{FC13A7F1-EF3F-462C-9B06-86DB9DAAB4EE}" destId="{92B98E8B-79CB-42AD-B6D5-D01D7911705D}" srcOrd="1" destOrd="0" parTransId="{AC5C6D0A-5399-409F-8B0D-634DCAD0F1C3}" sibTransId="{3B8F0AFB-9E97-4AAA-AC25-AF33A3EB8679}"/>
    <dgm:cxn modelId="{088E03AB-3189-4FD9-A098-41EEF3E0D857}" type="presOf" srcId="{0584DF6F-1F05-4630-A318-09AAB7DA97DC}" destId="{B9AA648C-B061-4E24-8A88-D1FD15010771}" srcOrd="0" destOrd="0" presId="urn:microsoft.com/office/officeart/2008/layout/NameandTitleOrganizationalChart"/>
    <dgm:cxn modelId="{BE07DFDE-DA0F-49BE-924A-D1D9180E83FA}" type="presOf" srcId="{9F34A64C-9A07-46A2-8ED7-93C5E6521D72}" destId="{0653250C-6C68-4298-834D-5E49D6B28434}" srcOrd="0" destOrd="0" presId="urn:microsoft.com/office/officeart/2008/layout/NameandTitleOrganizationalChart"/>
    <dgm:cxn modelId="{5BD2BDA3-FAD8-427C-B1E6-F7C95045E615}" type="presOf" srcId="{5AB105F7-1BB6-4A45-ACE3-145E7EF1C791}" destId="{F60BB4C1-9879-4DBA-B247-A3C27B5BB218}" srcOrd="0" destOrd="0" presId="urn:microsoft.com/office/officeart/2008/layout/NameandTitleOrganizationalChart"/>
    <dgm:cxn modelId="{D5D107E2-9BD1-4192-9A75-3BCA6FE832CE}" type="presOf" srcId="{B45A8BB3-EE1B-4AA9-BC8C-63B3ABA8C5F5}" destId="{4E6D1217-4C95-4687-9517-DF6DD80006E7}" srcOrd="1" destOrd="0" presId="urn:microsoft.com/office/officeart/2008/layout/NameandTitleOrganizationalChart"/>
    <dgm:cxn modelId="{84E36052-261B-4C1A-A4B8-C91CBA3E235C}" type="presOf" srcId="{0F8CB8CA-55C2-4425-8D94-BBB1243F02F2}" destId="{D00BA870-CF05-4B62-A457-F701B2D55AF7}" srcOrd="1" destOrd="0" presId="urn:microsoft.com/office/officeart/2008/layout/NameandTitleOrganizationalChart"/>
    <dgm:cxn modelId="{857B8181-077B-4E6D-9330-6EAB81CD2DCA}" type="presOf" srcId="{863721D3-411A-40A3-9E5E-714E8CE3D1A4}" destId="{98BCAC5F-75F2-4597-B69A-78B205F2442D}" srcOrd="1" destOrd="0" presId="urn:microsoft.com/office/officeart/2008/layout/NameandTitleOrganizationalChart"/>
    <dgm:cxn modelId="{B2CDF598-A5F1-446D-AC86-12DBE315CDA7}" type="presOf" srcId="{3E3FB986-DE96-4FA5-A6EA-EE3C3E9670D3}" destId="{59DB02EA-AB76-44A7-AC8F-D90957FDD3AA}" srcOrd="0" destOrd="0" presId="urn:microsoft.com/office/officeart/2008/layout/NameandTitleOrganizationalChart"/>
    <dgm:cxn modelId="{34EAF0AE-FCE2-47F2-B5D5-F1A06C5C7B3B}" type="presOf" srcId="{88D01118-15F0-4082-A0A3-74BC448B8E99}" destId="{6F5AE5AD-841F-4CCA-8C8B-1F1FB95FE427}" srcOrd="0" destOrd="0" presId="urn:microsoft.com/office/officeart/2008/layout/NameandTitleOrganizationalChart"/>
    <dgm:cxn modelId="{18A14FD9-C85E-4512-BEF7-04299AA5BCCF}" srcId="{88D01118-15F0-4082-A0A3-74BC448B8E99}" destId="{8F30BA9D-2FA7-42CF-9B0A-6CCA3CA73535}" srcOrd="0" destOrd="0" parTransId="{FEA2DF52-FC67-4049-817E-05C346038A55}" sibTransId="{FA05F71A-B5C6-4A61-AC45-D6179271357F}"/>
    <dgm:cxn modelId="{026FE9C4-DEBF-42B3-9ED9-AEF9721CBB9A}" srcId="{AD0B8E6A-15F5-4770-96B9-A0EBB3842FFE}" destId="{DCB33B09-D21D-4CEF-A5BE-DD44D2B32C77}" srcOrd="3" destOrd="0" parTransId="{0AA07659-F33D-4371-BBDD-9F049CC9F248}" sibTransId="{7511F987-A521-4F94-A2D2-8163438B59EC}"/>
    <dgm:cxn modelId="{B015206F-9207-4FEE-953B-94580139DA3D}" type="presOf" srcId="{5C73A25E-8E34-47B6-A62F-B69C7FD1DA0B}" destId="{29DC836F-550B-4CDB-8F25-AF28C1EE55FC}" srcOrd="0" destOrd="0" presId="urn:microsoft.com/office/officeart/2008/layout/NameandTitleOrganizationalChart"/>
    <dgm:cxn modelId="{9E2933EA-F5FB-4A66-A16C-9F168E4E1F9B}" type="presOf" srcId="{AC5C6D0A-5399-409F-8B0D-634DCAD0F1C3}" destId="{B7FE11C0-23B5-4555-A4F4-F2F2FCB74CBE}" srcOrd="0" destOrd="0" presId="urn:microsoft.com/office/officeart/2008/layout/NameandTitleOrganizationalChart"/>
    <dgm:cxn modelId="{2BE57090-CBA1-4BD6-8100-3459244E9D18}" type="presOf" srcId="{B01D7B43-9921-4C03-B76B-A49A13E8D043}" destId="{D36E5F06-0855-4D89-8FFE-0DD7DE25EE6E}" srcOrd="0" destOrd="0" presId="urn:microsoft.com/office/officeart/2008/layout/NameandTitleOrganizationalChart"/>
    <dgm:cxn modelId="{A26AAD77-2400-437C-BE88-50FC947B2097}" type="presOf" srcId="{B4B223EE-1E71-452B-A02A-7EE9330D3580}" destId="{5874F2D8-0B0B-428F-9C58-DE273780BE91}" srcOrd="0" destOrd="0" presId="urn:microsoft.com/office/officeart/2008/layout/NameandTitleOrganizationalChart"/>
    <dgm:cxn modelId="{2E1FC791-3DF7-4439-AB78-EAA6033CE5A3}" type="presOf" srcId="{FA05F71A-B5C6-4A61-AC45-D6179271357F}" destId="{85361929-8E6F-43CE-8371-7ACC397C86EC}" srcOrd="0" destOrd="0" presId="urn:microsoft.com/office/officeart/2008/layout/NameandTitleOrganizationalChart"/>
    <dgm:cxn modelId="{7AE90675-8DEA-4344-8756-A85D4720A2D5}" type="presOf" srcId="{A17D7A97-33BE-4A1D-86AC-E33BA028D430}" destId="{E65F183E-45B5-4898-983D-BA1841EA8FD7}" srcOrd="0" destOrd="0" presId="urn:microsoft.com/office/officeart/2008/layout/NameandTitleOrganizationalChart"/>
    <dgm:cxn modelId="{5D8FB70F-4763-4E36-9058-FFAC69AA31C1}" srcId="{AD0B8E6A-15F5-4770-96B9-A0EBB3842FFE}" destId="{FC13A7F1-EF3F-462C-9B06-86DB9DAAB4EE}" srcOrd="1" destOrd="0" parTransId="{D9399550-B5F9-4015-A086-658F904E358B}" sibTransId="{6B8267FF-66F9-44C9-98B9-BF1D16E271C9}"/>
    <dgm:cxn modelId="{1DF6556D-E81B-4CFC-A4E4-82351DB92E92}" type="presOf" srcId="{0AA07659-F33D-4371-BBDD-9F049CC9F248}" destId="{45B6CC11-A897-4D0F-8C3F-782FCA11754A}" srcOrd="0" destOrd="0" presId="urn:microsoft.com/office/officeart/2008/layout/NameandTitleOrganizationalChart"/>
    <dgm:cxn modelId="{3D9A160D-BEF3-4CFE-A99A-B48E935599BA}" type="presOf" srcId="{3573AE4B-577B-4F2A-8D4C-50D827145C1C}" destId="{4E32D0FB-8C27-4C12-9076-B245A8A3A039}" srcOrd="0" destOrd="0" presId="urn:microsoft.com/office/officeart/2008/layout/NameandTitleOrganizationalChart"/>
    <dgm:cxn modelId="{21C7C71C-3959-4D5D-81C9-3BDE7899F263}" type="presOf" srcId="{5927FAED-AB83-41C5-84EC-791C6FDD6F7D}" destId="{6611EC6F-5FFA-401B-8CE7-FF259483E560}" srcOrd="1" destOrd="0" presId="urn:microsoft.com/office/officeart/2008/layout/NameandTitleOrganizationalChart"/>
    <dgm:cxn modelId="{64B8552B-52D0-4304-85D8-4B207ED8AC8E}" type="presOf" srcId="{A308BE2B-B20E-463A-A690-5EF162B4A5D1}" destId="{D174FEAB-2225-4E10-B893-E28FB5EDB849}" srcOrd="0" destOrd="0" presId="urn:microsoft.com/office/officeart/2008/layout/NameandTitleOrganizationalChart"/>
    <dgm:cxn modelId="{0941999A-4ED7-429E-86BE-ABB90A2A6B74}" type="presOf" srcId="{2BF310E6-1450-4322-973B-4DE3F00BD6AA}" destId="{0E8A0764-2855-4E90-A1C3-83EC6EEDD262}" srcOrd="0" destOrd="0" presId="urn:microsoft.com/office/officeart/2008/layout/NameandTitleOrganizationalChart"/>
    <dgm:cxn modelId="{56CD996A-2DD5-4C7B-A08D-3EF36BE20832}" srcId="{AD0B8E6A-15F5-4770-96B9-A0EBB3842FFE}" destId="{863721D3-411A-40A3-9E5E-714E8CE3D1A4}" srcOrd="4" destOrd="0" parTransId="{170598A9-8E3A-415D-8F83-737F0740F56C}" sibTransId="{87DE224F-9219-4022-A3FC-AF14FE3089BA}"/>
    <dgm:cxn modelId="{103D6E77-8681-4EC9-BB46-E02F0CA0A77C}" type="presOf" srcId="{516C5142-9394-4954-994F-30D914633FA6}" destId="{E923E13B-9181-4623-9A02-4B74635F3A45}" srcOrd="0" destOrd="0" presId="urn:microsoft.com/office/officeart/2008/layout/NameandTitleOrganizationalChart"/>
    <dgm:cxn modelId="{A56F0461-56F1-4F6F-A0AE-9F4AFE4C8EB1}" type="presOf" srcId="{50A8A6BC-1266-4F6F-853F-6DD562154EC3}" destId="{05F79C77-283F-44CE-A39A-F30FB1369FAA}" srcOrd="0" destOrd="0" presId="urn:microsoft.com/office/officeart/2008/layout/NameandTitleOrganizationalChart"/>
    <dgm:cxn modelId="{AA99D225-178A-446A-A7CC-51DA543D1444}" type="presOf" srcId="{AD52E556-5709-49C1-AFE6-AFBA7908037D}" destId="{8B397E60-B38D-4B20-9819-E881234CF420}" srcOrd="0" destOrd="0" presId="urn:microsoft.com/office/officeart/2008/layout/NameandTitleOrganizationalChart"/>
    <dgm:cxn modelId="{91CB6F96-2496-45C2-9985-45CEC4BD3A8A}" type="presOf" srcId="{B01D7B43-9921-4C03-B76B-A49A13E8D043}" destId="{D7DC54C5-A671-47BC-B6BC-B048413D3523}" srcOrd="1" destOrd="0" presId="urn:microsoft.com/office/officeart/2008/layout/NameandTitleOrganizationalChart"/>
    <dgm:cxn modelId="{B847F249-B901-4636-A37D-1D81E27C4D5C}" type="presOf" srcId="{5F2D442D-B927-405C-9A58-1551EF1E345D}" destId="{CC005C44-FD48-48B2-A9F6-56378946CBF6}" srcOrd="0" destOrd="0" presId="urn:microsoft.com/office/officeart/2008/layout/NameandTitleOrganizationalChart"/>
    <dgm:cxn modelId="{8FCE3788-9376-4DEA-992B-8A786052F403}" type="presOf" srcId="{75E59ADC-E161-40A3-8213-6D7F02136A08}" destId="{3D43C867-7E24-4724-AA3D-BD8D62A08162}" srcOrd="0" destOrd="0" presId="urn:microsoft.com/office/officeart/2008/layout/NameandTitleOrganizationalChart"/>
    <dgm:cxn modelId="{AA811953-8A2E-470C-B7F2-78EB05A6DE82}" type="presOf" srcId="{5504691B-313D-4294-BA0C-5FEBCC1C5229}" destId="{A60B41E8-887C-446C-8BCB-AC7A3FE51D67}" srcOrd="0" destOrd="0" presId="urn:microsoft.com/office/officeart/2008/layout/NameandTitleOrganizationalChart"/>
    <dgm:cxn modelId="{BC504CF1-2CBB-436B-9CA0-66C24B548CA8}" type="presOf" srcId="{A17D7A97-33BE-4A1D-86AC-E33BA028D430}" destId="{651E792F-D9D7-4BF1-B30F-B8E379C5DF81}" srcOrd="1" destOrd="0" presId="urn:microsoft.com/office/officeart/2008/layout/NameandTitleOrganizationalChart"/>
    <dgm:cxn modelId="{229FD451-15EA-4356-9281-DD7B6822D1D4}" srcId="{0F8CB8CA-55C2-4425-8D94-BBB1243F02F2}" destId="{B01D7B43-9921-4C03-B76B-A49A13E8D043}" srcOrd="1" destOrd="0" parTransId="{5504691B-313D-4294-BA0C-5FEBCC1C5229}" sibTransId="{B5C489EB-3C31-420C-AE8F-149F051EF568}"/>
    <dgm:cxn modelId="{1D0C33CD-6132-4700-B1ED-E84A875FFA5F}" type="presOf" srcId="{88D01118-15F0-4082-A0A3-74BC448B8E99}" destId="{7BECB10B-4493-4390-B4B4-2744D08F1610}" srcOrd="1" destOrd="0" presId="urn:microsoft.com/office/officeart/2008/layout/NameandTitleOrganizationalChart"/>
    <dgm:cxn modelId="{B93D9870-3423-4D0E-BBBA-C1D8C1644A0C}" type="presOf" srcId="{DCB33B09-D21D-4CEF-A5BE-DD44D2B32C77}" destId="{1640E760-3461-4711-A4D8-04D89BAE3967}" srcOrd="0" destOrd="0" presId="urn:microsoft.com/office/officeart/2008/layout/NameandTitleOrganizationalChart"/>
    <dgm:cxn modelId="{B536620B-DC86-4477-B01D-7DC908326AFE}" type="presOf" srcId="{2208B543-8970-460D-8920-DF7F97019367}" destId="{B3D6F083-EA61-4C24-B4E3-B7B5DAF6BDF5}" srcOrd="0" destOrd="0" presId="urn:microsoft.com/office/officeart/2008/layout/NameandTitleOrganizationalChart"/>
    <dgm:cxn modelId="{0163CFD9-38E4-4E71-A0E6-AA3E3D18C0FF}" type="presOf" srcId="{A61F7E47-F6AD-412A-A6CD-B40DE6C49434}" destId="{329F6621-3EB5-4584-83C3-10CA761B4BF3}" srcOrd="0" destOrd="0" presId="urn:microsoft.com/office/officeart/2008/layout/NameandTitleOrganizationalChart"/>
    <dgm:cxn modelId="{4B77B509-88A5-404A-B29B-4CE316594E54}" srcId="{AD0B8E6A-15F5-4770-96B9-A0EBB3842FFE}" destId="{B45A8BB3-EE1B-4AA9-BC8C-63B3ABA8C5F5}" srcOrd="0" destOrd="0" parTransId="{4A42732A-6BA7-4E1E-9AA2-A490D8F0B97B}" sibTransId="{3B04FFE7-ADEB-418D-9702-D0EB48DEB793}"/>
    <dgm:cxn modelId="{ABB43C90-CDBF-404F-A5BD-00B49273C7D8}" type="presOf" srcId="{FC13A7F1-EF3F-462C-9B06-86DB9DAAB4EE}" destId="{B6A7CDEC-4720-4FAC-862C-1E2D78E7355A}" srcOrd="1" destOrd="0" presId="urn:microsoft.com/office/officeart/2008/layout/NameandTitleOrganizationalChart"/>
    <dgm:cxn modelId="{2CCBA026-6B38-4FA7-9637-44FC7D190B1F}" srcId="{863721D3-411A-40A3-9E5E-714E8CE3D1A4}" destId="{2C922333-C1AE-44AA-86B3-845060F12999}" srcOrd="1" destOrd="0" parTransId="{133E4190-171B-43D1-A9EF-E632715B8C76}" sibTransId="{50A8A6BC-1266-4F6F-853F-6DD562154EC3}"/>
    <dgm:cxn modelId="{E7BC5517-E220-4F8C-B362-DCFDA90C8405}" srcId="{3573AE4B-577B-4F2A-8D4C-50D827145C1C}" destId="{AD52E556-5709-49C1-AFE6-AFBA7908037D}" srcOrd="0" destOrd="0" parTransId="{75E59ADC-E161-40A3-8213-6D7F02136A08}" sibTransId="{763214FB-80C7-4352-90BB-28647AE0C22D}"/>
    <dgm:cxn modelId="{CCC57EB1-0802-429D-8464-77CE640A8775}" type="presOf" srcId="{BB3FA254-B762-4A37-9055-0F31141381FA}" destId="{16B7DF7D-06A7-4C21-8D92-A9978783E8CE}" srcOrd="0" destOrd="0" presId="urn:microsoft.com/office/officeart/2008/layout/NameandTitleOrganizationalChart"/>
    <dgm:cxn modelId="{3888F7D7-3799-432C-AA54-C83C7DB8280F}" type="presOf" srcId="{F896688D-5DF6-4A0A-BB25-213D3FB029BB}" destId="{CE1E31BE-F11E-4E36-9185-6122424C4B4B}" srcOrd="0" destOrd="0" presId="urn:microsoft.com/office/officeart/2008/layout/NameandTitleOrganizationalChart"/>
    <dgm:cxn modelId="{006E24D7-CD65-4042-9972-BC45DAB72D13}" type="presOf" srcId="{3B04FFE7-ADEB-418D-9702-D0EB48DEB793}" destId="{D9423177-B019-467A-BB77-64F905D24A4F}" srcOrd="0" destOrd="0" presId="urn:microsoft.com/office/officeart/2008/layout/NameandTitleOrganizationalChart"/>
    <dgm:cxn modelId="{21787C38-2267-4E6D-8FD9-A40D1A1FA59A}" type="presOf" srcId="{5AFF24D6-BCDA-4DCA-BF7E-81DD733E4387}" destId="{57E588DB-E786-4FB0-94AE-F82AE575143B}" srcOrd="0" destOrd="0" presId="urn:microsoft.com/office/officeart/2008/layout/NameandTitleOrganizationalChart"/>
    <dgm:cxn modelId="{A264CAC3-5668-440B-B03F-D20D11056694}" type="presOf" srcId="{D9399550-B5F9-4015-A086-658F904E358B}" destId="{08B62E39-36BA-49F3-A143-247B17AD7AB6}" srcOrd="0" destOrd="0" presId="urn:microsoft.com/office/officeart/2008/layout/NameandTitleOrganizationalChart"/>
    <dgm:cxn modelId="{EA1A3700-5333-44E3-AED2-2C7311B7B42F}" type="presOf" srcId="{8032F79D-9910-472A-B6B6-CDD62FE76FC1}" destId="{C1A7C512-A9DE-4888-B03D-54AC50249F6B}" srcOrd="1" destOrd="0" presId="urn:microsoft.com/office/officeart/2008/layout/NameandTitleOrganizationalChart"/>
    <dgm:cxn modelId="{0BBDAD11-0A93-471F-BB42-A199E09220CF}" srcId="{863721D3-411A-40A3-9E5E-714E8CE3D1A4}" destId="{5927FAED-AB83-41C5-84EC-791C6FDD6F7D}" srcOrd="0" destOrd="0" parTransId="{8AA1C455-8BDE-4943-B063-91CCB7E46D2D}" sibTransId="{B4B223EE-1E71-452B-A02A-7EE9330D3580}"/>
    <dgm:cxn modelId="{4EAAC6FF-26F6-4BBE-A71B-E0E75125DD43}" type="presOf" srcId="{D0DC7944-E031-40DF-8EFE-EF0B5153EE07}" destId="{7F7DD9CD-E654-45E1-AD12-BD00DC852360}" srcOrd="1" destOrd="0" presId="urn:microsoft.com/office/officeart/2008/layout/NameandTitleOrganizationalChart"/>
    <dgm:cxn modelId="{BEDFDAE4-F7F7-494F-BD80-3C0234CB08CE}" type="presOf" srcId="{5635DEAE-BE2B-489F-833D-B3A4105547C8}" destId="{18247BB4-721A-4FF0-9B99-CDD38B62B65F}" srcOrd="0" destOrd="0" presId="urn:microsoft.com/office/officeart/2008/layout/NameandTitleOrganizationalChart"/>
    <dgm:cxn modelId="{471D9E00-A96C-43FA-AFFA-126B87E40118}" srcId="{AD0B8E6A-15F5-4770-96B9-A0EBB3842FFE}" destId="{5C73A25E-8E34-47B6-A62F-B69C7FD1DA0B}" srcOrd="2" destOrd="0" parTransId="{CB90D27A-2C81-4997-920A-5CC78D6228F6}" sibTransId="{9F34A64C-9A07-46A2-8ED7-93C5E6521D72}"/>
    <dgm:cxn modelId="{C2F9CA5E-993A-457A-977F-02F2BBC3BB97}" type="presParOf" srcId="{2F80B22B-C504-471E-9E3D-7453A826EB8F}" destId="{1BE175E3-7362-44F1-95F4-394D6DC44E61}" srcOrd="0" destOrd="0" presId="urn:microsoft.com/office/officeart/2008/layout/NameandTitleOrganizationalChart"/>
    <dgm:cxn modelId="{1FABD154-52DB-4159-95A4-E3C873D0C90F}" type="presParOf" srcId="{1BE175E3-7362-44F1-95F4-394D6DC44E61}" destId="{4CF2A7EB-2A5B-45E3-92EF-B5FEF5DAD732}" srcOrd="0" destOrd="0" presId="urn:microsoft.com/office/officeart/2008/layout/NameandTitleOrganizationalChart"/>
    <dgm:cxn modelId="{1F5B3E48-5882-4A85-BE9D-8BACFF5ACC4D}" type="presParOf" srcId="{4CF2A7EB-2A5B-45E3-92EF-B5FEF5DAD732}" destId="{E21C4D44-88E9-473B-989E-93E903F49271}" srcOrd="0" destOrd="0" presId="urn:microsoft.com/office/officeart/2008/layout/NameandTitleOrganizationalChart"/>
    <dgm:cxn modelId="{7AF18C18-C21D-4787-A414-CDD8221C800A}" type="presParOf" srcId="{4CF2A7EB-2A5B-45E3-92EF-B5FEF5DAD732}" destId="{57E588DB-E786-4FB0-94AE-F82AE575143B}" srcOrd="1" destOrd="0" presId="urn:microsoft.com/office/officeart/2008/layout/NameandTitleOrganizationalChart"/>
    <dgm:cxn modelId="{FD523AA8-66B1-47D1-8DC3-98D6A90D2EE9}" type="presParOf" srcId="{4CF2A7EB-2A5B-45E3-92EF-B5FEF5DAD732}" destId="{509EBFA1-8ADA-44DB-9C16-A993DF85CA8E}" srcOrd="2" destOrd="0" presId="urn:microsoft.com/office/officeart/2008/layout/NameandTitleOrganizationalChart"/>
    <dgm:cxn modelId="{EE65F48F-0F42-4E79-BD06-9D9468203BDF}" type="presParOf" srcId="{1BE175E3-7362-44F1-95F4-394D6DC44E61}" destId="{733B80A9-DD4E-4940-98D6-565D3F198D98}" srcOrd="1" destOrd="0" presId="urn:microsoft.com/office/officeart/2008/layout/NameandTitleOrganizationalChart"/>
    <dgm:cxn modelId="{B3422E67-6963-4433-A028-54B2D2ADDFFE}" type="presParOf" srcId="{733B80A9-DD4E-4940-98D6-565D3F198D98}" destId="{08B62E39-36BA-49F3-A143-247B17AD7AB6}" srcOrd="0" destOrd="0" presId="urn:microsoft.com/office/officeart/2008/layout/NameandTitleOrganizationalChart"/>
    <dgm:cxn modelId="{4433ACC9-9D47-4D1A-A9EC-DB918389A5D1}" type="presParOf" srcId="{733B80A9-DD4E-4940-98D6-565D3F198D98}" destId="{350FC5C7-D004-4073-831F-1335F740AB42}" srcOrd="1" destOrd="0" presId="urn:microsoft.com/office/officeart/2008/layout/NameandTitleOrganizationalChart"/>
    <dgm:cxn modelId="{D8E677DB-CAE8-440A-8DF9-452E04636D5B}" type="presParOf" srcId="{350FC5C7-D004-4073-831F-1335F740AB42}" destId="{77FE9BD4-89DB-4ED9-B040-0057E971C24E}" srcOrd="0" destOrd="0" presId="urn:microsoft.com/office/officeart/2008/layout/NameandTitleOrganizationalChart"/>
    <dgm:cxn modelId="{62EA217F-2EF8-4AED-9D5E-E7C73A10DE52}" type="presParOf" srcId="{77FE9BD4-89DB-4ED9-B040-0057E971C24E}" destId="{403DC7AA-6C52-4C7D-9862-9686A28CF0A6}" srcOrd="0" destOrd="0" presId="urn:microsoft.com/office/officeart/2008/layout/NameandTitleOrganizationalChart"/>
    <dgm:cxn modelId="{58622EFF-1154-49F6-A128-A071A278EF92}" type="presParOf" srcId="{77FE9BD4-89DB-4ED9-B040-0057E971C24E}" destId="{C8F801EB-FCDA-4DB3-B626-D9BE5B0F1623}" srcOrd="1" destOrd="0" presId="urn:microsoft.com/office/officeart/2008/layout/NameandTitleOrganizationalChart"/>
    <dgm:cxn modelId="{5E8FE2FC-5E34-4041-AE2A-712FE7D16B20}" type="presParOf" srcId="{77FE9BD4-89DB-4ED9-B040-0057E971C24E}" destId="{B6A7CDEC-4720-4FAC-862C-1E2D78E7355A}" srcOrd="2" destOrd="0" presId="urn:microsoft.com/office/officeart/2008/layout/NameandTitleOrganizationalChart"/>
    <dgm:cxn modelId="{552EB889-7717-4324-BBAA-CB3E8A120302}" type="presParOf" srcId="{350FC5C7-D004-4073-831F-1335F740AB42}" destId="{9EDBEA59-0488-4FC4-A990-2873B9D593C2}" srcOrd="1" destOrd="0" presId="urn:microsoft.com/office/officeart/2008/layout/NameandTitleOrganizationalChart"/>
    <dgm:cxn modelId="{011CD6C2-B9D0-4FA2-AF7D-B9295611FA52}" type="presParOf" srcId="{9EDBEA59-0488-4FC4-A990-2873B9D593C2}" destId="{18247BB4-721A-4FF0-9B99-CDD38B62B65F}" srcOrd="0" destOrd="0" presId="urn:microsoft.com/office/officeart/2008/layout/NameandTitleOrganizationalChart"/>
    <dgm:cxn modelId="{00D04653-16B3-42E7-B011-18194B5A99FF}" type="presParOf" srcId="{9EDBEA59-0488-4FC4-A990-2873B9D593C2}" destId="{E537EC65-CB3A-4CEE-8BA3-91E7CD481A46}" srcOrd="1" destOrd="0" presId="urn:microsoft.com/office/officeart/2008/layout/NameandTitleOrganizationalChart"/>
    <dgm:cxn modelId="{52D50D9A-B1FE-4C40-8331-BB1E80631623}" type="presParOf" srcId="{E537EC65-CB3A-4CEE-8BA3-91E7CD481A46}" destId="{DEED44F9-1B3B-4842-BE6A-CD3E39CE4896}" srcOrd="0" destOrd="0" presId="urn:microsoft.com/office/officeart/2008/layout/NameandTitleOrganizationalChart"/>
    <dgm:cxn modelId="{BAB3D087-FC3E-4B69-B8BD-F7AB5EF0740B}" type="presParOf" srcId="{DEED44F9-1B3B-4842-BE6A-CD3E39CE4896}" destId="{B3D6F083-EA61-4C24-B4E3-B7B5DAF6BDF5}" srcOrd="0" destOrd="0" presId="urn:microsoft.com/office/officeart/2008/layout/NameandTitleOrganizationalChart"/>
    <dgm:cxn modelId="{83D0FFA0-418C-4E7A-ACAA-67B4F7D8DEF7}" type="presParOf" srcId="{DEED44F9-1B3B-4842-BE6A-CD3E39CE4896}" destId="{CC005C44-FD48-48B2-A9F6-56378946CBF6}" srcOrd="1" destOrd="0" presId="urn:microsoft.com/office/officeart/2008/layout/NameandTitleOrganizationalChart"/>
    <dgm:cxn modelId="{58EA737D-957C-4E1A-9122-B5107C95E201}" type="presParOf" srcId="{DEED44F9-1B3B-4842-BE6A-CD3E39CE4896}" destId="{1088F5DC-E559-479E-AB5A-EA141A3EB0B1}" srcOrd="2" destOrd="0" presId="urn:microsoft.com/office/officeart/2008/layout/NameandTitleOrganizationalChart"/>
    <dgm:cxn modelId="{0CC1742A-B2A8-4A3D-97D2-FCB1BBB6AD3A}" type="presParOf" srcId="{E537EC65-CB3A-4CEE-8BA3-91E7CD481A46}" destId="{F0033FB9-A975-4D43-9D8E-E9ACFC5949C7}" srcOrd="1" destOrd="0" presId="urn:microsoft.com/office/officeart/2008/layout/NameandTitleOrganizationalChart"/>
    <dgm:cxn modelId="{88244262-D7AC-41DB-9C14-106BEC443BF2}" type="presParOf" srcId="{E537EC65-CB3A-4CEE-8BA3-91E7CD481A46}" destId="{21765C23-D61E-4166-BCE3-31C1BC977F30}" srcOrd="2" destOrd="0" presId="urn:microsoft.com/office/officeart/2008/layout/NameandTitleOrganizationalChart"/>
    <dgm:cxn modelId="{D1011B18-82E9-4070-BC7F-CF9C0B17DA79}" type="presParOf" srcId="{9EDBEA59-0488-4FC4-A990-2873B9D593C2}" destId="{B7FE11C0-23B5-4555-A4F4-F2F2FCB74CBE}" srcOrd="2" destOrd="0" presId="urn:microsoft.com/office/officeart/2008/layout/NameandTitleOrganizationalChart"/>
    <dgm:cxn modelId="{20FBA4C3-25E7-4973-B674-E97FB86634D7}" type="presParOf" srcId="{9EDBEA59-0488-4FC4-A990-2873B9D593C2}" destId="{0B932BBF-0927-4F85-8542-A5F884F4DF63}" srcOrd="3" destOrd="0" presId="urn:microsoft.com/office/officeart/2008/layout/NameandTitleOrganizationalChart"/>
    <dgm:cxn modelId="{22A30DE6-C15F-4C0C-B882-62C6B44D8460}" type="presParOf" srcId="{0B932BBF-0927-4F85-8542-A5F884F4DF63}" destId="{5A1837E7-A91B-4C69-B769-A010151EAC6D}" srcOrd="0" destOrd="0" presId="urn:microsoft.com/office/officeart/2008/layout/NameandTitleOrganizationalChart"/>
    <dgm:cxn modelId="{06F7F8F7-442F-462A-921A-D98B13675B6A}" type="presParOf" srcId="{5A1837E7-A91B-4C69-B769-A010151EAC6D}" destId="{37430561-77EF-4BF2-B1B7-3189FBAD0E3B}" srcOrd="0" destOrd="0" presId="urn:microsoft.com/office/officeart/2008/layout/NameandTitleOrganizationalChart"/>
    <dgm:cxn modelId="{7EB1105B-EB44-4863-81FE-59BCD0869ED8}" type="presParOf" srcId="{5A1837E7-A91B-4C69-B769-A010151EAC6D}" destId="{B2C530FB-C73C-4588-B7A3-ED72D9EC41DD}" srcOrd="1" destOrd="0" presId="urn:microsoft.com/office/officeart/2008/layout/NameandTitleOrganizationalChart"/>
    <dgm:cxn modelId="{39CC668C-E602-4D50-9DF5-3F3F23A8F31D}" type="presParOf" srcId="{5A1837E7-A91B-4C69-B769-A010151EAC6D}" destId="{682D8465-99D8-4B96-8F3F-F807FB9D805E}" srcOrd="2" destOrd="0" presId="urn:microsoft.com/office/officeart/2008/layout/NameandTitleOrganizationalChart"/>
    <dgm:cxn modelId="{559B8FD8-2FF7-4812-B981-E2D8A59F0AFA}" type="presParOf" srcId="{0B932BBF-0927-4F85-8542-A5F884F4DF63}" destId="{4EC9F653-6F25-450C-983E-087454B3CC4A}" srcOrd="1" destOrd="0" presId="urn:microsoft.com/office/officeart/2008/layout/NameandTitleOrganizationalChart"/>
    <dgm:cxn modelId="{C3C04765-4BD4-4ECF-B4F9-053F1A11EB65}" type="presParOf" srcId="{0B932BBF-0927-4F85-8542-A5F884F4DF63}" destId="{89942CB5-ACAB-425A-9312-58F50D18DB4C}" srcOrd="2" destOrd="0" presId="urn:microsoft.com/office/officeart/2008/layout/NameandTitleOrganizationalChart"/>
    <dgm:cxn modelId="{02778AD9-8AAD-4A8D-B2D0-E9CA06DCE73A}" type="presParOf" srcId="{350FC5C7-D004-4073-831F-1335F740AB42}" destId="{E439FBBE-05CC-4D53-A7FD-A34F277A9EFC}" srcOrd="2" destOrd="0" presId="urn:microsoft.com/office/officeart/2008/layout/NameandTitleOrganizationalChart"/>
    <dgm:cxn modelId="{612648E2-6627-4471-B804-A9A350D6F245}" type="presParOf" srcId="{733B80A9-DD4E-4940-98D6-565D3F198D98}" destId="{B8A87BEC-9AC1-4A11-9100-0A2079619E72}" srcOrd="2" destOrd="0" presId="urn:microsoft.com/office/officeart/2008/layout/NameandTitleOrganizationalChart"/>
    <dgm:cxn modelId="{BEB3FFA9-12E2-4620-B7AB-3ED65FC5FB3E}" type="presParOf" srcId="{733B80A9-DD4E-4940-98D6-565D3F198D98}" destId="{18CDB5DB-3B96-4233-B65A-534536334511}" srcOrd="3" destOrd="0" presId="urn:microsoft.com/office/officeart/2008/layout/NameandTitleOrganizationalChart"/>
    <dgm:cxn modelId="{8F760930-39AA-462C-8D07-21909617E2B1}" type="presParOf" srcId="{18CDB5DB-3B96-4233-B65A-534536334511}" destId="{7562493B-BCBA-4CF4-BA0B-C7404E8AD187}" srcOrd="0" destOrd="0" presId="urn:microsoft.com/office/officeart/2008/layout/NameandTitleOrganizationalChart"/>
    <dgm:cxn modelId="{51EE0F32-6F92-41EC-B26D-CED05C252659}" type="presParOf" srcId="{7562493B-BCBA-4CF4-BA0B-C7404E8AD187}" destId="{29DC836F-550B-4CDB-8F25-AF28C1EE55FC}" srcOrd="0" destOrd="0" presId="urn:microsoft.com/office/officeart/2008/layout/NameandTitleOrganizationalChart"/>
    <dgm:cxn modelId="{92A9FCDF-4758-4C81-8E54-A9852719A48B}" type="presParOf" srcId="{7562493B-BCBA-4CF4-BA0B-C7404E8AD187}" destId="{0653250C-6C68-4298-834D-5E49D6B28434}" srcOrd="1" destOrd="0" presId="urn:microsoft.com/office/officeart/2008/layout/NameandTitleOrganizationalChart"/>
    <dgm:cxn modelId="{B629F3AF-D69A-4E53-B78F-E56B66976D4F}" type="presParOf" srcId="{7562493B-BCBA-4CF4-BA0B-C7404E8AD187}" destId="{F5BC9795-2307-48C2-84E7-A46851430A7F}" srcOrd="2" destOrd="0" presId="urn:microsoft.com/office/officeart/2008/layout/NameandTitleOrganizationalChart"/>
    <dgm:cxn modelId="{42525017-C06D-4159-8B93-D6DEB0A7FB93}" type="presParOf" srcId="{18CDB5DB-3B96-4233-B65A-534536334511}" destId="{21628A65-6D0C-428F-8D53-9E5F41547CCF}" srcOrd="1" destOrd="0" presId="urn:microsoft.com/office/officeart/2008/layout/NameandTitleOrganizationalChart"/>
    <dgm:cxn modelId="{7045FF5A-EF0A-480D-8069-1106713BB776}" type="presParOf" srcId="{21628A65-6D0C-428F-8D53-9E5F41547CCF}" destId="{FDE33C26-0313-493D-819E-176FA8D5905A}" srcOrd="0" destOrd="0" presId="urn:microsoft.com/office/officeart/2008/layout/NameandTitleOrganizationalChart"/>
    <dgm:cxn modelId="{7E43DCCF-46F9-4290-B523-206EDA19CE39}" type="presParOf" srcId="{21628A65-6D0C-428F-8D53-9E5F41547CCF}" destId="{0C028647-31E0-4A45-A672-B29687BBDB4A}" srcOrd="1" destOrd="0" presId="urn:microsoft.com/office/officeart/2008/layout/NameandTitleOrganizationalChart"/>
    <dgm:cxn modelId="{B480DE4C-508F-4727-A12B-B4D885CB5B98}" type="presParOf" srcId="{0C028647-31E0-4A45-A672-B29687BBDB4A}" destId="{F5055CA4-BD52-4D68-B500-3EB280C2217F}" srcOrd="0" destOrd="0" presId="urn:microsoft.com/office/officeart/2008/layout/NameandTitleOrganizationalChart"/>
    <dgm:cxn modelId="{2431416C-1ADE-4EC6-B5C1-E14BBAC98246}" type="presParOf" srcId="{F5055CA4-BD52-4D68-B500-3EB280C2217F}" destId="{90A89A47-88E6-4886-8920-A044447E2857}" srcOrd="0" destOrd="0" presId="urn:microsoft.com/office/officeart/2008/layout/NameandTitleOrganizationalChart"/>
    <dgm:cxn modelId="{CBEC6A84-3E18-4EDB-8C6B-B0FC205189DF}" type="presParOf" srcId="{F5055CA4-BD52-4D68-B500-3EB280C2217F}" destId="{613FEE4D-9149-4910-A226-BE160C8ABB6D}" srcOrd="1" destOrd="0" presId="urn:microsoft.com/office/officeart/2008/layout/NameandTitleOrganizationalChart"/>
    <dgm:cxn modelId="{206F3A4E-E45F-4418-A089-1F8C356E96AC}" type="presParOf" srcId="{F5055CA4-BD52-4D68-B500-3EB280C2217F}" destId="{D00BA870-CF05-4B62-A457-F701B2D55AF7}" srcOrd="2" destOrd="0" presId="urn:microsoft.com/office/officeart/2008/layout/NameandTitleOrganizationalChart"/>
    <dgm:cxn modelId="{8485F543-C875-407F-9C72-E1483B9C919C}" type="presParOf" srcId="{0C028647-31E0-4A45-A672-B29687BBDB4A}" destId="{11D44A0E-138C-44FB-9BBF-182E0EED90D8}" srcOrd="1" destOrd="0" presId="urn:microsoft.com/office/officeart/2008/layout/NameandTitleOrganizationalChart"/>
    <dgm:cxn modelId="{BCF1250D-D56F-4444-B3FD-D31BC2E5A218}" type="presParOf" srcId="{11D44A0E-138C-44FB-9BBF-182E0EED90D8}" destId="{07BA564B-4DE3-47F4-AEC8-7F5D6D1FAE48}" srcOrd="0" destOrd="0" presId="urn:microsoft.com/office/officeart/2008/layout/NameandTitleOrganizationalChart"/>
    <dgm:cxn modelId="{B04B102D-D62F-461F-A312-7C10E2D3B3E5}" type="presParOf" srcId="{11D44A0E-138C-44FB-9BBF-182E0EED90D8}" destId="{DF71C0DD-986F-4AAD-B91F-B1112767B189}" srcOrd="1" destOrd="0" presId="urn:microsoft.com/office/officeart/2008/layout/NameandTitleOrganizationalChart"/>
    <dgm:cxn modelId="{651B74CC-5834-47DF-B737-D37B80971D12}" type="presParOf" srcId="{DF71C0DD-986F-4AAD-B91F-B1112767B189}" destId="{EE634501-303D-462C-9CD7-C37BFA270EDD}" srcOrd="0" destOrd="0" presId="urn:microsoft.com/office/officeart/2008/layout/NameandTitleOrganizationalChart"/>
    <dgm:cxn modelId="{9EB2D032-B1E9-4C72-9D55-116FD9930F36}" type="presParOf" srcId="{EE634501-303D-462C-9CD7-C37BFA270EDD}" destId="{1D5F666B-2028-46E5-B06B-1ADB884BEC91}" srcOrd="0" destOrd="0" presId="urn:microsoft.com/office/officeart/2008/layout/NameandTitleOrganizationalChart"/>
    <dgm:cxn modelId="{10493FC0-D67D-41AC-A87C-A5735B28AE64}" type="presParOf" srcId="{EE634501-303D-462C-9CD7-C37BFA270EDD}" destId="{59DB02EA-AB76-44A7-AC8F-D90957FDD3AA}" srcOrd="1" destOrd="0" presId="urn:microsoft.com/office/officeart/2008/layout/NameandTitleOrganizationalChart"/>
    <dgm:cxn modelId="{2558937E-E031-42DE-AFEE-D95A813B3C3F}" type="presParOf" srcId="{EE634501-303D-462C-9CD7-C37BFA270EDD}" destId="{7F7DD9CD-E654-45E1-AD12-BD00DC852360}" srcOrd="2" destOrd="0" presId="urn:microsoft.com/office/officeart/2008/layout/NameandTitleOrganizationalChart"/>
    <dgm:cxn modelId="{8C5C9C3F-0A22-4607-B356-CB16109EA4EF}" type="presParOf" srcId="{DF71C0DD-986F-4AAD-B91F-B1112767B189}" destId="{8B450ADC-66FC-4EDD-B290-71FBC2C2D586}" srcOrd="1" destOrd="0" presId="urn:microsoft.com/office/officeart/2008/layout/NameandTitleOrganizationalChart"/>
    <dgm:cxn modelId="{077DE5E7-F082-447B-9384-2E3B57AD7FB2}" type="presParOf" srcId="{DF71C0DD-986F-4AAD-B91F-B1112767B189}" destId="{EB0D74C1-8F39-49E8-9AD2-C023555854EB}" srcOrd="2" destOrd="0" presId="urn:microsoft.com/office/officeart/2008/layout/NameandTitleOrganizationalChart"/>
    <dgm:cxn modelId="{A880A1F2-E7D5-42AC-B3D6-A4EAAE54866F}" type="presParOf" srcId="{11D44A0E-138C-44FB-9BBF-182E0EED90D8}" destId="{A60B41E8-887C-446C-8BCB-AC7A3FE51D67}" srcOrd="2" destOrd="0" presId="urn:microsoft.com/office/officeart/2008/layout/NameandTitleOrganizationalChart"/>
    <dgm:cxn modelId="{64CA18D0-5027-4511-A1BD-6C6F1B5ABB49}" type="presParOf" srcId="{11D44A0E-138C-44FB-9BBF-182E0EED90D8}" destId="{E293CB2C-E93A-4831-ABC3-FF7F8384D18B}" srcOrd="3" destOrd="0" presId="urn:microsoft.com/office/officeart/2008/layout/NameandTitleOrganizationalChart"/>
    <dgm:cxn modelId="{5471993B-16CF-497C-BCDE-39F7C55A599F}" type="presParOf" srcId="{E293CB2C-E93A-4831-ABC3-FF7F8384D18B}" destId="{2716B3F7-D076-4AFA-8167-407F3A0AC57B}" srcOrd="0" destOrd="0" presId="urn:microsoft.com/office/officeart/2008/layout/NameandTitleOrganizationalChart"/>
    <dgm:cxn modelId="{CE4E4E59-337D-4422-8AB9-1202384F6CCC}" type="presParOf" srcId="{2716B3F7-D076-4AFA-8167-407F3A0AC57B}" destId="{D36E5F06-0855-4D89-8FFE-0DD7DE25EE6E}" srcOrd="0" destOrd="0" presId="urn:microsoft.com/office/officeart/2008/layout/NameandTitleOrganizationalChart"/>
    <dgm:cxn modelId="{DFB53F5B-6CC1-4F04-8A5E-EDC319D6C5DC}" type="presParOf" srcId="{2716B3F7-D076-4AFA-8167-407F3A0AC57B}" destId="{EFDE0B60-E6B2-4255-AFF7-3D38E54DC4BE}" srcOrd="1" destOrd="0" presId="urn:microsoft.com/office/officeart/2008/layout/NameandTitleOrganizationalChart"/>
    <dgm:cxn modelId="{477AA6A4-B928-4089-9CCD-CD8EF647502D}" type="presParOf" srcId="{2716B3F7-D076-4AFA-8167-407F3A0AC57B}" destId="{D7DC54C5-A671-47BC-B6BC-B048413D3523}" srcOrd="2" destOrd="0" presId="urn:microsoft.com/office/officeart/2008/layout/NameandTitleOrganizationalChart"/>
    <dgm:cxn modelId="{85DBBBF9-7296-4AB8-B06C-FC59A00070D2}" type="presParOf" srcId="{E293CB2C-E93A-4831-ABC3-FF7F8384D18B}" destId="{15A3B1D6-8A5E-489E-BEC8-B174FD1E8EB7}" srcOrd="1" destOrd="0" presId="urn:microsoft.com/office/officeart/2008/layout/NameandTitleOrganizationalChart"/>
    <dgm:cxn modelId="{04440715-0CA9-4F45-8BF7-8ECFC75121AD}" type="presParOf" srcId="{15A3B1D6-8A5E-489E-BEC8-B174FD1E8EB7}" destId="{591F0243-C628-4295-B9FC-85E20A9A9E25}" srcOrd="0" destOrd="0" presId="urn:microsoft.com/office/officeart/2008/layout/NameandTitleOrganizationalChart"/>
    <dgm:cxn modelId="{5EEC1290-F871-48B8-9DB7-61EB11CB5985}" type="presParOf" srcId="{15A3B1D6-8A5E-489E-BEC8-B174FD1E8EB7}" destId="{31F17E67-6AD9-44A4-AF11-4CFF131A0E3E}" srcOrd="1" destOrd="0" presId="urn:microsoft.com/office/officeart/2008/layout/NameandTitleOrganizationalChart"/>
    <dgm:cxn modelId="{D5A3ED0D-B4E0-43C9-8477-90324CB5436C}" type="presParOf" srcId="{31F17E67-6AD9-44A4-AF11-4CFF131A0E3E}" destId="{6E119C18-BE7B-4407-85D4-FFCA9699D147}" srcOrd="0" destOrd="0" presId="urn:microsoft.com/office/officeart/2008/layout/NameandTitleOrganizationalChart"/>
    <dgm:cxn modelId="{905773AE-0227-4439-BCD7-B2FE8BEC7FD9}" type="presParOf" srcId="{6E119C18-BE7B-4407-85D4-FFCA9699D147}" destId="{E65F183E-45B5-4898-983D-BA1841EA8FD7}" srcOrd="0" destOrd="0" presId="urn:microsoft.com/office/officeart/2008/layout/NameandTitleOrganizationalChart"/>
    <dgm:cxn modelId="{195CC095-D65E-4E3C-8123-7AA5EEF76456}" type="presParOf" srcId="{6E119C18-BE7B-4407-85D4-FFCA9699D147}" destId="{2B27BDD7-66D8-4669-9F91-6E8E4B8A1419}" srcOrd="1" destOrd="0" presId="urn:microsoft.com/office/officeart/2008/layout/NameandTitleOrganizationalChart"/>
    <dgm:cxn modelId="{64C7DED4-9FB7-49D5-A0B0-704B545C826B}" type="presParOf" srcId="{6E119C18-BE7B-4407-85D4-FFCA9699D147}" destId="{651E792F-D9D7-4BF1-B30F-B8E379C5DF81}" srcOrd="2" destOrd="0" presId="urn:microsoft.com/office/officeart/2008/layout/NameandTitleOrganizationalChart"/>
    <dgm:cxn modelId="{D5F86B1A-2594-4A00-91AB-211761BEA9A5}" type="presParOf" srcId="{31F17E67-6AD9-44A4-AF11-4CFF131A0E3E}" destId="{718F32FF-17DF-4B16-A74E-A263D8A7C7D4}" srcOrd="1" destOrd="0" presId="urn:microsoft.com/office/officeart/2008/layout/NameandTitleOrganizationalChart"/>
    <dgm:cxn modelId="{0C104FEB-8354-465A-B184-987F096DAD6A}" type="presParOf" srcId="{718F32FF-17DF-4B16-A74E-A263D8A7C7D4}" destId="{90674445-6682-424B-AEF7-31EF41B2059B}" srcOrd="0" destOrd="0" presId="urn:microsoft.com/office/officeart/2008/layout/NameandTitleOrganizationalChart"/>
    <dgm:cxn modelId="{AADC9800-2B3B-46B0-951F-6131579B1E92}" type="presParOf" srcId="{718F32FF-17DF-4B16-A74E-A263D8A7C7D4}" destId="{C64C4B49-6FA1-47B5-A56F-D855AFF23176}" srcOrd="1" destOrd="0" presId="urn:microsoft.com/office/officeart/2008/layout/NameandTitleOrganizationalChart"/>
    <dgm:cxn modelId="{E20AB990-64B0-4175-BD63-4355AF123439}" type="presParOf" srcId="{C64C4B49-6FA1-47B5-A56F-D855AFF23176}" destId="{94DCA7CA-9242-4386-AE95-AF4A9A5BEBB0}" srcOrd="0" destOrd="0" presId="urn:microsoft.com/office/officeart/2008/layout/NameandTitleOrganizationalChart"/>
    <dgm:cxn modelId="{6741EB59-3059-4804-81DB-9882BFA5C4C6}" type="presParOf" srcId="{94DCA7CA-9242-4386-AE95-AF4A9A5BEBB0}" destId="{F60BB4C1-9879-4DBA-B247-A3C27B5BB218}" srcOrd="0" destOrd="0" presId="urn:microsoft.com/office/officeart/2008/layout/NameandTitleOrganizationalChart"/>
    <dgm:cxn modelId="{00B23C59-C8A6-43F0-9E0B-BBDFF390BCD7}" type="presParOf" srcId="{94DCA7CA-9242-4386-AE95-AF4A9A5BEBB0}" destId="{51767816-0D70-4189-A517-92A19F345321}" srcOrd="1" destOrd="0" presId="urn:microsoft.com/office/officeart/2008/layout/NameandTitleOrganizationalChart"/>
    <dgm:cxn modelId="{BCE95322-0BF4-4AC7-9CEA-17EF36AE81C9}" type="presParOf" srcId="{94DCA7CA-9242-4386-AE95-AF4A9A5BEBB0}" destId="{71C41888-90EA-4D9F-86AE-5701B86FD147}" srcOrd="2" destOrd="0" presId="urn:microsoft.com/office/officeart/2008/layout/NameandTitleOrganizationalChart"/>
    <dgm:cxn modelId="{BA213992-FC3B-417A-B3B1-3982EDDFB522}" type="presParOf" srcId="{C64C4B49-6FA1-47B5-A56F-D855AFF23176}" destId="{8002A5FE-151A-4B8B-AF88-2ED55DE51AE0}" srcOrd="1" destOrd="0" presId="urn:microsoft.com/office/officeart/2008/layout/NameandTitleOrganizationalChart"/>
    <dgm:cxn modelId="{49323090-3E89-455D-B2DC-274339B85398}" type="presParOf" srcId="{C64C4B49-6FA1-47B5-A56F-D855AFF23176}" destId="{6E7FE735-0D18-47D6-8E96-FFA941C5858E}" srcOrd="2" destOrd="0" presId="urn:microsoft.com/office/officeart/2008/layout/NameandTitleOrganizationalChart"/>
    <dgm:cxn modelId="{96924449-FBD7-48D1-AF52-36548588F0F7}" type="presParOf" srcId="{31F17E67-6AD9-44A4-AF11-4CFF131A0E3E}" destId="{93E64D83-755A-49A8-8906-761494725165}" srcOrd="2" destOrd="0" presId="urn:microsoft.com/office/officeart/2008/layout/NameandTitleOrganizationalChart"/>
    <dgm:cxn modelId="{334B9B18-2BEE-44B2-A671-1D7E96E11063}" type="presParOf" srcId="{E293CB2C-E93A-4831-ABC3-FF7F8384D18B}" destId="{333CDBDC-B55F-41CF-B03E-E6B1D78132AB}" srcOrd="2" destOrd="0" presId="urn:microsoft.com/office/officeart/2008/layout/NameandTitleOrganizationalChart"/>
    <dgm:cxn modelId="{59FF8BDC-0E65-484E-8666-5B1D265AED36}" type="presParOf" srcId="{0C028647-31E0-4A45-A672-B29687BBDB4A}" destId="{E44EB05F-0FF5-461C-9080-06DFFA205172}" srcOrd="2" destOrd="0" presId="urn:microsoft.com/office/officeart/2008/layout/NameandTitleOrganizationalChart"/>
    <dgm:cxn modelId="{E96C825A-2AA0-4BE4-9745-67A7D35C60CF}" type="presParOf" srcId="{21628A65-6D0C-428F-8D53-9E5F41547CCF}" destId="{CE1E31BE-F11E-4E36-9185-6122424C4B4B}" srcOrd="2" destOrd="0" presId="urn:microsoft.com/office/officeart/2008/layout/NameandTitleOrganizationalChart"/>
    <dgm:cxn modelId="{76D874DE-DA58-458B-A67A-C8A9C0B1E50B}" type="presParOf" srcId="{21628A65-6D0C-428F-8D53-9E5F41547CCF}" destId="{28637572-BCCA-4CC6-873E-AA18C7D90253}" srcOrd="3" destOrd="0" presId="urn:microsoft.com/office/officeart/2008/layout/NameandTitleOrganizationalChart"/>
    <dgm:cxn modelId="{331C74B1-01B0-4FF7-80EA-58D03C3377AE}" type="presParOf" srcId="{28637572-BCCA-4CC6-873E-AA18C7D90253}" destId="{39F52291-ACE2-47F5-8E34-E8B6EB993FA2}" srcOrd="0" destOrd="0" presId="urn:microsoft.com/office/officeart/2008/layout/NameandTitleOrganizationalChart"/>
    <dgm:cxn modelId="{FA54313A-1AA8-48DC-AAF2-E216D9689172}" type="presParOf" srcId="{39F52291-ACE2-47F5-8E34-E8B6EB993FA2}" destId="{E1684365-3551-4495-A77F-AC4855E70A83}" srcOrd="0" destOrd="0" presId="urn:microsoft.com/office/officeart/2008/layout/NameandTitleOrganizationalChart"/>
    <dgm:cxn modelId="{A1D70FB3-2C82-4152-8491-B369749A54B1}" type="presParOf" srcId="{39F52291-ACE2-47F5-8E34-E8B6EB993FA2}" destId="{CBD28413-9D1B-4CAD-9523-22DC8C3D1DCE}" srcOrd="1" destOrd="0" presId="urn:microsoft.com/office/officeart/2008/layout/NameandTitleOrganizationalChart"/>
    <dgm:cxn modelId="{5CE1C648-D6C0-4EBF-BEC5-256FE47601C7}" type="presParOf" srcId="{39F52291-ACE2-47F5-8E34-E8B6EB993FA2}" destId="{FEAC0EE1-2305-4FAC-A0B8-D1133F575B9F}" srcOrd="2" destOrd="0" presId="urn:microsoft.com/office/officeart/2008/layout/NameandTitleOrganizationalChart"/>
    <dgm:cxn modelId="{803DFC52-A42B-4F56-BD7D-CD4A18EC51D0}" type="presParOf" srcId="{28637572-BCCA-4CC6-873E-AA18C7D90253}" destId="{99C004BD-34B5-41A4-B1EF-A3246E611657}" srcOrd="1" destOrd="0" presId="urn:microsoft.com/office/officeart/2008/layout/NameandTitleOrganizationalChart"/>
    <dgm:cxn modelId="{783D675E-1FF8-4184-88D0-8B6D7EFC4117}" type="presParOf" srcId="{28637572-BCCA-4CC6-873E-AA18C7D90253}" destId="{02A05AB4-EC24-4E41-9D67-77BEC962096F}" srcOrd="2" destOrd="0" presId="urn:microsoft.com/office/officeart/2008/layout/NameandTitleOrganizationalChart"/>
    <dgm:cxn modelId="{B73CB775-BF98-479D-A00D-39764D6AE000}" type="presParOf" srcId="{18CDB5DB-3B96-4233-B65A-534536334511}" destId="{40034748-A5D0-4D79-A205-6A9AFB4BD4E1}" srcOrd="2" destOrd="0" presId="urn:microsoft.com/office/officeart/2008/layout/NameandTitleOrganizationalChart"/>
    <dgm:cxn modelId="{7CC52995-65B4-4677-8840-32A57983B6C7}" type="presParOf" srcId="{733B80A9-DD4E-4940-98D6-565D3F198D98}" destId="{45B6CC11-A897-4D0F-8C3F-782FCA11754A}" srcOrd="4" destOrd="0" presId="urn:microsoft.com/office/officeart/2008/layout/NameandTitleOrganizationalChart"/>
    <dgm:cxn modelId="{B0CE7D14-5740-46D5-BDBC-55A8C30B6CA4}" type="presParOf" srcId="{733B80A9-DD4E-4940-98D6-565D3F198D98}" destId="{31450BCB-E541-4F89-BD80-865F2E2E684E}" srcOrd="5" destOrd="0" presId="urn:microsoft.com/office/officeart/2008/layout/NameandTitleOrganizationalChart"/>
    <dgm:cxn modelId="{C0B54299-EE34-4682-9800-69E270963A3F}" type="presParOf" srcId="{31450BCB-E541-4F89-BD80-865F2E2E684E}" destId="{C9FAABB4-D6D3-4F59-BE2B-E9CB5B3607BB}" srcOrd="0" destOrd="0" presId="urn:microsoft.com/office/officeart/2008/layout/NameandTitleOrganizationalChart"/>
    <dgm:cxn modelId="{F4C443C9-F891-4DBA-BE5B-8B5960822B07}" type="presParOf" srcId="{C9FAABB4-D6D3-4F59-BE2B-E9CB5B3607BB}" destId="{1640E760-3461-4711-A4D8-04D89BAE3967}" srcOrd="0" destOrd="0" presId="urn:microsoft.com/office/officeart/2008/layout/NameandTitleOrganizationalChart"/>
    <dgm:cxn modelId="{3BE78AD1-4AAF-42A8-AFDB-45F9751F47B3}" type="presParOf" srcId="{C9FAABB4-D6D3-4F59-BE2B-E9CB5B3607BB}" destId="{9678A22B-3A92-457B-B520-472CAE47853A}" srcOrd="1" destOrd="0" presId="urn:microsoft.com/office/officeart/2008/layout/NameandTitleOrganizationalChart"/>
    <dgm:cxn modelId="{670F267B-A53D-4A50-89CE-0C9D9A1674AB}" type="presParOf" srcId="{C9FAABB4-D6D3-4F59-BE2B-E9CB5B3607BB}" destId="{838800C2-E192-488F-851B-2F6A95A0D830}" srcOrd="2" destOrd="0" presId="urn:microsoft.com/office/officeart/2008/layout/NameandTitleOrganizationalChart"/>
    <dgm:cxn modelId="{0CD2463F-78E9-4976-B3A6-5332054AA330}" type="presParOf" srcId="{31450BCB-E541-4F89-BD80-865F2E2E684E}" destId="{620AB6F4-4FA2-4579-B77D-E384F99A8E17}" srcOrd="1" destOrd="0" presId="urn:microsoft.com/office/officeart/2008/layout/NameandTitleOrganizationalChart"/>
    <dgm:cxn modelId="{75EA23B2-7844-445E-8E58-D191D167CE78}" type="presParOf" srcId="{31450BCB-E541-4F89-BD80-865F2E2E684E}" destId="{E8BDD897-B207-458C-A794-2F0756BD31DE}" srcOrd="2" destOrd="0" presId="urn:microsoft.com/office/officeart/2008/layout/NameandTitleOrganizationalChart"/>
    <dgm:cxn modelId="{000D39F7-6A2D-4A9E-8032-063BEEC0D8AA}" type="presParOf" srcId="{733B80A9-DD4E-4940-98D6-565D3F198D98}" destId="{1239F12C-785E-45D4-A141-3CF590D9DDF2}" srcOrd="6" destOrd="0" presId="urn:microsoft.com/office/officeart/2008/layout/NameandTitleOrganizationalChart"/>
    <dgm:cxn modelId="{8557C339-373B-46BF-9A7B-FC596A351DB3}" type="presParOf" srcId="{733B80A9-DD4E-4940-98D6-565D3F198D98}" destId="{02197CB1-8C68-4D5F-907C-4B7B77E7E2F3}" srcOrd="7" destOrd="0" presId="urn:microsoft.com/office/officeart/2008/layout/NameandTitleOrganizationalChart"/>
    <dgm:cxn modelId="{06F0FE43-FFAF-47F3-9763-D0933B9EE95D}" type="presParOf" srcId="{02197CB1-8C68-4D5F-907C-4B7B77E7E2F3}" destId="{0F47687A-0166-41D7-AA6B-239559076312}" srcOrd="0" destOrd="0" presId="urn:microsoft.com/office/officeart/2008/layout/NameandTitleOrganizationalChart"/>
    <dgm:cxn modelId="{84E56E94-BFE4-4569-92BC-C5F32419595D}" type="presParOf" srcId="{0F47687A-0166-41D7-AA6B-239559076312}" destId="{0EA8342C-3F5E-4BD5-AAF9-1CBDDD224031}" srcOrd="0" destOrd="0" presId="urn:microsoft.com/office/officeart/2008/layout/NameandTitleOrganizationalChart"/>
    <dgm:cxn modelId="{D83AB751-73D0-4147-9977-33A04AE903D0}" type="presParOf" srcId="{0F47687A-0166-41D7-AA6B-239559076312}" destId="{F217770B-FECF-4F9F-91FE-A1507BE96EED}" srcOrd="1" destOrd="0" presId="urn:microsoft.com/office/officeart/2008/layout/NameandTitleOrganizationalChart"/>
    <dgm:cxn modelId="{0CBBEF53-CACA-4A18-BF78-D9B4BF60499A}" type="presParOf" srcId="{0F47687A-0166-41D7-AA6B-239559076312}" destId="{98BCAC5F-75F2-4597-B69A-78B205F2442D}" srcOrd="2" destOrd="0" presId="urn:microsoft.com/office/officeart/2008/layout/NameandTitleOrganizationalChart"/>
    <dgm:cxn modelId="{9A3EC3B0-BF93-414A-A630-3EAE6F63BB4D}" type="presParOf" srcId="{02197CB1-8C68-4D5F-907C-4B7B77E7E2F3}" destId="{61B506D0-320C-4864-8DD5-3BE6E29D071E}" srcOrd="1" destOrd="0" presId="urn:microsoft.com/office/officeart/2008/layout/NameandTitleOrganizationalChart"/>
    <dgm:cxn modelId="{04D8280D-56DC-4058-BFBD-58A65D7039C5}" type="presParOf" srcId="{61B506D0-320C-4864-8DD5-3BE6E29D071E}" destId="{E361DCB8-EEBF-4C50-BF4B-8E7B8008C7DE}" srcOrd="0" destOrd="0" presId="urn:microsoft.com/office/officeart/2008/layout/NameandTitleOrganizationalChart"/>
    <dgm:cxn modelId="{44806C92-3B65-4768-96EC-4184BE415B4C}" type="presParOf" srcId="{61B506D0-320C-4864-8DD5-3BE6E29D071E}" destId="{5BCD2C4A-3B59-45A2-B391-1D0CC688B700}" srcOrd="1" destOrd="0" presId="urn:microsoft.com/office/officeart/2008/layout/NameandTitleOrganizationalChart"/>
    <dgm:cxn modelId="{15AE077A-E171-4F41-87ED-4A73D8199BE3}" type="presParOf" srcId="{5BCD2C4A-3B59-45A2-B391-1D0CC688B700}" destId="{D6D3DEF7-95F8-43B6-B113-26CDF69227BA}" srcOrd="0" destOrd="0" presId="urn:microsoft.com/office/officeart/2008/layout/NameandTitleOrganizationalChart"/>
    <dgm:cxn modelId="{F16D1CAB-5E26-4C7C-8DBB-10D02C07BEE7}" type="presParOf" srcId="{D6D3DEF7-95F8-43B6-B113-26CDF69227BA}" destId="{459A8751-FB7B-4594-9B1D-BBDB5F3B3731}" srcOrd="0" destOrd="0" presId="urn:microsoft.com/office/officeart/2008/layout/NameandTitleOrganizationalChart"/>
    <dgm:cxn modelId="{C3D0CC96-2739-4D20-9060-39B29DAA8AA6}" type="presParOf" srcId="{D6D3DEF7-95F8-43B6-B113-26CDF69227BA}" destId="{5874F2D8-0B0B-428F-9C58-DE273780BE91}" srcOrd="1" destOrd="0" presId="urn:microsoft.com/office/officeart/2008/layout/NameandTitleOrganizationalChart"/>
    <dgm:cxn modelId="{70183F3A-CEF7-455C-94E0-3FD0C94554B2}" type="presParOf" srcId="{D6D3DEF7-95F8-43B6-B113-26CDF69227BA}" destId="{6611EC6F-5FFA-401B-8CE7-FF259483E560}" srcOrd="2" destOrd="0" presId="urn:microsoft.com/office/officeart/2008/layout/NameandTitleOrganizationalChart"/>
    <dgm:cxn modelId="{517CCAB3-2E20-4E10-AD3C-7ABDEE0C7AD8}" type="presParOf" srcId="{5BCD2C4A-3B59-45A2-B391-1D0CC688B700}" destId="{BB940AE8-B0CA-4258-B144-DCE9C3160F55}" srcOrd="1" destOrd="0" presId="urn:microsoft.com/office/officeart/2008/layout/NameandTitleOrganizationalChart"/>
    <dgm:cxn modelId="{16E6E17E-AADD-4986-B36F-EB424E180761}" type="presParOf" srcId="{5BCD2C4A-3B59-45A2-B391-1D0CC688B700}" destId="{533AFFFE-F3BE-4A14-AA5F-D9D0E99F4B91}" srcOrd="2" destOrd="0" presId="urn:microsoft.com/office/officeart/2008/layout/NameandTitleOrganizationalChart"/>
    <dgm:cxn modelId="{1F25505C-4FBF-48DA-9B43-3A66A071CE96}" type="presParOf" srcId="{61B506D0-320C-4864-8DD5-3BE6E29D071E}" destId="{3A21E2A9-AF8A-4808-A7CA-CB0DACDB6139}" srcOrd="2" destOrd="0" presId="urn:microsoft.com/office/officeart/2008/layout/NameandTitleOrganizationalChart"/>
    <dgm:cxn modelId="{4CE0AFD7-C975-4BA8-BDA9-5A8F83D93717}" type="presParOf" srcId="{61B506D0-320C-4864-8DD5-3BE6E29D071E}" destId="{72A907A1-7F2C-4B12-B743-01FD6CEFA431}" srcOrd="3" destOrd="0" presId="urn:microsoft.com/office/officeart/2008/layout/NameandTitleOrganizationalChart"/>
    <dgm:cxn modelId="{EC35CC58-47C4-4B7E-86D1-794E1949D5AF}" type="presParOf" srcId="{72A907A1-7F2C-4B12-B743-01FD6CEFA431}" destId="{64C0B1A0-119B-4550-A7B5-4B8DE119547D}" srcOrd="0" destOrd="0" presId="urn:microsoft.com/office/officeart/2008/layout/NameandTitleOrganizationalChart"/>
    <dgm:cxn modelId="{14A7979A-CB23-4BEC-810B-BA4968C7268F}" type="presParOf" srcId="{64C0B1A0-119B-4550-A7B5-4B8DE119547D}" destId="{418A6913-CD75-4AD5-A229-382E72F919B4}" srcOrd="0" destOrd="0" presId="urn:microsoft.com/office/officeart/2008/layout/NameandTitleOrganizationalChart"/>
    <dgm:cxn modelId="{E175D288-2886-42CD-B198-BFD6BD975A18}" type="presParOf" srcId="{64C0B1A0-119B-4550-A7B5-4B8DE119547D}" destId="{05F79C77-283F-44CE-A39A-F30FB1369FAA}" srcOrd="1" destOrd="0" presId="urn:microsoft.com/office/officeart/2008/layout/NameandTitleOrganizationalChart"/>
    <dgm:cxn modelId="{EC49B416-113B-4474-8244-D3A3FC731005}" type="presParOf" srcId="{64C0B1A0-119B-4550-A7B5-4B8DE119547D}" destId="{50AEF85A-534B-45CB-9CB1-0424A70C26AF}" srcOrd="2" destOrd="0" presId="urn:microsoft.com/office/officeart/2008/layout/NameandTitleOrganizationalChart"/>
    <dgm:cxn modelId="{AF9D98D1-9A5A-42CC-A178-3EDCC53B80D0}" type="presParOf" srcId="{72A907A1-7F2C-4B12-B743-01FD6CEFA431}" destId="{F6520F13-C3D3-4579-8569-DF6786C66EC9}" srcOrd="1" destOrd="0" presId="urn:microsoft.com/office/officeart/2008/layout/NameandTitleOrganizationalChart"/>
    <dgm:cxn modelId="{A5CB58BC-ABD6-4578-84F1-C5DF138B4D4F}" type="presParOf" srcId="{F6520F13-C3D3-4579-8569-DF6786C66EC9}" destId="{0E8A0764-2855-4E90-A1C3-83EC6EEDD262}" srcOrd="0" destOrd="0" presId="urn:microsoft.com/office/officeart/2008/layout/NameandTitleOrganizationalChart"/>
    <dgm:cxn modelId="{17CE2F7C-5122-46E8-A82A-04334606188D}" type="presParOf" srcId="{F6520F13-C3D3-4579-8569-DF6786C66EC9}" destId="{8E477ED5-E56B-401A-BA1B-1FFC41FF05A0}" srcOrd="1" destOrd="0" presId="urn:microsoft.com/office/officeart/2008/layout/NameandTitleOrganizationalChart"/>
    <dgm:cxn modelId="{6B7D53C9-E5F6-419B-AA66-26C6B44086D0}" type="presParOf" srcId="{8E477ED5-E56B-401A-BA1B-1FFC41FF05A0}" destId="{7F27977B-7292-47F8-84B6-C808CC2550FD}" srcOrd="0" destOrd="0" presId="urn:microsoft.com/office/officeart/2008/layout/NameandTitleOrganizationalChart"/>
    <dgm:cxn modelId="{7196118A-11AE-4C73-A093-909FC00D182D}" type="presParOf" srcId="{7F27977B-7292-47F8-84B6-C808CC2550FD}" destId="{E6424183-1656-4CFC-9238-8C9F4DF6E3DD}" srcOrd="0" destOrd="0" presId="urn:microsoft.com/office/officeart/2008/layout/NameandTitleOrganizationalChart"/>
    <dgm:cxn modelId="{2A0C6300-922A-456D-905F-25E76DF23A37}" type="presParOf" srcId="{7F27977B-7292-47F8-84B6-C808CC2550FD}" destId="{FB66AE74-7BB9-476C-B0D8-6006E45AC5BC}" srcOrd="1" destOrd="0" presId="urn:microsoft.com/office/officeart/2008/layout/NameandTitleOrganizationalChart"/>
    <dgm:cxn modelId="{15F8401E-F831-4C36-AEB0-2A677DC146B4}" type="presParOf" srcId="{7F27977B-7292-47F8-84B6-C808CC2550FD}" destId="{C1A7C512-A9DE-4888-B03D-54AC50249F6B}" srcOrd="2" destOrd="0" presId="urn:microsoft.com/office/officeart/2008/layout/NameandTitleOrganizationalChart"/>
    <dgm:cxn modelId="{6E5105A5-2F10-4409-92CE-969F823C159E}" type="presParOf" srcId="{8E477ED5-E56B-401A-BA1B-1FFC41FF05A0}" destId="{5960114E-AA12-4FEF-BDA3-BB5629B11F1C}" srcOrd="1" destOrd="0" presId="urn:microsoft.com/office/officeart/2008/layout/NameandTitleOrganizationalChart"/>
    <dgm:cxn modelId="{11E86CFB-EE38-4B9D-97D8-52E8F60B6579}" type="presParOf" srcId="{8E477ED5-E56B-401A-BA1B-1FFC41FF05A0}" destId="{B3A3BED0-7212-470F-A4AB-4C3D6DA0EE86}" srcOrd="2" destOrd="0" presId="urn:microsoft.com/office/officeart/2008/layout/NameandTitleOrganizationalChart"/>
    <dgm:cxn modelId="{BE5081B6-8224-4D9A-A3DC-490DA9E0379E}" type="presParOf" srcId="{F6520F13-C3D3-4579-8569-DF6786C66EC9}" destId="{329F6621-3EB5-4584-83C3-10CA761B4BF3}" srcOrd="2" destOrd="0" presId="urn:microsoft.com/office/officeart/2008/layout/NameandTitleOrganizationalChart"/>
    <dgm:cxn modelId="{91315C88-6EF6-4B04-A042-5D1D008605C8}" type="presParOf" srcId="{F6520F13-C3D3-4579-8569-DF6786C66EC9}" destId="{0D2E2E0A-D2E0-4EC9-BD71-F520B8166854}" srcOrd="3" destOrd="0" presId="urn:microsoft.com/office/officeart/2008/layout/NameandTitleOrganizationalChart"/>
    <dgm:cxn modelId="{9A707FB5-BA63-41C1-B23C-446F4B2C56CC}" type="presParOf" srcId="{0D2E2E0A-D2E0-4EC9-BD71-F520B8166854}" destId="{42BD14A8-5E81-44F8-8B7E-6F00C8283EC3}" srcOrd="0" destOrd="0" presId="urn:microsoft.com/office/officeart/2008/layout/NameandTitleOrganizationalChart"/>
    <dgm:cxn modelId="{C1365113-0725-413E-AD42-F3899C1A89E1}" type="presParOf" srcId="{42BD14A8-5E81-44F8-8B7E-6F00C8283EC3}" destId="{4E32D0FB-8C27-4C12-9076-B245A8A3A039}" srcOrd="0" destOrd="0" presId="urn:microsoft.com/office/officeart/2008/layout/NameandTitleOrganizationalChart"/>
    <dgm:cxn modelId="{4CF4C95C-AF0A-43FD-81F5-2941B762D026}" type="presParOf" srcId="{42BD14A8-5E81-44F8-8B7E-6F00C8283EC3}" destId="{0FC032CB-4897-45C6-8CD4-FD3C90212ACD}" srcOrd="1" destOrd="0" presId="urn:microsoft.com/office/officeart/2008/layout/NameandTitleOrganizationalChart"/>
    <dgm:cxn modelId="{C13C84D2-BEFD-444D-B95D-B501F17AA806}" type="presParOf" srcId="{42BD14A8-5E81-44F8-8B7E-6F00C8283EC3}" destId="{928CBB52-C1EF-465F-A3A2-EED6AF8B69A3}" srcOrd="2" destOrd="0" presId="urn:microsoft.com/office/officeart/2008/layout/NameandTitleOrganizationalChart"/>
    <dgm:cxn modelId="{5BD8D4AD-7642-48D8-B7F1-DF63F526EFB0}" type="presParOf" srcId="{0D2E2E0A-D2E0-4EC9-BD71-F520B8166854}" destId="{645DC3AD-4DB0-47C0-B21A-67CE343AC943}" srcOrd="1" destOrd="0" presId="urn:microsoft.com/office/officeart/2008/layout/NameandTitleOrganizationalChart"/>
    <dgm:cxn modelId="{3DE60036-E8B0-4ED8-B4E9-C57C1CA541AE}" type="presParOf" srcId="{645DC3AD-4DB0-47C0-B21A-67CE343AC943}" destId="{3D43C867-7E24-4724-AA3D-BD8D62A08162}" srcOrd="0" destOrd="0" presId="urn:microsoft.com/office/officeart/2008/layout/NameandTitleOrganizationalChart"/>
    <dgm:cxn modelId="{D6646012-218F-4859-8B2A-9BBD68BB7443}" type="presParOf" srcId="{645DC3AD-4DB0-47C0-B21A-67CE343AC943}" destId="{0CEBD543-A973-4714-8CC2-FAC39FD2DE0A}" srcOrd="1" destOrd="0" presId="urn:microsoft.com/office/officeart/2008/layout/NameandTitleOrganizationalChart"/>
    <dgm:cxn modelId="{9A3AFB89-0879-49E2-BBBF-72FC06B59414}" type="presParOf" srcId="{0CEBD543-A973-4714-8CC2-FAC39FD2DE0A}" destId="{7AF16793-D0E4-45C3-8813-C2F6E7A193B3}" srcOrd="0" destOrd="0" presId="urn:microsoft.com/office/officeart/2008/layout/NameandTitleOrganizationalChart"/>
    <dgm:cxn modelId="{AF62DEC9-AA72-45DD-A1F9-9F65C6AD2CA3}" type="presParOf" srcId="{7AF16793-D0E4-45C3-8813-C2F6E7A193B3}" destId="{8B397E60-B38D-4B20-9819-E881234CF420}" srcOrd="0" destOrd="0" presId="urn:microsoft.com/office/officeart/2008/layout/NameandTitleOrganizationalChart"/>
    <dgm:cxn modelId="{DDDE4A33-107D-48AC-9F8A-01D8AD53AC4E}" type="presParOf" srcId="{7AF16793-D0E4-45C3-8813-C2F6E7A193B3}" destId="{0A7D9E0C-EE89-409E-84EE-5B0B5E171358}" srcOrd="1" destOrd="0" presId="urn:microsoft.com/office/officeart/2008/layout/NameandTitleOrganizationalChart"/>
    <dgm:cxn modelId="{3B2260FA-1762-49C8-B475-ED700C9A8B8C}" type="presParOf" srcId="{7AF16793-D0E4-45C3-8813-C2F6E7A193B3}" destId="{8E380F8C-891B-4F41-8AF0-38887B9CAB79}" srcOrd="2" destOrd="0" presId="urn:microsoft.com/office/officeart/2008/layout/NameandTitleOrganizationalChart"/>
    <dgm:cxn modelId="{17D25C98-9648-41A2-8ED0-EA0BA07E6FAE}" type="presParOf" srcId="{0CEBD543-A973-4714-8CC2-FAC39FD2DE0A}" destId="{F1D1C26B-6A74-4750-9511-D237F5084F3A}" srcOrd="1" destOrd="0" presId="urn:microsoft.com/office/officeart/2008/layout/NameandTitleOrganizationalChart"/>
    <dgm:cxn modelId="{2E9CC957-712D-4131-BB74-D12AFE5E4E09}" type="presParOf" srcId="{0CEBD543-A973-4714-8CC2-FAC39FD2DE0A}" destId="{25DDB2F6-A768-4B7F-BC5F-D51065839169}" srcOrd="2" destOrd="0" presId="urn:microsoft.com/office/officeart/2008/layout/NameandTitleOrganizationalChart"/>
    <dgm:cxn modelId="{157D9441-DFB4-4863-BB53-C7670CA79638}" type="presParOf" srcId="{0D2E2E0A-D2E0-4EC9-BD71-F520B8166854}" destId="{D931108A-17B9-4CBC-9EFD-68F95F66126E}" srcOrd="2" destOrd="0" presId="urn:microsoft.com/office/officeart/2008/layout/NameandTitleOrganizationalChart"/>
    <dgm:cxn modelId="{5BFA6BBD-1856-4001-AD6F-A2FCF89BAEE9}" type="presParOf" srcId="{72A907A1-7F2C-4B12-B743-01FD6CEFA431}" destId="{5D11DCB7-A1E0-4A8E-94EC-31731572A23D}" srcOrd="2" destOrd="0" presId="urn:microsoft.com/office/officeart/2008/layout/NameandTitleOrganizationalChart"/>
    <dgm:cxn modelId="{6A72149F-1047-4C23-A382-3ECDD11015E6}" type="presParOf" srcId="{02197CB1-8C68-4D5F-907C-4B7B77E7E2F3}" destId="{10003672-FE60-4007-AEAC-1E6FEED753F6}" srcOrd="2" destOrd="0" presId="urn:microsoft.com/office/officeart/2008/layout/NameandTitleOrganizationalChart"/>
    <dgm:cxn modelId="{F7A35E07-42D9-42D8-B147-02D637DFBF94}" type="presParOf" srcId="{733B80A9-DD4E-4940-98D6-565D3F198D98}" destId="{16B7DF7D-06A7-4C21-8D92-A9978783E8CE}" srcOrd="8" destOrd="0" presId="urn:microsoft.com/office/officeart/2008/layout/NameandTitleOrganizationalChart"/>
    <dgm:cxn modelId="{CC6EAAB5-7F8A-4A72-9E3F-9C42118E68BE}" type="presParOf" srcId="{733B80A9-DD4E-4940-98D6-565D3F198D98}" destId="{96DF5771-A0C9-4ED4-8841-465B15CB2F24}" srcOrd="9" destOrd="0" presId="urn:microsoft.com/office/officeart/2008/layout/NameandTitleOrganizationalChart"/>
    <dgm:cxn modelId="{43E61AE3-0527-4800-B9CB-8BE02FCDA387}" type="presParOf" srcId="{96DF5771-A0C9-4ED4-8841-465B15CB2F24}" destId="{67D34D67-6DE1-46E8-B826-2FF38CD1BCDC}" srcOrd="0" destOrd="0" presId="urn:microsoft.com/office/officeart/2008/layout/NameandTitleOrganizationalChart"/>
    <dgm:cxn modelId="{8075E601-2D7F-428E-B16A-B160A4C3BC6E}" type="presParOf" srcId="{67D34D67-6DE1-46E8-B826-2FF38CD1BCDC}" destId="{6F5AE5AD-841F-4CCA-8C8B-1F1FB95FE427}" srcOrd="0" destOrd="0" presId="urn:microsoft.com/office/officeart/2008/layout/NameandTitleOrganizationalChart"/>
    <dgm:cxn modelId="{A32E4D32-7F15-4C24-A10D-AB0CC09EF061}" type="presParOf" srcId="{67D34D67-6DE1-46E8-B826-2FF38CD1BCDC}" destId="{D174FEAB-2225-4E10-B893-E28FB5EDB849}" srcOrd="1" destOrd="0" presId="urn:microsoft.com/office/officeart/2008/layout/NameandTitleOrganizationalChart"/>
    <dgm:cxn modelId="{5691AF70-E395-4CFD-BE09-3FE17CC1E883}" type="presParOf" srcId="{67D34D67-6DE1-46E8-B826-2FF38CD1BCDC}" destId="{7BECB10B-4493-4390-B4B4-2744D08F1610}" srcOrd="2" destOrd="0" presId="urn:microsoft.com/office/officeart/2008/layout/NameandTitleOrganizationalChart"/>
    <dgm:cxn modelId="{287907C6-6BB3-4294-82EB-4B2551CA83FE}" type="presParOf" srcId="{96DF5771-A0C9-4ED4-8841-465B15CB2F24}" destId="{630FA90F-6E09-4EAB-9793-698A7B8595F2}" srcOrd="1" destOrd="0" presId="urn:microsoft.com/office/officeart/2008/layout/NameandTitleOrganizationalChart"/>
    <dgm:cxn modelId="{7455B135-6C09-41EC-8BF2-653AA2376FC8}" type="presParOf" srcId="{630FA90F-6E09-4EAB-9793-698A7B8595F2}" destId="{9FCACE1D-32A4-4C3F-93F2-39BE1D403AEA}" srcOrd="0" destOrd="0" presId="urn:microsoft.com/office/officeart/2008/layout/NameandTitleOrganizationalChart"/>
    <dgm:cxn modelId="{D51795F2-D2C0-4480-A1D0-C940E172A696}" type="presParOf" srcId="{630FA90F-6E09-4EAB-9793-698A7B8595F2}" destId="{1B6C46B7-7BB2-46B5-B361-ECC58D83E466}" srcOrd="1" destOrd="0" presId="urn:microsoft.com/office/officeart/2008/layout/NameandTitleOrganizationalChart"/>
    <dgm:cxn modelId="{3DC9C482-2DFA-4240-9A02-992BAF38C56C}" type="presParOf" srcId="{1B6C46B7-7BB2-46B5-B361-ECC58D83E466}" destId="{DB69093D-6884-4D92-821A-DFAA21D83850}" srcOrd="0" destOrd="0" presId="urn:microsoft.com/office/officeart/2008/layout/NameandTitleOrganizationalChart"/>
    <dgm:cxn modelId="{D4514B7F-FFE6-4D6F-8CBB-62D792749EF7}" type="presParOf" srcId="{DB69093D-6884-4D92-821A-DFAA21D83850}" destId="{FC5E5A81-E230-431B-9858-63E4864784A1}" srcOrd="0" destOrd="0" presId="urn:microsoft.com/office/officeart/2008/layout/NameandTitleOrganizationalChart"/>
    <dgm:cxn modelId="{7F756748-5218-4EA0-BA79-1229A4A62E6F}" type="presParOf" srcId="{DB69093D-6884-4D92-821A-DFAA21D83850}" destId="{85361929-8E6F-43CE-8371-7ACC397C86EC}" srcOrd="1" destOrd="0" presId="urn:microsoft.com/office/officeart/2008/layout/NameandTitleOrganizationalChart"/>
    <dgm:cxn modelId="{B2B347C3-3BB1-41CA-BF3B-D3A4B015F083}" type="presParOf" srcId="{DB69093D-6884-4D92-821A-DFAA21D83850}" destId="{4D575377-26C9-409B-8027-797B5E8B156E}" srcOrd="2" destOrd="0" presId="urn:microsoft.com/office/officeart/2008/layout/NameandTitleOrganizationalChart"/>
    <dgm:cxn modelId="{1792C8CF-3293-4EAC-8A0C-B889035C19FF}" type="presParOf" srcId="{1B6C46B7-7BB2-46B5-B361-ECC58D83E466}" destId="{71445453-ACD7-4202-AC78-5881130BBB41}" srcOrd="1" destOrd="0" presId="urn:microsoft.com/office/officeart/2008/layout/NameandTitleOrganizationalChart"/>
    <dgm:cxn modelId="{49317F9D-D417-41C4-817E-D924281B66A9}" type="presParOf" srcId="{1B6C46B7-7BB2-46B5-B361-ECC58D83E466}" destId="{3509D806-68F6-4C89-85F8-BB337E482968}" srcOrd="2" destOrd="0" presId="urn:microsoft.com/office/officeart/2008/layout/NameandTitleOrganizationalChart"/>
    <dgm:cxn modelId="{26B08A63-A693-46BC-B279-A6C556D4263A}" type="presParOf" srcId="{630FA90F-6E09-4EAB-9793-698A7B8595F2}" destId="{B9AA648C-B061-4E24-8A88-D1FD15010771}" srcOrd="2" destOrd="0" presId="urn:microsoft.com/office/officeart/2008/layout/NameandTitleOrganizationalChart"/>
    <dgm:cxn modelId="{02A31177-493E-4977-8502-76930F7EB41E}" type="presParOf" srcId="{630FA90F-6E09-4EAB-9793-698A7B8595F2}" destId="{6FB0F844-33CC-4594-AE9C-3FD47EA39886}" srcOrd="3" destOrd="0" presId="urn:microsoft.com/office/officeart/2008/layout/NameandTitleOrganizationalChart"/>
    <dgm:cxn modelId="{B6EAA1E4-99D4-4F14-9EE8-EE6C458C170D}" type="presParOf" srcId="{6FB0F844-33CC-4594-AE9C-3FD47EA39886}" destId="{36C0ED5A-682E-4A64-8EB3-B34479A095B5}" srcOrd="0" destOrd="0" presId="urn:microsoft.com/office/officeart/2008/layout/NameandTitleOrganizationalChart"/>
    <dgm:cxn modelId="{46B59791-6F08-4D22-8FF5-4C027AAC799B}" type="presParOf" srcId="{36C0ED5A-682E-4A64-8EB3-B34479A095B5}" destId="{2F6B3A13-4575-4931-A09D-68769430708E}" srcOrd="0" destOrd="0" presId="urn:microsoft.com/office/officeart/2008/layout/NameandTitleOrganizationalChart"/>
    <dgm:cxn modelId="{4EC79A29-01AA-438F-8A9A-A0571EDB1601}" type="presParOf" srcId="{36C0ED5A-682E-4A64-8EB3-B34479A095B5}" destId="{FD181A9C-ADF6-469D-ABE9-6E8F6AAB0390}" srcOrd="1" destOrd="0" presId="urn:microsoft.com/office/officeart/2008/layout/NameandTitleOrganizationalChart"/>
    <dgm:cxn modelId="{C512BC31-FA68-4C0F-AE6E-F36C4B4EADB8}" type="presParOf" srcId="{36C0ED5A-682E-4A64-8EB3-B34479A095B5}" destId="{74B7497C-46EA-48F2-AFBE-AAC44F58976F}" srcOrd="2" destOrd="0" presId="urn:microsoft.com/office/officeart/2008/layout/NameandTitleOrganizationalChart"/>
    <dgm:cxn modelId="{EA9E3B70-BF42-41BB-89AB-349B1A1D1183}" type="presParOf" srcId="{6FB0F844-33CC-4594-AE9C-3FD47EA39886}" destId="{DDA10CFB-579F-4A4F-911C-A4ECD0CB9706}" srcOrd="1" destOrd="0" presId="urn:microsoft.com/office/officeart/2008/layout/NameandTitleOrganizationalChart"/>
    <dgm:cxn modelId="{DB123EBE-5C76-49FB-AAAF-FB3EC43A1E0B}" type="presParOf" srcId="{6FB0F844-33CC-4594-AE9C-3FD47EA39886}" destId="{80A67BE4-22FA-4F4B-9993-16BBF6D9CA0E}" srcOrd="2" destOrd="0" presId="urn:microsoft.com/office/officeart/2008/layout/NameandTitleOrganizationalChart"/>
    <dgm:cxn modelId="{11B971C3-8033-49D6-B9DF-B132CEB42F76}" type="presParOf" srcId="{630FA90F-6E09-4EAB-9793-698A7B8595F2}" destId="{6B222C99-E6CC-48DB-972D-AB9AF35CA7F7}" srcOrd="4" destOrd="0" presId="urn:microsoft.com/office/officeart/2008/layout/NameandTitleOrganizationalChart"/>
    <dgm:cxn modelId="{AE508731-3144-46C1-85B4-5FA689D31D98}" type="presParOf" srcId="{630FA90F-6E09-4EAB-9793-698A7B8595F2}" destId="{938A1A23-2BCA-4C15-B58A-ED94187631CB}" srcOrd="5" destOrd="0" presId="urn:microsoft.com/office/officeart/2008/layout/NameandTitleOrganizationalChart"/>
    <dgm:cxn modelId="{413607F0-F0C4-4CB0-BD7D-126BA382DFE0}" type="presParOf" srcId="{938A1A23-2BCA-4C15-B58A-ED94187631CB}" destId="{77C32D13-D379-4CC8-AB26-F3DCE0F1BBE8}" srcOrd="0" destOrd="0" presId="urn:microsoft.com/office/officeart/2008/layout/NameandTitleOrganizationalChart"/>
    <dgm:cxn modelId="{63C86A13-7C08-47E8-BB18-776379E30DE5}" type="presParOf" srcId="{77C32D13-D379-4CC8-AB26-F3DCE0F1BBE8}" destId="{D63016ED-12AD-436F-9B10-0E77C30720AF}" srcOrd="0" destOrd="0" presId="urn:microsoft.com/office/officeart/2008/layout/NameandTitleOrganizationalChart"/>
    <dgm:cxn modelId="{A09CF48F-0D38-4574-AA54-41BA3D74B30B}" type="presParOf" srcId="{77C32D13-D379-4CC8-AB26-F3DCE0F1BBE8}" destId="{E923E13B-9181-4623-9A02-4B74635F3A45}" srcOrd="1" destOrd="0" presId="urn:microsoft.com/office/officeart/2008/layout/NameandTitleOrganizationalChart"/>
    <dgm:cxn modelId="{3DA126F6-C1A5-45DC-A8BA-9F52C8B9A5A2}" type="presParOf" srcId="{77C32D13-D379-4CC8-AB26-F3DCE0F1BBE8}" destId="{6A5A7771-BD69-48AB-873B-39CF38808B1A}" srcOrd="2" destOrd="0" presId="urn:microsoft.com/office/officeart/2008/layout/NameandTitleOrganizationalChart"/>
    <dgm:cxn modelId="{97219BAC-F68C-4263-BD3E-320066CC8B50}" type="presParOf" srcId="{938A1A23-2BCA-4C15-B58A-ED94187631CB}" destId="{1B4E1290-F34D-4F3E-9FC3-4167B3211D26}" srcOrd="1" destOrd="0" presId="urn:microsoft.com/office/officeart/2008/layout/NameandTitleOrganizationalChart"/>
    <dgm:cxn modelId="{4A33EDFF-3965-4139-BD2C-1C1EC37F77F5}" type="presParOf" srcId="{938A1A23-2BCA-4C15-B58A-ED94187631CB}" destId="{9B9D21FC-DFBE-4219-A025-F14D8B8E1B8E}" srcOrd="2" destOrd="0" presId="urn:microsoft.com/office/officeart/2008/layout/NameandTitleOrganizationalChart"/>
    <dgm:cxn modelId="{EE6817A2-D92E-4544-B6D4-831274CF87BC}" type="presParOf" srcId="{96DF5771-A0C9-4ED4-8841-465B15CB2F24}" destId="{74FAF566-BCC7-49BD-96A8-640EE1623B95}" srcOrd="2" destOrd="0" presId="urn:microsoft.com/office/officeart/2008/layout/NameandTitleOrganizationalChart"/>
    <dgm:cxn modelId="{5830F333-131B-49A1-BC76-11BC2316C041}" type="presParOf" srcId="{1BE175E3-7362-44F1-95F4-394D6DC44E61}" destId="{E98C361E-2C78-4633-9DC5-50724ED9AC13}" srcOrd="2" destOrd="0" presId="urn:microsoft.com/office/officeart/2008/layout/NameandTitleOrganizationalChart"/>
    <dgm:cxn modelId="{3AA06E33-E7F7-4682-BDDD-45586D533F8B}" type="presParOf" srcId="{E98C361E-2C78-4633-9DC5-50724ED9AC13}" destId="{67F72498-2507-4826-B403-61106115ED02}" srcOrd="0" destOrd="0" presId="urn:microsoft.com/office/officeart/2008/layout/NameandTitleOrganizationalChart"/>
    <dgm:cxn modelId="{D967771B-F9B2-417D-A5D7-F31C2CF0D03C}" type="presParOf" srcId="{E98C361E-2C78-4633-9DC5-50724ED9AC13}" destId="{127CBB9F-B5A1-4236-897F-867B9925A98B}" srcOrd="1" destOrd="0" presId="urn:microsoft.com/office/officeart/2008/layout/NameandTitleOrganizationalChart"/>
    <dgm:cxn modelId="{32E70306-A4AC-480F-A972-53B065882537}" type="presParOf" srcId="{127CBB9F-B5A1-4236-897F-867B9925A98B}" destId="{ADA9FF7F-231E-4CE7-A92C-9C9288F7C2F7}" srcOrd="0" destOrd="0" presId="urn:microsoft.com/office/officeart/2008/layout/NameandTitleOrganizationalChart"/>
    <dgm:cxn modelId="{4E26C131-5CBB-4AF3-91F2-76A4654CD538}" type="presParOf" srcId="{ADA9FF7F-231E-4CE7-A92C-9C9288F7C2F7}" destId="{50E2C8D8-A70F-403F-8AA3-9974A6DCDCD5}" srcOrd="0" destOrd="0" presId="urn:microsoft.com/office/officeart/2008/layout/NameandTitleOrganizationalChart"/>
    <dgm:cxn modelId="{C365DFF6-A5BE-452A-9CFE-A66CFF631EBC}" type="presParOf" srcId="{ADA9FF7F-231E-4CE7-A92C-9C9288F7C2F7}" destId="{D9423177-B019-467A-BB77-64F905D24A4F}" srcOrd="1" destOrd="0" presId="urn:microsoft.com/office/officeart/2008/layout/NameandTitleOrganizationalChart"/>
    <dgm:cxn modelId="{14DDD900-874B-49AC-B39E-673B82085F80}" type="presParOf" srcId="{ADA9FF7F-231E-4CE7-A92C-9C9288F7C2F7}" destId="{4E6D1217-4C95-4687-9517-DF6DD80006E7}" srcOrd="2" destOrd="0" presId="urn:microsoft.com/office/officeart/2008/layout/NameandTitleOrganizationalChart"/>
    <dgm:cxn modelId="{5316A7F5-5283-4159-A122-E3F8864C5466}" type="presParOf" srcId="{127CBB9F-B5A1-4236-897F-867B9925A98B}" destId="{89E9D068-2733-4F72-AA6B-5F5D2B9F0C3A}" srcOrd="1" destOrd="0" presId="urn:microsoft.com/office/officeart/2008/layout/NameandTitleOrganizationalChart"/>
    <dgm:cxn modelId="{8253EA22-4068-4182-83B1-58C661D4D365}" type="presParOf" srcId="{127CBB9F-B5A1-4236-897F-867B9925A98B}" destId="{81FDCB8A-AE1B-4B59-807F-57264CD0B793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F72498-2507-4826-B403-61106115ED02}">
      <dsp:nvSpPr>
        <dsp:cNvPr id="0" name=""/>
        <dsp:cNvSpPr/>
      </dsp:nvSpPr>
      <dsp:spPr>
        <a:xfrm>
          <a:off x="4052841" y="408765"/>
          <a:ext cx="126416" cy="412994"/>
        </a:xfrm>
        <a:custGeom>
          <a:avLst/>
          <a:gdLst/>
          <a:ahLst/>
          <a:cxnLst/>
          <a:rect l="0" t="0" r="0" b="0"/>
          <a:pathLst>
            <a:path>
              <a:moveTo>
                <a:pt x="126416" y="0"/>
              </a:moveTo>
              <a:lnTo>
                <a:pt x="126416" y="412994"/>
              </a:lnTo>
              <a:lnTo>
                <a:pt x="0" y="41299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222C99-E6CC-48DB-972D-AB9AF35CA7F7}">
      <dsp:nvSpPr>
        <dsp:cNvPr id="0" name=""/>
        <dsp:cNvSpPr/>
      </dsp:nvSpPr>
      <dsp:spPr>
        <a:xfrm>
          <a:off x="7406286" y="1617945"/>
          <a:ext cx="992931" cy="2213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987"/>
              </a:lnTo>
              <a:lnTo>
                <a:pt x="992931" y="131987"/>
              </a:lnTo>
              <a:lnTo>
                <a:pt x="992931" y="22139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AA648C-B061-4E24-8A88-D1FD15010771}">
      <dsp:nvSpPr>
        <dsp:cNvPr id="0" name=""/>
        <dsp:cNvSpPr/>
      </dsp:nvSpPr>
      <dsp:spPr>
        <a:xfrm>
          <a:off x="7360566" y="1617945"/>
          <a:ext cx="91440" cy="22139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139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CACE1D-32A4-4C3F-93F2-39BE1D403AEA}">
      <dsp:nvSpPr>
        <dsp:cNvPr id="0" name=""/>
        <dsp:cNvSpPr/>
      </dsp:nvSpPr>
      <dsp:spPr>
        <a:xfrm>
          <a:off x="6413354" y="1617945"/>
          <a:ext cx="992931" cy="221399"/>
        </a:xfrm>
        <a:custGeom>
          <a:avLst/>
          <a:gdLst/>
          <a:ahLst/>
          <a:cxnLst/>
          <a:rect l="0" t="0" r="0" b="0"/>
          <a:pathLst>
            <a:path>
              <a:moveTo>
                <a:pt x="992931" y="0"/>
              </a:moveTo>
              <a:lnTo>
                <a:pt x="992931" y="131987"/>
              </a:lnTo>
              <a:lnTo>
                <a:pt x="0" y="131987"/>
              </a:lnTo>
              <a:lnTo>
                <a:pt x="0" y="22139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B7DF7D-06A7-4C21-8D92-A9978783E8CE}">
      <dsp:nvSpPr>
        <dsp:cNvPr id="0" name=""/>
        <dsp:cNvSpPr/>
      </dsp:nvSpPr>
      <dsp:spPr>
        <a:xfrm>
          <a:off x="4179258" y="408765"/>
          <a:ext cx="3227028" cy="8259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36577"/>
              </a:lnTo>
              <a:lnTo>
                <a:pt x="3227028" y="736577"/>
              </a:lnTo>
              <a:lnTo>
                <a:pt x="3227028" y="82598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43C867-7E24-4724-AA3D-BD8D62A08162}">
      <dsp:nvSpPr>
        <dsp:cNvPr id="0" name=""/>
        <dsp:cNvSpPr/>
      </dsp:nvSpPr>
      <dsp:spPr>
        <a:xfrm>
          <a:off x="5871168" y="2827124"/>
          <a:ext cx="91440" cy="22139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139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9F6621-3EB5-4584-83C3-10CA761B4BF3}">
      <dsp:nvSpPr>
        <dsp:cNvPr id="0" name=""/>
        <dsp:cNvSpPr/>
      </dsp:nvSpPr>
      <dsp:spPr>
        <a:xfrm>
          <a:off x="5420422" y="2222535"/>
          <a:ext cx="496465" cy="2213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987"/>
              </a:lnTo>
              <a:lnTo>
                <a:pt x="496465" y="131987"/>
              </a:lnTo>
              <a:lnTo>
                <a:pt x="496465" y="22139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8A0764-2855-4E90-A1C3-83EC6EEDD262}">
      <dsp:nvSpPr>
        <dsp:cNvPr id="0" name=""/>
        <dsp:cNvSpPr/>
      </dsp:nvSpPr>
      <dsp:spPr>
        <a:xfrm>
          <a:off x="4923956" y="2222535"/>
          <a:ext cx="496465" cy="221399"/>
        </a:xfrm>
        <a:custGeom>
          <a:avLst/>
          <a:gdLst/>
          <a:ahLst/>
          <a:cxnLst/>
          <a:rect l="0" t="0" r="0" b="0"/>
          <a:pathLst>
            <a:path>
              <a:moveTo>
                <a:pt x="496465" y="0"/>
              </a:moveTo>
              <a:lnTo>
                <a:pt x="496465" y="131987"/>
              </a:lnTo>
              <a:lnTo>
                <a:pt x="0" y="131987"/>
              </a:lnTo>
              <a:lnTo>
                <a:pt x="0" y="22139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21E2A9-AF8A-4808-A7CA-CB0DACDB6139}">
      <dsp:nvSpPr>
        <dsp:cNvPr id="0" name=""/>
        <dsp:cNvSpPr/>
      </dsp:nvSpPr>
      <dsp:spPr>
        <a:xfrm>
          <a:off x="4923956" y="1617945"/>
          <a:ext cx="496465" cy="2213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987"/>
              </a:lnTo>
              <a:lnTo>
                <a:pt x="496465" y="131987"/>
              </a:lnTo>
              <a:lnTo>
                <a:pt x="496465" y="22139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61DCB8-EEBF-4C50-BF4B-8E7B8008C7DE}">
      <dsp:nvSpPr>
        <dsp:cNvPr id="0" name=""/>
        <dsp:cNvSpPr/>
      </dsp:nvSpPr>
      <dsp:spPr>
        <a:xfrm>
          <a:off x="4427491" y="1617945"/>
          <a:ext cx="496465" cy="221399"/>
        </a:xfrm>
        <a:custGeom>
          <a:avLst/>
          <a:gdLst/>
          <a:ahLst/>
          <a:cxnLst/>
          <a:rect l="0" t="0" r="0" b="0"/>
          <a:pathLst>
            <a:path>
              <a:moveTo>
                <a:pt x="496465" y="0"/>
              </a:moveTo>
              <a:lnTo>
                <a:pt x="496465" y="131987"/>
              </a:lnTo>
              <a:lnTo>
                <a:pt x="0" y="131987"/>
              </a:lnTo>
              <a:lnTo>
                <a:pt x="0" y="22139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39F12C-785E-45D4-A141-3CF590D9DDF2}">
      <dsp:nvSpPr>
        <dsp:cNvPr id="0" name=""/>
        <dsp:cNvSpPr/>
      </dsp:nvSpPr>
      <dsp:spPr>
        <a:xfrm>
          <a:off x="4179258" y="408765"/>
          <a:ext cx="744698" cy="8259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36577"/>
              </a:lnTo>
              <a:lnTo>
                <a:pt x="744698" y="736577"/>
              </a:lnTo>
              <a:lnTo>
                <a:pt x="744698" y="82598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B6CC11-A897-4D0F-8C3F-782FCA11754A}">
      <dsp:nvSpPr>
        <dsp:cNvPr id="0" name=""/>
        <dsp:cNvSpPr/>
      </dsp:nvSpPr>
      <dsp:spPr>
        <a:xfrm>
          <a:off x="3931025" y="408765"/>
          <a:ext cx="248232" cy="825988"/>
        </a:xfrm>
        <a:custGeom>
          <a:avLst/>
          <a:gdLst/>
          <a:ahLst/>
          <a:cxnLst/>
          <a:rect l="0" t="0" r="0" b="0"/>
          <a:pathLst>
            <a:path>
              <a:moveTo>
                <a:pt x="248232" y="0"/>
              </a:moveTo>
              <a:lnTo>
                <a:pt x="248232" y="736577"/>
              </a:lnTo>
              <a:lnTo>
                <a:pt x="0" y="736577"/>
              </a:lnTo>
              <a:lnTo>
                <a:pt x="0" y="82598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1E31BE-F11E-4E36-9185-6122424C4B4B}">
      <dsp:nvSpPr>
        <dsp:cNvPr id="0" name=""/>
        <dsp:cNvSpPr/>
      </dsp:nvSpPr>
      <dsp:spPr>
        <a:xfrm>
          <a:off x="2938093" y="1617945"/>
          <a:ext cx="496465" cy="2213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987"/>
              </a:lnTo>
              <a:lnTo>
                <a:pt x="496465" y="131987"/>
              </a:lnTo>
              <a:lnTo>
                <a:pt x="496465" y="22139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674445-6682-424B-AEF7-31EF41B2059B}">
      <dsp:nvSpPr>
        <dsp:cNvPr id="0" name=""/>
        <dsp:cNvSpPr/>
      </dsp:nvSpPr>
      <dsp:spPr>
        <a:xfrm>
          <a:off x="2892373" y="3431714"/>
          <a:ext cx="91440" cy="22139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139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1F0243-C628-4295-B9FC-85E20A9A9E25}">
      <dsp:nvSpPr>
        <dsp:cNvPr id="0" name=""/>
        <dsp:cNvSpPr/>
      </dsp:nvSpPr>
      <dsp:spPr>
        <a:xfrm>
          <a:off x="2892373" y="2827124"/>
          <a:ext cx="91440" cy="22139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139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0B41E8-887C-446C-8BCB-AC7A3FE51D67}">
      <dsp:nvSpPr>
        <dsp:cNvPr id="0" name=""/>
        <dsp:cNvSpPr/>
      </dsp:nvSpPr>
      <dsp:spPr>
        <a:xfrm>
          <a:off x="2441627" y="2222535"/>
          <a:ext cx="496465" cy="2213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987"/>
              </a:lnTo>
              <a:lnTo>
                <a:pt x="496465" y="131987"/>
              </a:lnTo>
              <a:lnTo>
                <a:pt x="496465" y="22139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BA564B-4DE3-47F4-AEC8-7F5D6D1FAE48}">
      <dsp:nvSpPr>
        <dsp:cNvPr id="0" name=""/>
        <dsp:cNvSpPr/>
      </dsp:nvSpPr>
      <dsp:spPr>
        <a:xfrm>
          <a:off x="1945161" y="2222535"/>
          <a:ext cx="496465" cy="221399"/>
        </a:xfrm>
        <a:custGeom>
          <a:avLst/>
          <a:gdLst/>
          <a:ahLst/>
          <a:cxnLst/>
          <a:rect l="0" t="0" r="0" b="0"/>
          <a:pathLst>
            <a:path>
              <a:moveTo>
                <a:pt x="496465" y="0"/>
              </a:moveTo>
              <a:lnTo>
                <a:pt x="496465" y="131987"/>
              </a:lnTo>
              <a:lnTo>
                <a:pt x="0" y="131987"/>
              </a:lnTo>
              <a:lnTo>
                <a:pt x="0" y="22139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E33C26-0313-493D-819E-176FA8D5905A}">
      <dsp:nvSpPr>
        <dsp:cNvPr id="0" name=""/>
        <dsp:cNvSpPr/>
      </dsp:nvSpPr>
      <dsp:spPr>
        <a:xfrm>
          <a:off x="2441627" y="1617945"/>
          <a:ext cx="496465" cy="221399"/>
        </a:xfrm>
        <a:custGeom>
          <a:avLst/>
          <a:gdLst/>
          <a:ahLst/>
          <a:cxnLst/>
          <a:rect l="0" t="0" r="0" b="0"/>
          <a:pathLst>
            <a:path>
              <a:moveTo>
                <a:pt x="496465" y="0"/>
              </a:moveTo>
              <a:lnTo>
                <a:pt x="496465" y="131987"/>
              </a:lnTo>
              <a:lnTo>
                <a:pt x="0" y="131987"/>
              </a:lnTo>
              <a:lnTo>
                <a:pt x="0" y="22139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A87BEC-9AC1-4A11-9100-0A2079619E72}">
      <dsp:nvSpPr>
        <dsp:cNvPr id="0" name=""/>
        <dsp:cNvSpPr/>
      </dsp:nvSpPr>
      <dsp:spPr>
        <a:xfrm>
          <a:off x="2938093" y="408765"/>
          <a:ext cx="1241164" cy="825988"/>
        </a:xfrm>
        <a:custGeom>
          <a:avLst/>
          <a:gdLst/>
          <a:ahLst/>
          <a:cxnLst/>
          <a:rect l="0" t="0" r="0" b="0"/>
          <a:pathLst>
            <a:path>
              <a:moveTo>
                <a:pt x="1241164" y="0"/>
              </a:moveTo>
              <a:lnTo>
                <a:pt x="1241164" y="736577"/>
              </a:lnTo>
              <a:lnTo>
                <a:pt x="0" y="736577"/>
              </a:lnTo>
              <a:lnTo>
                <a:pt x="0" y="82598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FE11C0-23B5-4555-A4F4-F2F2FCB74CBE}">
      <dsp:nvSpPr>
        <dsp:cNvPr id="0" name=""/>
        <dsp:cNvSpPr/>
      </dsp:nvSpPr>
      <dsp:spPr>
        <a:xfrm>
          <a:off x="952229" y="1617945"/>
          <a:ext cx="496465" cy="2213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987"/>
              </a:lnTo>
              <a:lnTo>
                <a:pt x="496465" y="131987"/>
              </a:lnTo>
              <a:lnTo>
                <a:pt x="496465" y="22139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247BB4-721A-4FF0-9B99-CDD38B62B65F}">
      <dsp:nvSpPr>
        <dsp:cNvPr id="0" name=""/>
        <dsp:cNvSpPr/>
      </dsp:nvSpPr>
      <dsp:spPr>
        <a:xfrm>
          <a:off x="455763" y="1617945"/>
          <a:ext cx="496465" cy="221399"/>
        </a:xfrm>
        <a:custGeom>
          <a:avLst/>
          <a:gdLst/>
          <a:ahLst/>
          <a:cxnLst/>
          <a:rect l="0" t="0" r="0" b="0"/>
          <a:pathLst>
            <a:path>
              <a:moveTo>
                <a:pt x="496465" y="0"/>
              </a:moveTo>
              <a:lnTo>
                <a:pt x="496465" y="131987"/>
              </a:lnTo>
              <a:lnTo>
                <a:pt x="0" y="131987"/>
              </a:lnTo>
              <a:lnTo>
                <a:pt x="0" y="22139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B62E39-36BA-49F3-A143-247B17AD7AB6}">
      <dsp:nvSpPr>
        <dsp:cNvPr id="0" name=""/>
        <dsp:cNvSpPr/>
      </dsp:nvSpPr>
      <dsp:spPr>
        <a:xfrm>
          <a:off x="952229" y="408765"/>
          <a:ext cx="3227028" cy="825988"/>
        </a:xfrm>
        <a:custGeom>
          <a:avLst/>
          <a:gdLst/>
          <a:ahLst/>
          <a:cxnLst/>
          <a:rect l="0" t="0" r="0" b="0"/>
          <a:pathLst>
            <a:path>
              <a:moveTo>
                <a:pt x="3227028" y="0"/>
              </a:moveTo>
              <a:lnTo>
                <a:pt x="3227028" y="736577"/>
              </a:lnTo>
              <a:lnTo>
                <a:pt x="0" y="736577"/>
              </a:lnTo>
              <a:lnTo>
                <a:pt x="0" y="82598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1C4D44-88E9-473B-989E-93E903F49271}">
      <dsp:nvSpPr>
        <dsp:cNvPr id="0" name=""/>
        <dsp:cNvSpPr/>
      </dsp:nvSpPr>
      <dsp:spPr>
        <a:xfrm>
          <a:off x="3809208" y="25574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 smtClean="0"/>
            <a:t>Presidência</a:t>
          </a:r>
          <a:endParaRPr lang="en-US" sz="600" kern="1200" dirty="0"/>
        </a:p>
      </dsp:txBody>
      <dsp:txXfrm>
        <a:off x="3809208" y="25574"/>
        <a:ext cx="740099" cy="383190"/>
      </dsp:txXfrm>
    </dsp:sp>
    <dsp:sp modelId="{57E588DB-E786-4FB0-94AE-F82AE575143B}">
      <dsp:nvSpPr>
        <dsp:cNvPr id="0" name=""/>
        <dsp:cNvSpPr/>
      </dsp:nvSpPr>
      <dsp:spPr>
        <a:xfrm>
          <a:off x="3957228" y="32361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kern="1200" dirty="0" err="1" smtClean="0"/>
            <a:t>Presi</a:t>
          </a:r>
          <a:endParaRPr lang="en-US" sz="800" kern="1200" dirty="0"/>
        </a:p>
      </dsp:txBody>
      <dsp:txXfrm>
        <a:off x="3957228" y="323611"/>
        <a:ext cx="666089" cy="127730"/>
      </dsp:txXfrm>
    </dsp:sp>
    <dsp:sp modelId="{403DC7AA-6C52-4C7D-9862-9686A28CF0A6}">
      <dsp:nvSpPr>
        <dsp:cNvPr id="0" name=""/>
        <dsp:cNvSpPr/>
      </dsp:nvSpPr>
      <dsp:spPr>
        <a:xfrm>
          <a:off x="582179" y="1234754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 smtClean="0"/>
            <a:t>Diretoria Tecnologia</a:t>
          </a:r>
          <a:endParaRPr lang="en-US" sz="600" kern="1200" dirty="0"/>
        </a:p>
      </dsp:txBody>
      <dsp:txXfrm>
        <a:off x="582179" y="1234754"/>
        <a:ext cx="740099" cy="383190"/>
      </dsp:txXfrm>
    </dsp:sp>
    <dsp:sp modelId="{C8F801EB-FCDA-4DB3-B626-D9BE5B0F1623}">
      <dsp:nvSpPr>
        <dsp:cNvPr id="0" name=""/>
        <dsp:cNvSpPr/>
      </dsp:nvSpPr>
      <dsp:spPr>
        <a:xfrm>
          <a:off x="730199" y="153279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kern="1200" dirty="0" err="1" smtClean="0"/>
            <a:t>Ditec</a:t>
          </a:r>
          <a:endParaRPr lang="en-US" sz="800" kern="1200" dirty="0"/>
        </a:p>
      </dsp:txBody>
      <dsp:txXfrm>
        <a:off x="730199" y="1532791"/>
        <a:ext cx="666089" cy="127730"/>
      </dsp:txXfrm>
    </dsp:sp>
    <dsp:sp modelId="{B3D6F083-EA61-4C24-B4E3-B7B5DAF6BDF5}">
      <dsp:nvSpPr>
        <dsp:cNvPr id="0" name=""/>
        <dsp:cNvSpPr/>
      </dsp:nvSpPr>
      <dsp:spPr>
        <a:xfrm>
          <a:off x="85713" y="1839344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 smtClean="0"/>
            <a:t>Desenvolvimento de </a:t>
          </a:r>
          <a:r>
            <a:rPr lang="pt-BR" sz="600" kern="1200" dirty="0" err="1" smtClean="0"/>
            <a:t>mainFrame</a:t>
          </a:r>
          <a:endParaRPr lang="en-US" sz="600" kern="1200" dirty="0"/>
        </a:p>
      </dsp:txBody>
      <dsp:txXfrm>
        <a:off x="85713" y="1839344"/>
        <a:ext cx="740099" cy="383190"/>
      </dsp:txXfrm>
    </dsp:sp>
    <dsp:sp modelId="{CC005C44-FD48-48B2-A9F6-56378946CBF6}">
      <dsp:nvSpPr>
        <dsp:cNvPr id="0" name=""/>
        <dsp:cNvSpPr/>
      </dsp:nvSpPr>
      <dsp:spPr>
        <a:xfrm>
          <a:off x="233733" y="213738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233733" y="2137381"/>
        <a:ext cx="666089" cy="127730"/>
      </dsp:txXfrm>
    </dsp:sp>
    <dsp:sp modelId="{37430561-77EF-4BF2-B1B7-3189FBAD0E3B}">
      <dsp:nvSpPr>
        <dsp:cNvPr id="0" name=""/>
        <dsp:cNvSpPr/>
      </dsp:nvSpPr>
      <dsp:spPr>
        <a:xfrm>
          <a:off x="1078645" y="1839344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1078645" y="1839344"/>
        <a:ext cx="740099" cy="383190"/>
      </dsp:txXfrm>
    </dsp:sp>
    <dsp:sp modelId="{B2C530FB-C73C-4588-B7A3-ED72D9EC41DD}">
      <dsp:nvSpPr>
        <dsp:cNvPr id="0" name=""/>
        <dsp:cNvSpPr/>
      </dsp:nvSpPr>
      <dsp:spPr>
        <a:xfrm>
          <a:off x="1226665" y="213738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1226665" y="2137381"/>
        <a:ext cx="666089" cy="127730"/>
      </dsp:txXfrm>
    </dsp:sp>
    <dsp:sp modelId="{29DC836F-550B-4CDB-8F25-AF28C1EE55FC}">
      <dsp:nvSpPr>
        <dsp:cNvPr id="0" name=""/>
        <dsp:cNvSpPr/>
      </dsp:nvSpPr>
      <dsp:spPr>
        <a:xfrm>
          <a:off x="2568043" y="1234754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 smtClean="0"/>
            <a:t>Diretoria de Operações</a:t>
          </a:r>
          <a:endParaRPr lang="en-US" sz="600" kern="1200" dirty="0"/>
        </a:p>
      </dsp:txBody>
      <dsp:txXfrm>
        <a:off x="2568043" y="1234754"/>
        <a:ext cx="740099" cy="383190"/>
      </dsp:txXfrm>
    </dsp:sp>
    <dsp:sp modelId="{0653250C-6C68-4298-834D-5E49D6B28434}">
      <dsp:nvSpPr>
        <dsp:cNvPr id="0" name=""/>
        <dsp:cNvSpPr/>
      </dsp:nvSpPr>
      <dsp:spPr>
        <a:xfrm>
          <a:off x="2716063" y="153279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kern="1200" dirty="0" err="1" smtClean="0"/>
            <a:t>Didop</a:t>
          </a:r>
          <a:endParaRPr lang="en-US" sz="800" kern="1200" dirty="0"/>
        </a:p>
      </dsp:txBody>
      <dsp:txXfrm>
        <a:off x="2716063" y="1532791"/>
        <a:ext cx="666089" cy="127730"/>
      </dsp:txXfrm>
    </dsp:sp>
    <dsp:sp modelId="{90A89A47-88E6-4886-8920-A044447E2857}">
      <dsp:nvSpPr>
        <dsp:cNvPr id="0" name=""/>
        <dsp:cNvSpPr/>
      </dsp:nvSpPr>
      <dsp:spPr>
        <a:xfrm>
          <a:off x="2071577" y="1839344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2071577" y="1839344"/>
        <a:ext cx="740099" cy="383190"/>
      </dsp:txXfrm>
    </dsp:sp>
    <dsp:sp modelId="{613FEE4D-9149-4910-A226-BE160C8ABB6D}">
      <dsp:nvSpPr>
        <dsp:cNvPr id="0" name=""/>
        <dsp:cNvSpPr/>
      </dsp:nvSpPr>
      <dsp:spPr>
        <a:xfrm>
          <a:off x="2219597" y="213738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2219597" y="2137381"/>
        <a:ext cx="666089" cy="127730"/>
      </dsp:txXfrm>
    </dsp:sp>
    <dsp:sp modelId="{1D5F666B-2028-46E5-B06B-1ADB884BEC91}">
      <dsp:nvSpPr>
        <dsp:cNvPr id="0" name=""/>
        <dsp:cNvSpPr/>
      </dsp:nvSpPr>
      <dsp:spPr>
        <a:xfrm>
          <a:off x="1575111" y="2443934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1575111" y="2443934"/>
        <a:ext cx="740099" cy="383190"/>
      </dsp:txXfrm>
    </dsp:sp>
    <dsp:sp modelId="{59DB02EA-AB76-44A7-AC8F-D90957FDD3AA}">
      <dsp:nvSpPr>
        <dsp:cNvPr id="0" name=""/>
        <dsp:cNvSpPr/>
      </dsp:nvSpPr>
      <dsp:spPr>
        <a:xfrm>
          <a:off x="1723131" y="274197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1723131" y="2741971"/>
        <a:ext cx="666089" cy="127730"/>
      </dsp:txXfrm>
    </dsp:sp>
    <dsp:sp modelId="{D36E5F06-0855-4D89-8FFE-0DD7DE25EE6E}">
      <dsp:nvSpPr>
        <dsp:cNvPr id="0" name=""/>
        <dsp:cNvSpPr/>
      </dsp:nvSpPr>
      <dsp:spPr>
        <a:xfrm>
          <a:off x="2568043" y="2443934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2568043" y="2443934"/>
        <a:ext cx="740099" cy="383190"/>
      </dsp:txXfrm>
    </dsp:sp>
    <dsp:sp modelId="{EFDE0B60-E6B2-4255-AFF7-3D38E54DC4BE}">
      <dsp:nvSpPr>
        <dsp:cNvPr id="0" name=""/>
        <dsp:cNvSpPr/>
      </dsp:nvSpPr>
      <dsp:spPr>
        <a:xfrm>
          <a:off x="2716063" y="274197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2716063" y="2741971"/>
        <a:ext cx="666089" cy="127730"/>
      </dsp:txXfrm>
    </dsp:sp>
    <dsp:sp modelId="{E65F183E-45B5-4898-983D-BA1841EA8FD7}">
      <dsp:nvSpPr>
        <dsp:cNvPr id="0" name=""/>
        <dsp:cNvSpPr/>
      </dsp:nvSpPr>
      <dsp:spPr>
        <a:xfrm>
          <a:off x="2568043" y="3048523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2568043" y="3048523"/>
        <a:ext cx="740099" cy="383190"/>
      </dsp:txXfrm>
    </dsp:sp>
    <dsp:sp modelId="{2B27BDD7-66D8-4669-9F91-6E8E4B8A1419}">
      <dsp:nvSpPr>
        <dsp:cNvPr id="0" name=""/>
        <dsp:cNvSpPr/>
      </dsp:nvSpPr>
      <dsp:spPr>
        <a:xfrm>
          <a:off x="2716063" y="334656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2716063" y="3346561"/>
        <a:ext cx="666089" cy="127730"/>
      </dsp:txXfrm>
    </dsp:sp>
    <dsp:sp modelId="{F60BB4C1-9879-4DBA-B247-A3C27B5BB218}">
      <dsp:nvSpPr>
        <dsp:cNvPr id="0" name=""/>
        <dsp:cNvSpPr/>
      </dsp:nvSpPr>
      <dsp:spPr>
        <a:xfrm>
          <a:off x="2568043" y="3653113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2568043" y="3653113"/>
        <a:ext cx="740099" cy="383190"/>
      </dsp:txXfrm>
    </dsp:sp>
    <dsp:sp modelId="{51767816-0D70-4189-A517-92A19F345321}">
      <dsp:nvSpPr>
        <dsp:cNvPr id="0" name=""/>
        <dsp:cNvSpPr/>
      </dsp:nvSpPr>
      <dsp:spPr>
        <a:xfrm>
          <a:off x="2716063" y="395115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2716063" y="3951151"/>
        <a:ext cx="666089" cy="127730"/>
      </dsp:txXfrm>
    </dsp:sp>
    <dsp:sp modelId="{E1684365-3551-4495-A77F-AC4855E70A83}">
      <dsp:nvSpPr>
        <dsp:cNvPr id="0" name=""/>
        <dsp:cNvSpPr/>
      </dsp:nvSpPr>
      <dsp:spPr>
        <a:xfrm>
          <a:off x="3064509" y="1839344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3064509" y="1839344"/>
        <a:ext cx="740099" cy="383190"/>
      </dsp:txXfrm>
    </dsp:sp>
    <dsp:sp modelId="{CBD28413-9D1B-4CAD-9523-22DC8C3D1DCE}">
      <dsp:nvSpPr>
        <dsp:cNvPr id="0" name=""/>
        <dsp:cNvSpPr/>
      </dsp:nvSpPr>
      <dsp:spPr>
        <a:xfrm>
          <a:off x="3212529" y="213738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3212529" y="2137381"/>
        <a:ext cx="666089" cy="127730"/>
      </dsp:txXfrm>
    </dsp:sp>
    <dsp:sp modelId="{1640E760-3461-4711-A4D8-04D89BAE3967}">
      <dsp:nvSpPr>
        <dsp:cNvPr id="0" name=""/>
        <dsp:cNvSpPr/>
      </dsp:nvSpPr>
      <dsp:spPr>
        <a:xfrm>
          <a:off x="3560975" y="1234754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 smtClean="0"/>
            <a:t>Diretoria de Serviços de </a:t>
          </a:r>
          <a:r>
            <a:rPr lang="pt-BR" sz="600" kern="1200" dirty="0" err="1" smtClean="0"/>
            <a:t>InfraEstrutura</a:t>
          </a:r>
          <a:r>
            <a:rPr lang="pt-BR" sz="600" kern="1200" dirty="0" smtClean="0"/>
            <a:t> Bancária</a:t>
          </a:r>
          <a:endParaRPr lang="en-US" sz="600" kern="1200" dirty="0"/>
        </a:p>
      </dsp:txBody>
      <dsp:txXfrm>
        <a:off x="3560975" y="1234754"/>
        <a:ext cx="740099" cy="383190"/>
      </dsp:txXfrm>
    </dsp:sp>
    <dsp:sp modelId="{9678A22B-3A92-457B-B520-472CAE47853A}">
      <dsp:nvSpPr>
        <dsp:cNvPr id="0" name=""/>
        <dsp:cNvSpPr/>
      </dsp:nvSpPr>
      <dsp:spPr>
        <a:xfrm>
          <a:off x="3708995" y="153279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kern="1200" dirty="0" err="1" smtClean="0"/>
            <a:t>Disib</a:t>
          </a:r>
          <a:endParaRPr lang="en-US" sz="800" kern="1200" dirty="0"/>
        </a:p>
      </dsp:txBody>
      <dsp:txXfrm>
        <a:off x="3708995" y="1532791"/>
        <a:ext cx="666089" cy="127730"/>
      </dsp:txXfrm>
    </dsp:sp>
    <dsp:sp modelId="{0EA8342C-3F5E-4BD5-AAF9-1CBDDD224031}">
      <dsp:nvSpPr>
        <dsp:cNvPr id="0" name=""/>
        <dsp:cNvSpPr/>
      </dsp:nvSpPr>
      <dsp:spPr>
        <a:xfrm>
          <a:off x="4553907" y="1234754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 smtClean="0"/>
            <a:t>Diretoria de Novos Negócios</a:t>
          </a:r>
          <a:endParaRPr lang="en-US" sz="600" kern="1200" dirty="0"/>
        </a:p>
      </dsp:txBody>
      <dsp:txXfrm>
        <a:off x="4553907" y="1234754"/>
        <a:ext cx="740099" cy="383190"/>
      </dsp:txXfrm>
    </dsp:sp>
    <dsp:sp modelId="{F217770B-FECF-4F9F-91FE-A1507BE96EED}">
      <dsp:nvSpPr>
        <dsp:cNvPr id="0" name=""/>
        <dsp:cNvSpPr/>
      </dsp:nvSpPr>
      <dsp:spPr>
        <a:xfrm>
          <a:off x="4701927" y="153279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kern="1200" dirty="0" err="1" smtClean="0"/>
            <a:t>Dineg</a:t>
          </a:r>
          <a:endParaRPr lang="en-US" sz="800" kern="1200" dirty="0"/>
        </a:p>
      </dsp:txBody>
      <dsp:txXfrm>
        <a:off x="4701927" y="1532791"/>
        <a:ext cx="666089" cy="127730"/>
      </dsp:txXfrm>
    </dsp:sp>
    <dsp:sp modelId="{459A8751-FB7B-4594-9B1D-BBDB5F3B3731}">
      <dsp:nvSpPr>
        <dsp:cNvPr id="0" name=""/>
        <dsp:cNvSpPr/>
      </dsp:nvSpPr>
      <dsp:spPr>
        <a:xfrm>
          <a:off x="4057441" y="1839344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4057441" y="1839344"/>
        <a:ext cx="740099" cy="383190"/>
      </dsp:txXfrm>
    </dsp:sp>
    <dsp:sp modelId="{5874F2D8-0B0B-428F-9C58-DE273780BE91}">
      <dsp:nvSpPr>
        <dsp:cNvPr id="0" name=""/>
        <dsp:cNvSpPr/>
      </dsp:nvSpPr>
      <dsp:spPr>
        <a:xfrm>
          <a:off x="4205461" y="213738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4205461" y="2137381"/>
        <a:ext cx="666089" cy="127730"/>
      </dsp:txXfrm>
    </dsp:sp>
    <dsp:sp modelId="{418A6913-CD75-4AD5-A229-382E72F919B4}">
      <dsp:nvSpPr>
        <dsp:cNvPr id="0" name=""/>
        <dsp:cNvSpPr/>
      </dsp:nvSpPr>
      <dsp:spPr>
        <a:xfrm>
          <a:off x="5050373" y="1839344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5050373" y="1839344"/>
        <a:ext cx="740099" cy="383190"/>
      </dsp:txXfrm>
    </dsp:sp>
    <dsp:sp modelId="{05F79C77-283F-44CE-A39A-F30FB1369FAA}">
      <dsp:nvSpPr>
        <dsp:cNvPr id="0" name=""/>
        <dsp:cNvSpPr/>
      </dsp:nvSpPr>
      <dsp:spPr>
        <a:xfrm>
          <a:off x="5198393" y="213738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5198393" y="2137381"/>
        <a:ext cx="666089" cy="127730"/>
      </dsp:txXfrm>
    </dsp:sp>
    <dsp:sp modelId="{E6424183-1656-4CFC-9238-8C9F4DF6E3DD}">
      <dsp:nvSpPr>
        <dsp:cNvPr id="0" name=""/>
        <dsp:cNvSpPr/>
      </dsp:nvSpPr>
      <dsp:spPr>
        <a:xfrm>
          <a:off x="4553907" y="2443934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4553907" y="2443934"/>
        <a:ext cx="740099" cy="383190"/>
      </dsp:txXfrm>
    </dsp:sp>
    <dsp:sp modelId="{FB66AE74-7BB9-476C-B0D8-6006E45AC5BC}">
      <dsp:nvSpPr>
        <dsp:cNvPr id="0" name=""/>
        <dsp:cNvSpPr/>
      </dsp:nvSpPr>
      <dsp:spPr>
        <a:xfrm>
          <a:off x="4701927" y="274197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4701927" y="2741971"/>
        <a:ext cx="666089" cy="127730"/>
      </dsp:txXfrm>
    </dsp:sp>
    <dsp:sp modelId="{4E32D0FB-8C27-4C12-9076-B245A8A3A039}">
      <dsp:nvSpPr>
        <dsp:cNvPr id="0" name=""/>
        <dsp:cNvSpPr/>
      </dsp:nvSpPr>
      <dsp:spPr>
        <a:xfrm>
          <a:off x="5546839" y="2443934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5546839" y="2443934"/>
        <a:ext cx="740099" cy="383190"/>
      </dsp:txXfrm>
    </dsp:sp>
    <dsp:sp modelId="{0FC032CB-4897-45C6-8CD4-FD3C90212ACD}">
      <dsp:nvSpPr>
        <dsp:cNvPr id="0" name=""/>
        <dsp:cNvSpPr/>
      </dsp:nvSpPr>
      <dsp:spPr>
        <a:xfrm>
          <a:off x="5694858" y="274197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5694858" y="2741971"/>
        <a:ext cx="666089" cy="127730"/>
      </dsp:txXfrm>
    </dsp:sp>
    <dsp:sp modelId="{8B397E60-B38D-4B20-9819-E881234CF420}">
      <dsp:nvSpPr>
        <dsp:cNvPr id="0" name=""/>
        <dsp:cNvSpPr/>
      </dsp:nvSpPr>
      <dsp:spPr>
        <a:xfrm>
          <a:off x="5546839" y="3048523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5546839" y="3048523"/>
        <a:ext cx="740099" cy="383190"/>
      </dsp:txXfrm>
    </dsp:sp>
    <dsp:sp modelId="{0A7D9E0C-EE89-409E-84EE-5B0B5E171358}">
      <dsp:nvSpPr>
        <dsp:cNvPr id="0" name=""/>
        <dsp:cNvSpPr/>
      </dsp:nvSpPr>
      <dsp:spPr>
        <a:xfrm>
          <a:off x="5694858" y="334656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5694858" y="3346561"/>
        <a:ext cx="666089" cy="127730"/>
      </dsp:txXfrm>
    </dsp:sp>
    <dsp:sp modelId="{6F5AE5AD-841F-4CCA-8C8B-1F1FB95FE427}">
      <dsp:nvSpPr>
        <dsp:cNvPr id="0" name=""/>
        <dsp:cNvSpPr/>
      </dsp:nvSpPr>
      <dsp:spPr>
        <a:xfrm>
          <a:off x="7036236" y="1234754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 smtClean="0"/>
            <a:t>Diretoria Financeira</a:t>
          </a:r>
          <a:endParaRPr lang="en-US" sz="600" kern="1200" dirty="0"/>
        </a:p>
      </dsp:txBody>
      <dsp:txXfrm>
        <a:off x="7036236" y="1234754"/>
        <a:ext cx="740099" cy="383190"/>
      </dsp:txXfrm>
    </dsp:sp>
    <dsp:sp modelId="{D174FEAB-2225-4E10-B893-E28FB5EDB849}">
      <dsp:nvSpPr>
        <dsp:cNvPr id="0" name=""/>
        <dsp:cNvSpPr/>
      </dsp:nvSpPr>
      <dsp:spPr>
        <a:xfrm>
          <a:off x="7184256" y="153279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kern="1200" dirty="0" err="1" smtClean="0"/>
            <a:t>Difis</a:t>
          </a:r>
          <a:endParaRPr lang="en-US" sz="800" kern="1200" dirty="0"/>
        </a:p>
      </dsp:txBody>
      <dsp:txXfrm>
        <a:off x="7184256" y="1532791"/>
        <a:ext cx="666089" cy="127730"/>
      </dsp:txXfrm>
    </dsp:sp>
    <dsp:sp modelId="{FC5E5A81-E230-431B-9858-63E4864784A1}">
      <dsp:nvSpPr>
        <dsp:cNvPr id="0" name=""/>
        <dsp:cNvSpPr/>
      </dsp:nvSpPr>
      <dsp:spPr>
        <a:xfrm>
          <a:off x="6043305" y="1839344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6043305" y="1839344"/>
        <a:ext cx="740099" cy="383190"/>
      </dsp:txXfrm>
    </dsp:sp>
    <dsp:sp modelId="{85361929-8E6F-43CE-8371-7ACC397C86EC}">
      <dsp:nvSpPr>
        <dsp:cNvPr id="0" name=""/>
        <dsp:cNvSpPr/>
      </dsp:nvSpPr>
      <dsp:spPr>
        <a:xfrm>
          <a:off x="6191324" y="213738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6191324" y="2137381"/>
        <a:ext cx="666089" cy="127730"/>
      </dsp:txXfrm>
    </dsp:sp>
    <dsp:sp modelId="{2F6B3A13-4575-4931-A09D-68769430708E}">
      <dsp:nvSpPr>
        <dsp:cNvPr id="0" name=""/>
        <dsp:cNvSpPr/>
      </dsp:nvSpPr>
      <dsp:spPr>
        <a:xfrm>
          <a:off x="7036236" y="1839344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7036236" y="1839344"/>
        <a:ext cx="740099" cy="383190"/>
      </dsp:txXfrm>
    </dsp:sp>
    <dsp:sp modelId="{FD181A9C-ADF6-469D-ABE9-6E8F6AAB0390}">
      <dsp:nvSpPr>
        <dsp:cNvPr id="0" name=""/>
        <dsp:cNvSpPr/>
      </dsp:nvSpPr>
      <dsp:spPr>
        <a:xfrm>
          <a:off x="7184256" y="213738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7184256" y="2137381"/>
        <a:ext cx="666089" cy="127730"/>
      </dsp:txXfrm>
    </dsp:sp>
    <dsp:sp modelId="{D63016ED-12AD-436F-9B10-0E77C30720AF}">
      <dsp:nvSpPr>
        <dsp:cNvPr id="0" name=""/>
        <dsp:cNvSpPr/>
      </dsp:nvSpPr>
      <dsp:spPr>
        <a:xfrm>
          <a:off x="8029168" y="1839344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54072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8029168" y="1839344"/>
        <a:ext cx="740099" cy="383190"/>
      </dsp:txXfrm>
    </dsp:sp>
    <dsp:sp modelId="{E923E13B-9181-4623-9A02-4B74635F3A45}">
      <dsp:nvSpPr>
        <dsp:cNvPr id="0" name=""/>
        <dsp:cNvSpPr/>
      </dsp:nvSpPr>
      <dsp:spPr>
        <a:xfrm>
          <a:off x="8177188" y="213738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8177188" y="2137381"/>
        <a:ext cx="666089" cy="127730"/>
      </dsp:txXfrm>
    </dsp:sp>
    <dsp:sp modelId="{50E2C8D8-A70F-403F-8AA3-9974A6DCDCD5}">
      <dsp:nvSpPr>
        <dsp:cNvPr id="0" name=""/>
        <dsp:cNvSpPr/>
      </dsp:nvSpPr>
      <dsp:spPr>
        <a:xfrm>
          <a:off x="3312742" y="630164"/>
          <a:ext cx="740099" cy="3831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4072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kern="1200" dirty="0" smtClean="0"/>
            <a:t>Assessoria</a:t>
          </a:r>
          <a:endParaRPr lang="en-US" sz="800" kern="1200" dirty="0"/>
        </a:p>
      </dsp:txBody>
      <dsp:txXfrm>
        <a:off x="3312742" y="630164"/>
        <a:ext cx="740099" cy="383190"/>
      </dsp:txXfrm>
    </dsp:sp>
    <dsp:sp modelId="{D9423177-B019-467A-BB77-64F905D24A4F}">
      <dsp:nvSpPr>
        <dsp:cNvPr id="0" name=""/>
        <dsp:cNvSpPr/>
      </dsp:nvSpPr>
      <dsp:spPr>
        <a:xfrm>
          <a:off x="3460762" y="928201"/>
          <a:ext cx="666089" cy="12773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kern="1200" dirty="0" smtClean="0"/>
            <a:t>Asses</a:t>
          </a:r>
          <a:endParaRPr lang="en-US" sz="800" kern="1200" dirty="0"/>
        </a:p>
      </dsp:txBody>
      <dsp:txXfrm>
        <a:off x="3460762" y="928201"/>
        <a:ext cx="666089" cy="1277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4DC39-E524-4C64-BC61-509CE6533ED4}" type="datetimeFigureOut">
              <a:rPr lang="pt-BR"/>
              <a:t>14/12/2015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A40CE-69CD-4894-9751-4DE9311BFEA4}" type="slidenum">
              <a:rPr lang="pt-B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8623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6A40CE-69CD-4894-9751-4DE9311BFEA4}" type="slidenum">
              <a:rPr lang="pt-BR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4136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1" name="Picture 9" descr="capa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9163050" cy="687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altLang="en-US" noProof="0" smtClean="0"/>
              <a:t>Clique para editar o estilo do título mestre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pt-BR" altLang="en-US" noProof="0" smtClean="0"/>
              <a:t>Clique para editar o estilo do subtítulo mestre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787CE05E-22C9-4325-86C8-D2F281C098F4}" type="slidenum">
              <a:rPr lang="pt-BR" altLang="en-US"/>
              <a:pPr/>
              <a:t>‹nº›</a:t>
            </a:fld>
            <a:endParaRPr lang="pt-B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D4D13F-1024-4567-9543-EE13C8730021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753573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F7F1EE-D6F6-4B12-AE91-F4402078A0F4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42893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EE04CD-25D9-4EF3-AC8F-62FCD07ADA8E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592270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30BC86-E54C-44AC-9929-0E1DD3720CAF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545988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B36C10-6A3D-4173-B8F4-ED40E9673536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479663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45C527-DB43-4775-AAF2-9FBB0CC124C7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928296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0CFED-1D80-4000-88C4-93D48549441A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999102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325533-05A9-4F80-926C-378843C67C2B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6745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3384B-C5AF-46E5-A5BC-0AFA84012B6E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050164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40635F-0B01-42A7-91FE-7A435A192D04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90236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 descr="interna_clara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0"/>
            <a:ext cx="9163050" cy="687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smtClean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smtClean="0"/>
              <a:t>Clique para editar os estilos do texto mestre</a:t>
            </a:r>
          </a:p>
          <a:p>
            <a:pPr lvl="1"/>
            <a:r>
              <a:rPr lang="pt-BR" altLang="en-US" smtClean="0"/>
              <a:t>Segundo nível</a:t>
            </a:r>
          </a:p>
          <a:p>
            <a:pPr lvl="2"/>
            <a:r>
              <a:rPr lang="pt-BR" altLang="en-US" smtClean="0"/>
              <a:t>Terceiro nível</a:t>
            </a:r>
          </a:p>
          <a:p>
            <a:pPr lvl="3"/>
            <a:r>
              <a:rPr lang="pt-BR" altLang="en-US" smtClean="0"/>
              <a:t>Quarto nível</a:t>
            </a:r>
          </a:p>
          <a:p>
            <a:pPr lvl="4"/>
            <a:r>
              <a:rPr lang="pt-BR" altLang="en-US" smtClean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400"/>
            </a:lvl1pPr>
          </a:lstStyle>
          <a:p>
            <a:endParaRPr lang="pt-BR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400"/>
            </a:lvl1pPr>
          </a:lstStyle>
          <a:p>
            <a:endParaRPr lang="pt-BR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400"/>
            </a:lvl1pPr>
          </a:lstStyle>
          <a:p>
            <a:fld id="{B0AC5DE1-67D5-495B-BCB8-6F418BC3F5A7}" type="slidenum">
              <a:rPr lang="pt-BR" altLang="en-US"/>
              <a:pPr/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0164" y="2047371"/>
            <a:ext cx="7988300" cy="2173717"/>
          </a:xfrm>
          <a:effectLst>
            <a:outerShdw dist="17961" dir="2700000" algn="ctr" rotWithShape="0">
              <a:schemeClr val="tx1"/>
            </a:outerShdw>
          </a:effectLst>
        </p:spPr>
        <p:txBody>
          <a:bodyPr/>
          <a:lstStyle/>
          <a:p>
            <a:r>
              <a:rPr lang="pt-BR" altLang="en-US" b="1" dirty="0" smtClean="0">
                <a:solidFill>
                  <a:srgbClr val="FFCC00"/>
                </a:solidFill>
              </a:rPr>
              <a:t>Estrutura </a:t>
            </a:r>
            <a:br>
              <a:rPr lang="pt-BR" altLang="en-US" b="1" dirty="0" smtClean="0">
                <a:solidFill>
                  <a:srgbClr val="FFCC00"/>
                </a:solidFill>
              </a:rPr>
            </a:br>
            <a:r>
              <a:rPr lang="pt-BR" altLang="en-US" b="1" dirty="0" smtClean="0">
                <a:solidFill>
                  <a:srgbClr val="FFCC00"/>
                </a:solidFill>
              </a:rPr>
              <a:t>Organizacional x Contábil</a:t>
            </a:r>
            <a:endParaRPr lang="pt-BR" altLang="en-US" b="1" dirty="0">
              <a:solidFill>
                <a:srgbClr val="FFCC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9552" y="4365104"/>
            <a:ext cx="8393113" cy="2016224"/>
          </a:xfrm>
          <a:effectLst>
            <a:outerShdw dist="17961" dir="2700000" algn="ctr" rotWithShape="0">
              <a:schemeClr val="tx1"/>
            </a:outerShdw>
          </a:effectLst>
        </p:spPr>
        <p:txBody>
          <a:bodyPr/>
          <a:lstStyle/>
          <a:p>
            <a:pPr algn="r"/>
            <a:r>
              <a:rPr lang="pt-BR" altLang="en-US" dirty="0" smtClean="0">
                <a:solidFill>
                  <a:schemeClr val="bg1"/>
                </a:solidFill>
              </a:rPr>
              <a:t>PGE</a:t>
            </a:r>
          </a:p>
          <a:p>
            <a:pPr algn="r"/>
            <a:r>
              <a:rPr lang="pt-BR" altLang="en-US" dirty="0" smtClean="0">
                <a:solidFill>
                  <a:schemeClr val="bg1"/>
                </a:solidFill>
              </a:rPr>
              <a:t>Horácio Vasconcellos</a:t>
            </a:r>
            <a:endParaRPr lang="pt-B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Estrutura Organizacional</a:t>
            </a:r>
            <a:endParaRPr lang="pt-BR" dirty="0"/>
          </a:p>
        </p:txBody>
      </p:sp>
      <p:cxnSp>
        <p:nvCxnSpPr>
          <p:cNvPr id="3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-2" y="899114"/>
            <a:ext cx="91440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pt-BR" dirty="0"/>
              <a:t>Estrutura organizacional é o instrumento administrativo resultante da identificação, análise, ordenação e agrupamento das atividades e dos recursos das empresas, incluindo o estabelecimento dos níveis de alçada e dos processos decisórios, visando ao alcance dos objetivos estabelecidos pelos planejamentos das empresas”. (OLIVEIRA, 2006</a:t>
            </a:r>
            <a:r>
              <a:rPr lang="pt-BR" dirty="0" smtClean="0"/>
              <a:t>). </a:t>
            </a:r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3284083233"/>
              </p:ext>
            </p:extLst>
          </p:nvPr>
        </p:nvGraphicFramePr>
        <p:xfrm>
          <a:off x="107504" y="2636912"/>
          <a:ext cx="8928992" cy="4104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982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-3651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Estrutura Organizacional - Tipos</a:t>
            </a:r>
            <a:endParaRPr lang="pt-BR" dirty="0"/>
          </a:p>
        </p:txBody>
      </p:sp>
      <p:cxnSp>
        <p:nvCxnSpPr>
          <p:cNvPr id="4" name="Conector reto 3"/>
          <p:cNvCxnSpPr/>
          <p:nvPr/>
        </p:nvCxnSpPr>
        <p:spPr bwMode="auto">
          <a:xfrm>
            <a:off x="-1" y="764704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CaixaDeTexto 4"/>
          <p:cNvSpPr txBox="1"/>
          <p:nvPr/>
        </p:nvSpPr>
        <p:spPr>
          <a:xfrm>
            <a:off x="-833" y="764704"/>
            <a:ext cx="9144833" cy="6337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 smtClean="0"/>
              <a:t> </a:t>
            </a:r>
            <a:r>
              <a:rPr lang="pt-BR" sz="1600" b="1" dirty="0"/>
              <a:t>Funcional - </a:t>
            </a:r>
            <a:r>
              <a:rPr lang="pt-BR" sz="1600" dirty="0"/>
              <a:t>é estruturada por função da empresa. </a:t>
            </a:r>
            <a:r>
              <a:rPr lang="pt-BR" sz="1600" dirty="0" err="1"/>
              <a:t>Ex</a:t>
            </a:r>
            <a:r>
              <a:rPr lang="pt-BR" sz="1600" dirty="0"/>
              <a:t>: Departamento de Produção, Departamento Financeiro, Departamento de Marketing etc.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Territorial - </a:t>
            </a:r>
            <a:r>
              <a:rPr lang="pt-BR" sz="1600" dirty="0"/>
              <a:t>é usada quando a empresa é dispersa. </a:t>
            </a:r>
            <a:r>
              <a:rPr lang="pt-BR" sz="1600" dirty="0" err="1"/>
              <a:t>Ex</a:t>
            </a:r>
            <a:r>
              <a:rPr lang="pt-BR" sz="1600" dirty="0"/>
              <a:t>: região norte, região sul etc.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Produtos/Serviços</a:t>
            </a:r>
            <a:r>
              <a:rPr lang="pt-BR" sz="1600" dirty="0"/>
              <a:t> – quando a empresa tem várias linhas de produtos. </a:t>
            </a:r>
            <a:r>
              <a:rPr lang="pt-BR" sz="1600" dirty="0" err="1"/>
              <a:t>Ex</a:t>
            </a:r>
            <a:r>
              <a:rPr lang="pt-BR" sz="1600" dirty="0"/>
              <a:t>: têxtil, farmacêutico, químico etc.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Clientes - </a:t>
            </a:r>
            <a:r>
              <a:rPr lang="pt-BR" sz="1600" dirty="0"/>
              <a:t>por tipo de cliente. </a:t>
            </a:r>
            <a:r>
              <a:rPr lang="pt-BR" sz="1600" dirty="0" err="1"/>
              <a:t>Ex</a:t>
            </a:r>
            <a:r>
              <a:rPr lang="pt-BR" sz="1600" dirty="0"/>
              <a:t>: feminino, infantil etc.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Processos - </a:t>
            </a:r>
            <a:r>
              <a:rPr lang="pt-BR" sz="1600" dirty="0"/>
              <a:t>etapas de um processo. </a:t>
            </a:r>
            <a:r>
              <a:rPr lang="pt-BR" sz="1600" dirty="0" err="1"/>
              <a:t>Ex</a:t>
            </a:r>
            <a:r>
              <a:rPr lang="pt-BR" sz="1600" dirty="0"/>
              <a:t>: em uma indústria, tem os setores de corte, montagem, estamparia etc.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Projetos - </a:t>
            </a:r>
            <a:r>
              <a:rPr lang="pt-BR" sz="1600" dirty="0"/>
              <a:t>a alocação de pessoas e recursos é temporária. Quando acaba um projeto, a equipe muda para outro. </a:t>
            </a:r>
            <a:r>
              <a:rPr lang="pt-BR" sz="1600" dirty="0" err="1"/>
              <a:t>Ex</a:t>
            </a:r>
            <a:r>
              <a:rPr lang="pt-BR" sz="1600" dirty="0"/>
              <a:t>: uma construtora tem várias obras. Quando acaba uma construção, o pessoal e os equipamentos vão para outra obra.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Matricial - </a:t>
            </a:r>
            <a:r>
              <a:rPr lang="pt-BR" sz="1600" dirty="0"/>
              <a:t>a equipe trabalha para dois comandos simultaneamente. </a:t>
            </a:r>
            <a:r>
              <a:rPr lang="pt-BR" sz="1600" dirty="0" err="1"/>
              <a:t>Ex</a:t>
            </a:r>
            <a:r>
              <a:rPr lang="pt-BR" sz="1600" dirty="0"/>
              <a:t>: em uma fábrica, a equipe de manutenção recebe ordens da gerência de manutenção e também da gerência de produção.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Mista - </a:t>
            </a:r>
            <a:r>
              <a:rPr lang="pt-BR" sz="1600" dirty="0"/>
              <a:t>mistura os vários tipos de estruturas para se adaptar à realidade.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28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Estrutura Organizacional – C.R.</a:t>
            </a:r>
            <a:endParaRPr lang="pt-BR" dirty="0"/>
          </a:p>
        </p:txBody>
      </p:sp>
      <p:cxnSp>
        <p:nvCxnSpPr>
          <p:cNvPr id="3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-2" y="899114"/>
            <a:ext cx="9144001" cy="3804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A contabilidade por </a:t>
            </a:r>
            <a:r>
              <a:rPr lang="en-US" dirty="0" err="1" smtClean="0"/>
              <a:t>Área</a:t>
            </a:r>
            <a:r>
              <a:rPr lang="en-US" dirty="0" smtClean="0"/>
              <a:t> de </a:t>
            </a:r>
            <a:r>
              <a:rPr lang="en-US" dirty="0" err="1" smtClean="0"/>
              <a:t>Responsabilidade</a:t>
            </a:r>
            <a:r>
              <a:rPr lang="en-US" dirty="0" smtClean="0"/>
              <a:t> </a:t>
            </a:r>
            <a:r>
              <a:rPr lang="en-US" dirty="0" err="1" smtClean="0"/>
              <a:t>é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das </a:t>
            </a:r>
            <a:r>
              <a:rPr lang="en-US" dirty="0" err="1" smtClean="0"/>
              <a:t>técnicas</a:t>
            </a:r>
            <a:r>
              <a:rPr lang="en-US" dirty="0" smtClean="0"/>
              <a:t>, </a:t>
            </a:r>
            <a:r>
              <a:rPr lang="en-US" dirty="0" err="1" smtClean="0"/>
              <a:t>desenvolvidas</a:t>
            </a:r>
            <a:r>
              <a:rPr lang="en-US" dirty="0" smtClean="0"/>
              <a:t> para </a:t>
            </a:r>
            <a:r>
              <a:rPr lang="en-US" dirty="0" err="1" smtClean="0"/>
              <a:t>controlar</a:t>
            </a:r>
            <a:r>
              <a:rPr lang="en-US" dirty="0" smtClean="0"/>
              <a:t>,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resultados</a:t>
            </a:r>
            <a:r>
              <a:rPr lang="en-US" dirty="0" smtClean="0"/>
              <a:t> de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instituição</a:t>
            </a:r>
            <a:r>
              <a:rPr lang="en-US" dirty="0" smtClean="0"/>
              <a:t>, </a:t>
            </a:r>
            <a:r>
              <a:rPr lang="en-US" dirty="0" err="1" smtClean="0"/>
              <a:t>baseado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responsabilidade</a:t>
            </a:r>
            <a:r>
              <a:rPr lang="en-US" dirty="0" smtClean="0"/>
              <a:t> </a:t>
            </a:r>
            <a:r>
              <a:rPr lang="en-US" dirty="0" err="1" smtClean="0"/>
              <a:t>atribuída</a:t>
            </a:r>
            <a:r>
              <a:rPr lang="en-US" dirty="0" smtClean="0"/>
              <a:t> pela </a:t>
            </a:r>
            <a:r>
              <a:rPr lang="en-US" dirty="0" err="1" smtClean="0"/>
              <a:t>Estrutura</a:t>
            </a:r>
            <a:r>
              <a:rPr lang="en-US" dirty="0" smtClean="0"/>
              <a:t> </a:t>
            </a:r>
            <a:r>
              <a:rPr lang="en-US" dirty="0" err="1" smtClean="0"/>
              <a:t>Organizacional</a:t>
            </a:r>
            <a:r>
              <a:rPr lang="en-US" dirty="0" smtClean="0"/>
              <a:t>.</a:t>
            </a:r>
          </a:p>
          <a:p>
            <a:pPr marL="742950" lvl="2" indent="-285750">
              <a:buFont typeface="Wingdings" panose="05000000000000000000" pitchFamily="2" charset="2"/>
              <a:buChar char="q"/>
            </a:pPr>
            <a:r>
              <a:rPr lang="pt-BR" dirty="0"/>
              <a:t>Desta forma, a contabilidade passa a ter, também, um foco extremamente gerencial</a:t>
            </a:r>
            <a:r>
              <a:rPr lang="pt-BR" dirty="0" smtClean="0"/>
              <a:t>, ou seja, gerar as informa</a:t>
            </a:r>
            <a:r>
              <a:rPr lang="en-US" dirty="0" err="1" smtClean="0"/>
              <a:t>ções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atendam</a:t>
            </a:r>
            <a:r>
              <a:rPr lang="en-US" dirty="0" smtClean="0"/>
              <a:t> a </a:t>
            </a:r>
            <a:r>
              <a:rPr lang="en-US" dirty="0" err="1" smtClean="0"/>
              <a:t>gerencia</a:t>
            </a:r>
            <a:r>
              <a:rPr lang="en-US" dirty="0" smtClean="0"/>
              <a:t> e a </a:t>
            </a:r>
            <a:r>
              <a:rPr lang="en-US" dirty="0" err="1" smtClean="0"/>
              <a:t>gestão</a:t>
            </a:r>
            <a:r>
              <a:rPr lang="en-US" dirty="0" smtClean="0"/>
              <a:t> no </a:t>
            </a:r>
            <a:r>
              <a:rPr lang="en-US" dirty="0" err="1" smtClean="0"/>
              <a:t>processo</a:t>
            </a:r>
            <a:r>
              <a:rPr lang="en-US" dirty="0" smtClean="0"/>
              <a:t> de </a:t>
            </a:r>
            <a:r>
              <a:rPr lang="en-US" dirty="0" err="1" smtClean="0"/>
              <a:t>tomada</a:t>
            </a:r>
            <a:r>
              <a:rPr lang="en-US" dirty="0" smtClean="0"/>
              <a:t> de </a:t>
            </a:r>
            <a:r>
              <a:rPr lang="en-US" dirty="0" err="1" smtClean="0"/>
              <a:t>decisão</a:t>
            </a:r>
            <a:r>
              <a:rPr lang="en-US" dirty="0" smtClean="0"/>
              <a:t>.</a:t>
            </a:r>
          </a:p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Centro </a:t>
            </a:r>
            <a:r>
              <a:rPr lang="pt-BR" dirty="0"/>
              <a:t>de Responsabilidade: </a:t>
            </a:r>
            <a:r>
              <a:rPr lang="en-US" dirty="0" err="1" smtClean="0"/>
              <a:t>É</a:t>
            </a:r>
            <a:r>
              <a:rPr lang="pt-BR" dirty="0" smtClean="0"/>
              <a:t> </a:t>
            </a:r>
            <a:r>
              <a:rPr lang="pt-BR" dirty="0"/>
              <a:t>simplesmente uma unidade de organização chefiada por uma </a:t>
            </a:r>
            <a:r>
              <a:rPr lang="pt-BR" dirty="0">
                <a:solidFill>
                  <a:srgbClr val="FF0000"/>
                </a:solidFill>
              </a:rPr>
              <a:t>pessoa responsável</a:t>
            </a:r>
            <a:r>
              <a:rPr lang="pt-BR" dirty="0"/>
              <a:t>. O centro é responsável pelo desempenho de alguma função, que é seu </a:t>
            </a:r>
            <a:r>
              <a:rPr lang="pt-BR" dirty="0" smtClean="0"/>
              <a:t>produto, </a:t>
            </a:r>
            <a:r>
              <a:rPr lang="pt-BR" dirty="0" err="1" smtClean="0"/>
              <a:t>territ</a:t>
            </a:r>
            <a:r>
              <a:rPr lang="en-US" dirty="0" err="1" smtClean="0"/>
              <a:t>ório</a:t>
            </a:r>
            <a:r>
              <a:rPr lang="en-US" dirty="0" smtClean="0"/>
              <a:t>, </a:t>
            </a:r>
            <a:r>
              <a:rPr lang="en-US" dirty="0" err="1" smtClean="0"/>
              <a:t>cliente</a:t>
            </a:r>
            <a:r>
              <a:rPr lang="pt-BR" dirty="0" smtClean="0"/>
              <a:t> </a:t>
            </a:r>
            <a:r>
              <a:rPr lang="pt-BR" dirty="0"/>
              <a:t>e pela aplicação de recursos, ou insumos, tão eficiente quanto possível no desempenho dessa função. 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74442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Estrutura Organizacional – C.R.</a:t>
            </a:r>
            <a:endParaRPr lang="pt-BR" dirty="0"/>
          </a:p>
        </p:txBody>
      </p:sp>
      <p:cxnSp>
        <p:nvCxnSpPr>
          <p:cNvPr id="3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-2" y="899114"/>
            <a:ext cx="9144001" cy="2637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en-US" dirty="0" err="1" smtClean="0"/>
              <a:t>Alguns</a:t>
            </a:r>
            <a:r>
              <a:rPr lang="en-US" dirty="0" smtClean="0"/>
              <a:t> </a:t>
            </a:r>
            <a:r>
              <a:rPr lang="en-US" dirty="0" err="1" smtClean="0"/>
              <a:t>Problemas</a:t>
            </a:r>
            <a:r>
              <a:rPr lang="en-US" dirty="0" smtClean="0"/>
              <a:t>:</a:t>
            </a:r>
          </a:p>
          <a:p>
            <a:pPr marL="742950" lvl="2" indent="-285750">
              <a:buFont typeface="Wingdings" panose="05000000000000000000" pitchFamily="2" charset="2"/>
              <a:buChar char="q"/>
            </a:pPr>
            <a:r>
              <a:rPr lang="en-US" dirty="0" err="1" smtClean="0"/>
              <a:t>Mudanças</a:t>
            </a:r>
            <a:r>
              <a:rPr lang="en-US" dirty="0" smtClean="0"/>
              <a:t> das </a:t>
            </a:r>
            <a:r>
              <a:rPr lang="en-US" dirty="0" err="1" smtClean="0"/>
              <a:t>Estruturas</a:t>
            </a:r>
            <a:r>
              <a:rPr lang="en-US" dirty="0" smtClean="0"/>
              <a:t> </a:t>
            </a:r>
            <a:r>
              <a:rPr lang="en-US" dirty="0" err="1" smtClean="0"/>
              <a:t>Organizacionais</a:t>
            </a:r>
            <a:r>
              <a:rPr lang="en-US" dirty="0" smtClean="0"/>
              <a:t> </a:t>
            </a:r>
            <a:r>
              <a:rPr lang="en-US" dirty="0" err="1" smtClean="0"/>
              <a:t>afetam</a:t>
            </a:r>
            <a:r>
              <a:rPr lang="en-US" dirty="0" smtClean="0"/>
              <a:t> a </a:t>
            </a:r>
            <a:r>
              <a:rPr lang="en-US" dirty="0" err="1" smtClean="0"/>
              <a:t>Escrituração</a:t>
            </a:r>
            <a:r>
              <a:rPr lang="en-US" dirty="0" smtClean="0"/>
              <a:t> </a:t>
            </a:r>
            <a:r>
              <a:rPr lang="en-US" dirty="0" err="1" smtClean="0"/>
              <a:t>Contábil</a:t>
            </a:r>
            <a:r>
              <a:rPr lang="en-US" dirty="0" smtClean="0"/>
              <a:t>;</a:t>
            </a:r>
          </a:p>
          <a:p>
            <a:pPr marL="742950" lvl="2" indent="-285750">
              <a:buFont typeface="Wingdings" panose="05000000000000000000" pitchFamily="2" charset="2"/>
              <a:buChar char="q"/>
            </a:pPr>
            <a:r>
              <a:rPr lang="en-US" dirty="0" err="1" smtClean="0"/>
              <a:t>Inúmeros</a:t>
            </a:r>
            <a:r>
              <a:rPr lang="en-US" dirty="0" smtClean="0"/>
              <a:t> </a:t>
            </a:r>
            <a:r>
              <a:rPr lang="en-US" dirty="0" err="1" smtClean="0"/>
              <a:t>Centros</a:t>
            </a:r>
            <a:r>
              <a:rPr lang="en-US" dirty="0" smtClean="0"/>
              <a:t> de </a:t>
            </a:r>
            <a:r>
              <a:rPr lang="en-US" dirty="0" err="1" smtClean="0"/>
              <a:t>Responsabilidade</a:t>
            </a:r>
            <a:r>
              <a:rPr lang="en-US" dirty="0" smtClean="0"/>
              <a:t> (900), </a:t>
            </a:r>
            <a:r>
              <a:rPr lang="en-US" dirty="0" err="1" smtClean="0"/>
              <a:t>quando</a:t>
            </a:r>
            <a:r>
              <a:rPr lang="en-US" dirty="0" smtClean="0"/>
              <a:t> </a:t>
            </a:r>
            <a:r>
              <a:rPr lang="en-US" dirty="0" err="1" smtClean="0"/>
              <a:t>apenas</a:t>
            </a:r>
            <a:r>
              <a:rPr lang="en-US" dirty="0" smtClean="0"/>
              <a:t> 332 </a:t>
            </a:r>
            <a:r>
              <a:rPr lang="en-US" dirty="0" err="1" smtClean="0"/>
              <a:t>sendo</a:t>
            </a:r>
            <a:r>
              <a:rPr lang="en-US" dirty="0" smtClean="0"/>
              <a:t> </a:t>
            </a:r>
            <a:r>
              <a:rPr lang="en-US" dirty="0" err="1" smtClean="0"/>
              <a:t>utilizados</a:t>
            </a:r>
            <a:r>
              <a:rPr lang="en-US" dirty="0" smtClean="0"/>
              <a:t>;</a:t>
            </a:r>
          </a:p>
          <a:p>
            <a:pPr marL="742950" lvl="2" indent="-285750">
              <a:buFont typeface="Wingdings" panose="05000000000000000000" pitchFamily="2" charset="2"/>
              <a:buChar char="q"/>
            </a:pPr>
            <a:r>
              <a:rPr lang="en-US" dirty="0" err="1" smtClean="0"/>
              <a:t>Trabalho</a:t>
            </a:r>
            <a:r>
              <a:rPr lang="en-US" dirty="0" smtClean="0"/>
              <a:t> da </a:t>
            </a:r>
            <a:r>
              <a:rPr lang="en-US" dirty="0" err="1" smtClean="0"/>
              <a:t>Estrutura</a:t>
            </a:r>
            <a:r>
              <a:rPr lang="en-US" dirty="0" smtClean="0"/>
              <a:t> </a:t>
            </a:r>
            <a:r>
              <a:rPr lang="en-US" dirty="0" err="1" smtClean="0"/>
              <a:t>Organizacional</a:t>
            </a:r>
            <a:r>
              <a:rPr lang="en-US" dirty="0" smtClean="0"/>
              <a:t> (</a:t>
            </a:r>
            <a:r>
              <a:rPr lang="en-US" dirty="0" err="1" smtClean="0"/>
              <a:t>Organização</a:t>
            </a:r>
            <a:r>
              <a:rPr lang="en-US" dirty="0" smtClean="0"/>
              <a:t> e Local) com a </a:t>
            </a:r>
            <a:r>
              <a:rPr lang="en-US" dirty="0" err="1" smtClean="0"/>
              <a:t>Contabilidade</a:t>
            </a:r>
            <a:r>
              <a:rPr lang="en-US" dirty="0" smtClean="0"/>
              <a:t> (Centro de </a:t>
            </a:r>
            <a:r>
              <a:rPr lang="en-US" dirty="0" err="1" smtClean="0"/>
              <a:t>Custo</a:t>
            </a:r>
            <a:r>
              <a:rPr lang="en-US" dirty="0" smtClean="0"/>
              <a:t>);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62336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Estrutura Organizacional – C.R.</a:t>
            </a:r>
            <a:endParaRPr lang="pt-BR" dirty="0"/>
          </a:p>
        </p:txBody>
      </p:sp>
      <p:cxnSp>
        <p:nvCxnSpPr>
          <p:cNvPr id="3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-2" y="899114"/>
            <a:ext cx="9144001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en-US" dirty="0" err="1" smtClean="0"/>
              <a:t>Chegou</a:t>
            </a:r>
            <a:r>
              <a:rPr lang="en-US" dirty="0" smtClean="0"/>
              <a:t>-se </a:t>
            </a:r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err="1" smtClean="0"/>
              <a:t>consenso</a:t>
            </a:r>
            <a:r>
              <a:rPr lang="en-US" dirty="0" smtClean="0"/>
              <a:t> que </a:t>
            </a:r>
            <a:r>
              <a:rPr lang="en-US" dirty="0" err="1" smtClean="0"/>
              <a:t>estaríamos</a:t>
            </a:r>
            <a:r>
              <a:rPr lang="en-US" dirty="0" smtClean="0"/>
              <a:t> com a </a:t>
            </a:r>
            <a:r>
              <a:rPr lang="en-US" dirty="0" err="1" smtClean="0"/>
              <a:t>seguinte</a:t>
            </a:r>
            <a:r>
              <a:rPr lang="en-US" dirty="0" smtClean="0"/>
              <a:t> </a:t>
            </a:r>
            <a:r>
              <a:rPr lang="en-US" dirty="0" err="1" smtClean="0"/>
              <a:t>definição</a:t>
            </a:r>
            <a:r>
              <a:rPr lang="en-US" dirty="0" smtClean="0"/>
              <a:t>:</a:t>
            </a:r>
          </a:p>
          <a:p>
            <a:pPr marL="742950" lvl="2" indent="-285750">
              <a:buFont typeface="Wingdings" panose="05000000000000000000" pitchFamily="2" charset="2"/>
              <a:buChar char="q"/>
            </a:pPr>
            <a:r>
              <a:rPr lang="pt-BR" dirty="0" smtClean="0"/>
              <a:t>Centro de Responsabilidade: Definida pela GPO e constante do Organograma da Instituição;</a:t>
            </a:r>
          </a:p>
          <a:p>
            <a:pPr marL="742950" lvl="2" indent="-285750">
              <a:buFont typeface="Wingdings" panose="05000000000000000000" pitchFamily="2" charset="2"/>
              <a:buChar char="q"/>
            </a:pPr>
            <a:r>
              <a:rPr lang="pt-BR" dirty="0" err="1" smtClean="0"/>
              <a:t>SubCentro</a:t>
            </a:r>
            <a:r>
              <a:rPr lang="pt-BR" dirty="0" smtClean="0"/>
              <a:t> de Responsabilidade: Definida pelo Gestor do Centro de Reponsabilidade, com o objetivo </a:t>
            </a:r>
            <a:r>
              <a:rPr lang="pt-BR" dirty="0" smtClean="0"/>
              <a:t>de serem:</a:t>
            </a:r>
          </a:p>
          <a:p>
            <a:pPr marL="1200150" lvl="3" indent="-285750">
              <a:buFont typeface="Wingdings" panose="05000000000000000000" pitchFamily="2" charset="2"/>
              <a:buChar char="q"/>
            </a:pPr>
            <a:r>
              <a:rPr lang="pt-BR" dirty="0" smtClean="0"/>
              <a:t> </a:t>
            </a:r>
            <a:r>
              <a:rPr lang="pt-BR" dirty="0"/>
              <a:t>Centro de Custos Administrativo: São os setores que executam atividades de caráter gerencial ou administrativo da empresa.</a:t>
            </a:r>
          </a:p>
          <a:p>
            <a:pPr marL="1200150" lvl="3" indent="-285750">
              <a:buFont typeface="Wingdings" panose="05000000000000000000" pitchFamily="2" charset="2"/>
              <a:buChar char="q"/>
            </a:pPr>
            <a:r>
              <a:rPr lang="pt-BR" dirty="0"/>
              <a:t>Centro de Custos Produtivo: São aqueles setores da empresa onde se processa a fabricação  dos produtos ou serviços.</a:t>
            </a:r>
          </a:p>
          <a:p>
            <a:pPr marL="742950" lvl="2" indent="-285750">
              <a:buFont typeface="Wingdings" panose="05000000000000000000" pitchFamily="2" charset="2"/>
              <a:buChar char="q"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8665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err="1" smtClean="0"/>
              <a:t>eBusiness</a:t>
            </a:r>
            <a:r>
              <a:rPr lang="pt-BR" dirty="0" smtClean="0"/>
              <a:t> x People</a:t>
            </a:r>
            <a:endParaRPr lang="pt-BR" dirty="0"/>
          </a:p>
        </p:txBody>
      </p:sp>
      <p:cxnSp>
        <p:nvCxnSpPr>
          <p:cNvPr id="3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748874"/>
              </p:ext>
            </p:extLst>
          </p:nvPr>
        </p:nvGraphicFramePr>
        <p:xfrm>
          <a:off x="35496" y="1052736"/>
          <a:ext cx="9073008" cy="2595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12168"/>
                <a:gridCol w="1728192"/>
                <a:gridCol w="3024336"/>
                <a:gridCol w="2808312"/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Definição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eBusiness</a:t>
                      </a:r>
                      <a:r>
                        <a:rPr lang="pt-BR" baseline="0" dirty="0" smtClean="0"/>
                        <a:t> </a:t>
                      </a:r>
                      <a:r>
                        <a:rPr lang="pt-BR" baseline="0" dirty="0" err="1" smtClean="0"/>
                        <a:t>Suite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mtClean="0"/>
                        <a:t>PeopleSoftware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COBRA OU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BBTS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Operation</a:t>
                      </a:r>
                      <a:r>
                        <a:rPr lang="pt-BR" baseline="0" dirty="0" smtClean="0"/>
                        <a:t> </a:t>
                      </a:r>
                      <a:r>
                        <a:rPr lang="pt-BR" baseline="0" dirty="0" err="1" smtClean="0"/>
                        <a:t>Units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ID_SETS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COBRA BG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mtClean="0"/>
                        <a:t>Diretores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Business </a:t>
                      </a:r>
                      <a:r>
                        <a:rPr lang="pt-BR" dirty="0" err="1" smtClean="0"/>
                        <a:t>Group</a:t>
                      </a:r>
                      <a:r>
                        <a:rPr lang="pt-BR" smtClean="0"/>
                        <a:t> (Filial)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mtClean="0"/>
                        <a:t>Unidades de Negócio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mtClean="0"/>
                        <a:t>CR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People </a:t>
                      </a:r>
                      <a:r>
                        <a:rPr lang="pt-BR" dirty="0" err="1" smtClean="0"/>
                        <a:t>Group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mtClean="0"/>
                        <a:t>Empresa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CR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Greg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Organização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Departamento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CR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Gdiv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Organização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Estabelecimento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SCR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Gsetor</a:t>
                      </a:r>
                      <a:r>
                        <a:rPr lang="pt-BR" dirty="0" smtClean="0"/>
                        <a:t>/</a:t>
                      </a:r>
                      <a:r>
                        <a:rPr lang="pt-BR" dirty="0" err="1" smtClean="0"/>
                        <a:t>Nucleo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Local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Local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576354" y="3933056"/>
            <a:ext cx="7380022" cy="2502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Ficou consolidado que será: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 err="1" smtClean="0"/>
              <a:t>ID_Sets</a:t>
            </a:r>
            <a:r>
              <a:rPr lang="pt-BR" dirty="0" smtClean="0"/>
              <a:t>: BBTS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 smtClean="0"/>
              <a:t>BG: Será uma única;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 err="1" smtClean="0"/>
              <a:t>PeopleGroup</a:t>
            </a:r>
            <a:r>
              <a:rPr lang="pt-BR" dirty="0" smtClean="0"/>
              <a:t> = Empresa = Diretoria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 smtClean="0"/>
              <a:t>Departamento = Gerencia Executiva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 smtClean="0"/>
              <a:t>Estabelecimento = Gerencia Regionais/Divisão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 smtClean="0"/>
              <a:t>Local = Setor/</a:t>
            </a:r>
            <a:r>
              <a:rPr lang="pt-BR" dirty="0" err="1" smtClean="0"/>
              <a:t>Nucleo</a:t>
            </a:r>
            <a:r>
              <a:rPr lang="pt-BR" dirty="0" smtClean="0"/>
              <a:t>/Centros (Equipe)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1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7"/>
          <p:cNvGraphicFramePr>
            <a:graphicFrameLocks noGrp="1"/>
          </p:cNvGraphicFramePr>
          <p:nvPr>
            <p:extLst/>
          </p:nvPr>
        </p:nvGraphicFramePr>
        <p:xfrm>
          <a:off x="285751" y="1902324"/>
          <a:ext cx="7952874" cy="372354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21356"/>
                <a:gridCol w="3510213"/>
                <a:gridCol w="2021305"/>
              </a:tblGrid>
              <a:tr h="353092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Peoplesoft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Conceito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Resultado 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</a:tr>
              <a:tr h="353092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ID SET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“Gerenciador da estrutura”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BBTS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</a:tr>
              <a:tr h="609445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Empresa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Companhia/ Unidade Operacional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001- BBTS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Unidade de Negócio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Ramo de atividade/Agregador</a:t>
                      </a:r>
                      <a:r>
                        <a:rPr lang="pt-BR" sz="1400" baseline="0" dirty="0" smtClean="0"/>
                        <a:t> de Localização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BBTS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Departamento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Centro de Responsabilidade/ Organização estrutural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Presidência/diretoria,</a:t>
                      </a:r>
                      <a:r>
                        <a:rPr lang="pt-BR" sz="1400" baseline="0" dirty="0" smtClean="0"/>
                        <a:t> gerências/divisões/ regionais, </a:t>
                      </a:r>
                      <a:r>
                        <a:rPr lang="pt-BR" sz="1400" baseline="0" dirty="0" err="1" smtClean="0"/>
                        <a:t>etc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Estabelecimento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400" baseline="0" dirty="0" smtClean="0"/>
                        <a:t>Possuem CNPJ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3301-</a:t>
                      </a:r>
                      <a:r>
                        <a:rPr lang="pt-BR" sz="1400" baseline="0" dirty="0" smtClean="0"/>
                        <a:t> BBTS ( filiais/ Org. de inventário)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Locais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Espaço</a:t>
                      </a:r>
                      <a:r>
                        <a:rPr lang="pt-BR" sz="1400" baseline="0" dirty="0" smtClean="0"/>
                        <a:t> físico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Sede</a:t>
                      </a:r>
                      <a:r>
                        <a:rPr lang="pt-BR" sz="1400" baseline="0" dirty="0" smtClean="0"/>
                        <a:t> BBTS (Endereço </a:t>
                      </a:r>
                      <a:r>
                        <a:rPr lang="pt-BR" sz="1400" baseline="0" smtClean="0"/>
                        <a:t>das filiais/locação do LAT’S)</a:t>
                      </a:r>
                      <a:endParaRPr lang="pt-BR" sz="14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pt-BR" dirty="0" smtClean="0"/>
              <a:t>Estrutura Organizacional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5256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16632"/>
            <a:ext cx="9144000" cy="133164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/>
              <a:t>Organização Estrutural- Pessoas- Departamentos</a:t>
            </a:r>
            <a:br>
              <a:rPr lang="pt-BR" sz="4000" dirty="0" smtClean="0"/>
            </a:br>
            <a:endParaRPr lang="pt-BR" sz="40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877" y="2089172"/>
            <a:ext cx="585073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08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5506"/>
            <a:ext cx="7886700" cy="994172"/>
          </a:xfrm>
        </p:spPr>
        <p:txBody>
          <a:bodyPr>
            <a:noAutofit/>
          </a:bodyPr>
          <a:lstStyle/>
          <a:p>
            <a:pPr algn="l"/>
            <a:r>
              <a:rPr lang="pt-BR" sz="4000" dirty="0"/>
              <a:t>Gerenciamento de Posições </a:t>
            </a:r>
            <a:br>
              <a:rPr lang="pt-BR" sz="4000" dirty="0"/>
            </a:br>
            <a:endParaRPr lang="pt-BR" sz="40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902" y="1606216"/>
            <a:ext cx="5433553" cy="439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28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6579"/>
            <a:ext cx="8229600" cy="1143000"/>
          </a:xfrm>
        </p:spPr>
        <p:txBody>
          <a:bodyPr/>
          <a:lstStyle/>
          <a:p>
            <a:pPr algn="l"/>
            <a:r>
              <a:rPr lang="pt-BR" sz="4000" dirty="0" smtClean="0"/>
              <a:t>Relacionamento</a:t>
            </a:r>
            <a:r>
              <a:rPr lang="pt-BR" dirty="0" smtClean="0"/>
              <a:t> Organizacional</a:t>
            </a:r>
            <a:br>
              <a:rPr lang="pt-BR" dirty="0" smtClean="0"/>
            </a:b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1" y="1838199"/>
            <a:ext cx="6965156" cy="4036219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974559" y="4358440"/>
            <a:ext cx="4033586" cy="10557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1596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994172"/>
          </a:xfrm>
        </p:spPr>
        <p:txBody>
          <a:bodyPr/>
          <a:lstStyle/>
          <a:p>
            <a:pPr algn="l"/>
            <a:r>
              <a:rPr lang="pt-BR" sz="4000" dirty="0" smtClean="0"/>
              <a:t>Reporta-se</a:t>
            </a:r>
            <a:br>
              <a:rPr lang="pt-BR" sz="4000" dirty="0" smtClean="0"/>
            </a:br>
            <a:endParaRPr lang="pt-BR" sz="40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613" y="1409213"/>
            <a:ext cx="5531764" cy="4591537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2833437" y="3374859"/>
            <a:ext cx="974558" cy="216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7512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36512" y="-27384"/>
            <a:ext cx="8229600" cy="1143000"/>
          </a:xfrm>
        </p:spPr>
        <p:txBody>
          <a:bodyPr/>
          <a:lstStyle/>
          <a:p>
            <a:pPr algn="l"/>
            <a:r>
              <a:rPr lang="pt-BR" dirty="0" smtClean="0"/>
              <a:t>Relatórios</a:t>
            </a:r>
            <a:br>
              <a:rPr lang="pt-BR" dirty="0" smtClean="0"/>
            </a:b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56" y="1819400"/>
            <a:ext cx="8472488" cy="107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390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Art 4"/>
          <p:cNvSpPr>
            <a:spLocks noChangeArrowheads="1" noChangeShapeType="1" noTextEdit="1"/>
          </p:cNvSpPr>
          <p:nvPr/>
        </p:nvSpPr>
        <p:spPr bwMode="auto">
          <a:xfrm>
            <a:off x="1042988" y="2636838"/>
            <a:ext cx="7058025" cy="1368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err="1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 Black" panose="020B0A04020102020204" pitchFamily="34" charset="0"/>
              </a:rPr>
              <a:t>Muito</a:t>
            </a:r>
            <a:r>
              <a:rPr lang="en-US" sz="3600" kern="10" dirty="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 Black" panose="020B0A04020102020204" pitchFamily="34" charset="0"/>
              </a:rPr>
              <a:t> Obrigado</a:t>
            </a: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4283968" y="4581128"/>
            <a:ext cx="4825032" cy="394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dirty="0" smtClean="0"/>
              <a:t>PGE</a:t>
            </a:r>
            <a:endParaRPr lang="pt-BR" altLang="en-US" dirty="0"/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6156176" y="5012928"/>
            <a:ext cx="2952824" cy="394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mtClean="0"/>
              <a:t>pge@bbtecno.com.br</a:t>
            </a:r>
            <a:endParaRPr lang="pt-BR" altLang="en-US" dirty="0"/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5616500" y="5385991"/>
            <a:ext cx="3492500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en-US" dirty="0"/>
              <a:t>Tel.: </a:t>
            </a:r>
            <a:r>
              <a:rPr lang="en-US" altLang="en-US" dirty="0" smtClean="0"/>
              <a:t>+55 21 99765-2736</a:t>
            </a:r>
          </a:p>
          <a:p>
            <a:pPr algn="r" eaLnBrk="1" hangingPunct="1">
              <a:spcBef>
                <a:spcPts val="0"/>
              </a:spcBef>
              <a:spcAft>
                <a:spcPts val="0"/>
              </a:spcAft>
            </a:pPr>
            <a:r>
              <a:rPr lang="pt-BR" altLang="en-US" dirty="0" smtClean="0"/>
              <a:t>+55 21 2101-8521</a:t>
            </a:r>
            <a:endParaRPr lang="pt-BR" altLang="en-US" dirty="0"/>
          </a:p>
        </p:txBody>
      </p:sp>
    </p:spTree>
    <p:extLst>
      <p:ext uri="{BB962C8B-B14F-4D97-AF65-F5344CB8AC3E}">
        <p14:creationId xmlns:p14="http://schemas.microsoft.com/office/powerpoint/2010/main" val="1533498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just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50000"/>
          </a:spcAft>
          <a:buClrTx/>
          <a:buSzTx/>
          <a:buFontTx/>
          <a:buNone/>
          <a:tabLst/>
          <a:defRPr kumimoji="0" lang="pt-B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just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50000"/>
          </a:spcAft>
          <a:buClrTx/>
          <a:buSzTx/>
          <a:buFontTx/>
          <a:buNone/>
          <a:tabLst/>
          <a:defRPr kumimoji="0" lang="pt-B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17776</TotalTime>
  <Words>709</Words>
  <Application>Microsoft Office PowerPoint</Application>
  <PresentationFormat>Apresentação na tela (4:3)</PresentationFormat>
  <Paragraphs>112</Paragraphs>
  <Slides>14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Wingdings</vt:lpstr>
      <vt:lpstr>Design padrão</vt:lpstr>
      <vt:lpstr>Estrutura  Organizacional x Contábil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Estrutura Organizacional</vt:lpstr>
      <vt:lpstr>Organização Estrutural- Pessoas- Departamentos </vt:lpstr>
      <vt:lpstr>Gerenciamento de Posições  </vt:lpstr>
      <vt:lpstr>Relacionamento Organizacional </vt:lpstr>
      <vt:lpstr>Reporta-se </vt:lpstr>
      <vt:lpstr>Relatórios 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de Identidade Visual</dc:title>
  <dc:creator>rodrigo</dc:creator>
  <cp:lastModifiedBy>Horácio Vasconcelos</cp:lastModifiedBy>
  <cp:revision>605</cp:revision>
  <dcterms:created xsi:type="dcterms:W3CDTF">2012-10-03T13:59:00Z</dcterms:created>
  <dcterms:modified xsi:type="dcterms:W3CDTF">2015-12-14T12:37:53Z</dcterms:modified>
</cp:coreProperties>
</file>