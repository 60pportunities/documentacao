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D6CA-081B-488A-A72F-36470EB4DCA5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3A4-43E6-42C1-AA5B-622A60C5CA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805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D6CA-081B-488A-A72F-36470EB4DCA5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3A4-43E6-42C1-AA5B-622A60C5CA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78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D6CA-081B-488A-A72F-36470EB4DCA5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3A4-43E6-42C1-AA5B-622A60C5CA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93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D6CA-081B-488A-A72F-36470EB4DCA5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3A4-43E6-42C1-AA5B-622A60C5CA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39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D6CA-081B-488A-A72F-36470EB4DCA5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3A4-43E6-42C1-AA5B-622A60C5CA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1285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D6CA-081B-488A-A72F-36470EB4DCA5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3A4-43E6-42C1-AA5B-622A60C5CA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04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D6CA-081B-488A-A72F-36470EB4DCA5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3A4-43E6-42C1-AA5B-622A60C5CA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13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D6CA-081B-488A-A72F-36470EB4DCA5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3A4-43E6-42C1-AA5B-622A60C5CA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673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D6CA-081B-488A-A72F-36470EB4DCA5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3A4-43E6-42C1-AA5B-622A60C5CA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58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D6CA-081B-488A-A72F-36470EB4DCA5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3A4-43E6-42C1-AA5B-622A60C5CA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423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D6CA-081B-488A-A72F-36470EB4DCA5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3A4-43E6-42C1-AA5B-622A60C5CA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844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7D6CA-081B-488A-A72F-36470EB4DCA5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6F3A4-43E6-42C1-AA5B-622A60C5CA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69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857384"/>
              </p:ext>
            </p:extLst>
          </p:nvPr>
        </p:nvGraphicFramePr>
        <p:xfrm>
          <a:off x="381000" y="1393432"/>
          <a:ext cx="10603831" cy="4419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228474"/>
                <a:gridCol w="4680284"/>
                <a:gridCol w="2695073"/>
              </a:tblGrid>
              <a:tr h="470789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Peoplesoft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Conceito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Resultado </a:t>
                      </a:r>
                      <a:endParaRPr lang="pt-BR" dirty="0"/>
                    </a:p>
                  </a:txBody>
                  <a:tcPr/>
                </a:tc>
              </a:tr>
              <a:tr h="470789">
                <a:tc>
                  <a:txBody>
                    <a:bodyPr/>
                    <a:lstStyle/>
                    <a:p>
                      <a:r>
                        <a:rPr lang="pt-BR" dirty="0" smtClean="0"/>
                        <a:t>ID SET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“Gerenciador da estrutura”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BBTS</a:t>
                      </a:r>
                      <a:endParaRPr lang="pt-BR" dirty="0"/>
                    </a:p>
                  </a:txBody>
                  <a:tcPr/>
                </a:tc>
              </a:tr>
              <a:tr h="812593">
                <a:tc>
                  <a:txBody>
                    <a:bodyPr/>
                    <a:lstStyle/>
                    <a:p>
                      <a:r>
                        <a:rPr lang="pt-BR" dirty="0" smtClean="0"/>
                        <a:t>Empresa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Companhia/ Unidade Operacional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001- BBTS</a:t>
                      </a:r>
                      <a:endParaRPr lang="pt-BR" dirty="0"/>
                    </a:p>
                  </a:txBody>
                  <a:tcPr/>
                </a:tc>
              </a:tr>
              <a:tr h="470789">
                <a:tc>
                  <a:txBody>
                    <a:bodyPr/>
                    <a:lstStyle/>
                    <a:p>
                      <a:r>
                        <a:rPr lang="pt-BR" dirty="0" smtClean="0"/>
                        <a:t>Unidade de Negócio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Ramo de atividade/Agregador</a:t>
                      </a:r>
                      <a:r>
                        <a:rPr lang="pt-BR" baseline="0" dirty="0" smtClean="0"/>
                        <a:t> de Localização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BBTS</a:t>
                      </a:r>
                      <a:endParaRPr lang="pt-BR" dirty="0"/>
                    </a:p>
                  </a:txBody>
                  <a:tcPr/>
                </a:tc>
              </a:tr>
              <a:tr h="470789">
                <a:tc>
                  <a:txBody>
                    <a:bodyPr/>
                    <a:lstStyle/>
                    <a:p>
                      <a:r>
                        <a:rPr lang="pt-BR" dirty="0" smtClean="0"/>
                        <a:t>Departamento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Centro de Responsabilidade/ Organização estrutural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Presidência/diretoria,</a:t>
                      </a:r>
                      <a:r>
                        <a:rPr lang="pt-BR" baseline="0" dirty="0" smtClean="0"/>
                        <a:t> gerências/divisões/ regionais, </a:t>
                      </a:r>
                      <a:r>
                        <a:rPr lang="pt-BR" baseline="0" dirty="0" err="1" smtClean="0"/>
                        <a:t>etc</a:t>
                      </a:r>
                      <a:endParaRPr lang="pt-BR" dirty="0"/>
                    </a:p>
                  </a:txBody>
                  <a:tcPr/>
                </a:tc>
              </a:tr>
              <a:tr h="470789">
                <a:tc>
                  <a:txBody>
                    <a:bodyPr/>
                    <a:lstStyle/>
                    <a:p>
                      <a:r>
                        <a:rPr lang="pt-BR" dirty="0" smtClean="0"/>
                        <a:t>Estabelecimento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aseline="0" dirty="0" smtClean="0"/>
                        <a:t>Possuem CNPJ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3301-</a:t>
                      </a:r>
                      <a:r>
                        <a:rPr lang="pt-BR" baseline="0" dirty="0" smtClean="0"/>
                        <a:t> BBTS ( filiais/ Org. de inventário)</a:t>
                      </a:r>
                      <a:endParaRPr lang="pt-BR" dirty="0"/>
                    </a:p>
                  </a:txBody>
                  <a:tcPr/>
                </a:tc>
              </a:tr>
              <a:tr h="470789">
                <a:tc>
                  <a:txBody>
                    <a:bodyPr/>
                    <a:lstStyle/>
                    <a:p>
                      <a:r>
                        <a:rPr lang="pt-BR" dirty="0" smtClean="0"/>
                        <a:t>Locais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Espaço</a:t>
                      </a:r>
                      <a:r>
                        <a:rPr lang="pt-BR" baseline="0" dirty="0" smtClean="0"/>
                        <a:t> físico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Sede</a:t>
                      </a:r>
                      <a:r>
                        <a:rPr lang="pt-BR" baseline="0" dirty="0" smtClean="0"/>
                        <a:t> BBTS (Endereço </a:t>
                      </a:r>
                      <a:r>
                        <a:rPr lang="pt-BR" baseline="0" smtClean="0"/>
                        <a:t>das filiais/locação do LAT’S)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Organizacional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164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Organização Estrutural- Pessoas- Departamentos</a:t>
            </a:r>
            <a:br>
              <a:rPr lang="pt-BR" dirty="0" smtClean="0"/>
            </a:b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02" y="1642562"/>
            <a:ext cx="780097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1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48557"/>
            <a:ext cx="10515600" cy="1325563"/>
          </a:xfrm>
        </p:spPr>
        <p:txBody>
          <a:bodyPr>
            <a:normAutofit/>
          </a:bodyPr>
          <a:lstStyle/>
          <a:p>
            <a:r>
              <a:rPr lang="pt-BR" sz="3600" dirty="0" smtClean="0"/>
              <a:t>Gerenciamento de Posições </a:t>
            </a:r>
            <a:r>
              <a:rPr lang="pt-BR" sz="4000" dirty="0" smtClean="0"/>
              <a:t/>
            </a:r>
            <a:br>
              <a:rPr lang="pt-BR" sz="4000" dirty="0" smtClean="0"/>
            </a:br>
            <a:endParaRPr lang="pt-BR" sz="40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869" y="998622"/>
            <a:ext cx="7244737" cy="585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0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Relacionamento Organizacional</a:t>
            </a:r>
            <a:br>
              <a:rPr lang="pt-BR" dirty="0" smtClean="0"/>
            </a:b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7932"/>
            <a:ext cx="9286875" cy="5381625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299411" y="4668252"/>
            <a:ext cx="5378115" cy="14076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460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7727" y="73168"/>
            <a:ext cx="10515600" cy="1325563"/>
          </a:xfrm>
        </p:spPr>
        <p:txBody>
          <a:bodyPr/>
          <a:lstStyle/>
          <a:p>
            <a:r>
              <a:rPr lang="pt-BR" dirty="0" smtClean="0"/>
              <a:t>Reporta-se</a:t>
            </a:r>
            <a:br>
              <a:rPr lang="pt-BR" dirty="0" smtClean="0"/>
            </a:b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484" y="735950"/>
            <a:ext cx="7375685" cy="6122049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3777916" y="3356811"/>
            <a:ext cx="1299410" cy="2887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13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Relatórios</a:t>
            </a:r>
            <a:br>
              <a:rPr lang="pt-BR" dirty="0" smtClean="0"/>
            </a:b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282867"/>
            <a:ext cx="112966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7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79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Estrutura Organizacional</vt:lpstr>
      <vt:lpstr>Organização Estrutural- Pessoas- Departamentos </vt:lpstr>
      <vt:lpstr>Gerenciamento de Posições  </vt:lpstr>
      <vt:lpstr>Relacionamento Organizacional </vt:lpstr>
      <vt:lpstr>Reporta-se </vt:lpstr>
      <vt:lpstr>Relatórios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Fabiana Vieira;fabiana.vieira@f2c.com.br</dc:creator>
  <cp:lastModifiedBy>Horácio Vasconcelos</cp:lastModifiedBy>
  <cp:revision>21</cp:revision>
  <dcterms:created xsi:type="dcterms:W3CDTF">2015-12-10T03:59:34Z</dcterms:created>
  <dcterms:modified xsi:type="dcterms:W3CDTF">2015-12-14T12:39:10Z</dcterms:modified>
</cp:coreProperties>
</file>