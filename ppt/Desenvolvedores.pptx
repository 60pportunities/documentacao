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325" r:id="rId3"/>
    <p:sldId id="326" r:id="rId4"/>
    <p:sldId id="345" r:id="rId5"/>
    <p:sldId id="318" r:id="rId6"/>
    <p:sldId id="372" r:id="rId7"/>
    <p:sldId id="327" r:id="rId8"/>
    <p:sldId id="329" r:id="rId9"/>
    <p:sldId id="330" r:id="rId10"/>
    <p:sldId id="328" r:id="rId11"/>
    <p:sldId id="319" r:id="rId12"/>
    <p:sldId id="331" r:id="rId13"/>
    <p:sldId id="371" r:id="rId14"/>
    <p:sldId id="320" r:id="rId15"/>
    <p:sldId id="332" r:id="rId16"/>
    <p:sldId id="333" r:id="rId17"/>
    <p:sldId id="334" r:id="rId18"/>
    <p:sldId id="335" r:id="rId19"/>
    <p:sldId id="336" r:id="rId20"/>
    <p:sldId id="339" r:id="rId21"/>
    <p:sldId id="340" r:id="rId22"/>
    <p:sldId id="337" r:id="rId23"/>
    <p:sldId id="341" r:id="rId24"/>
    <p:sldId id="342" r:id="rId25"/>
    <p:sldId id="373" r:id="rId26"/>
    <p:sldId id="343" r:id="rId27"/>
    <p:sldId id="350" r:id="rId28"/>
    <p:sldId id="375" r:id="rId29"/>
    <p:sldId id="378" r:id="rId30"/>
    <p:sldId id="349" r:id="rId31"/>
    <p:sldId id="377" r:id="rId32"/>
    <p:sldId id="376" r:id="rId33"/>
    <p:sldId id="374" r:id="rId34"/>
    <p:sldId id="351" r:id="rId35"/>
    <p:sldId id="346" r:id="rId36"/>
    <p:sldId id="347" r:id="rId37"/>
    <p:sldId id="353" r:id="rId38"/>
    <p:sldId id="348" r:id="rId39"/>
    <p:sldId id="352" r:id="rId40"/>
    <p:sldId id="354" r:id="rId41"/>
    <p:sldId id="355" r:id="rId42"/>
    <p:sldId id="356" r:id="rId43"/>
    <p:sldId id="357" r:id="rId44"/>
    <p:sldId id="358" r:id="rId45"/>
    <p:sldId id="359" r:id="rId46"/>
    <p:sldId id="361" r:id="rId47"/>
    <p:sldId id="360" r:id="rId48"/>
    <p:sldId id="362" r:id="rId49"/>
    <p:sldId id="363" r:id="rId50"/>
    <p:sldId id="365" r:id="rId51"/>
    <p:sldId id="366" r:id="rId52"/>
    <p:sldId id="364" r:id="rId53"/>
    <p:sldId id="367" r:id="rId54"/>
    <p:sldId id="368" r:id="rId55"/>
    <p:sldId id="370" r:id="rId56"/>
    <p:sldId id="369" r:id="rId57"/>
  </p:sldIdLst>
  <p:sldSz cx="9144000" cy="6858000" type="screen4x3"/>
  <p:notesSz cx="7102475" cy="10234613"/>
  <p:defaultTextStyle>
    <a:defPPr>
      <a:defRPr lang="pt-BR"/>
    </a:defPPr>
    <a:lvl1pPr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  <a:srgbClr val="FF6600"/>
    <a:srgbClr val="0099FF"/>
    <a:srgbClr val="4D4D4D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72" autoAdjust="0"/>
    <p:restoredTop sz="94660"/>
  </p:normalViewPr>
  <p:slideViewPr>
    <p:cSldViewPr>
      <p:cViewPr varScale="1">
        <p:scale>
          <a:sx n="74" d="100"/>
          <a:sy n="74" d="100"/>
        </p:scale>
        <p:origin x="10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876"/>
    </p:cViewPr>
  </p:sorterViewPr>
  <p:notesViewPr>
    <p:cSldViewPr>
      <p:cViewPr varScale="1">
        <p:scale>
          <a:sx n="51" d="100"/>
          <a:sy n="51" d="100"/>
        </p:scale>
        <p:origin x="133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C34FC4-333C-4CC9-BBFF-16B8E41C7560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28EB17D-6CA4-4379-90A5-4DCC4B792BEB}">
      <dgm:prSet phldrT="[Texto]"/>
      <dgm:spPr/>
      <dgm:t>
        <a:bodyPr/>
        <a:lstStyle/>
        <a:p>
          <a:r>
            <a:rPr lang="en-US"/>
            <a:t>/</a:t>
          </a:r>
        </a:p>
      </dgm:t>
    </dgm:pt>
    <dgm:pt modelId="{1D46E1D7-7A49-4769-AB86-827A0741FE81}" type="parTrans" cxnId="{04F4FFD5-36CA-452D-9E59-237E6B34553F}">
      <dgm:prSet/>
      <dgm:spPr/>
      <dgm:t>
        <a:bodyPr/>
        <a:lstStyle/>
        <a:p>
          <a:endParaRPr lang="en-US"/>
        </a:p>
      </dgm:t>
    </dgm:pt>
    <dgm:pt modelId="{D88D8457-3909-49A8-8591-22E56757F66A}" type="sibTrans" cxnId="{04F4FFD5-36CA-452D-9E59-237E6B34553F}">
      <dgm:prSet/>
      <dgm:spPr/>
      <dgm:t>
        <a:bodyPr/>
        <a:lstStyle/>
        <a:p>
          <a:endParaRPr lang="en-US"/>
        </a:p>
      </dgm:t>
    </dgm:pt>
    <dgm:pt modelId="{8EC5F27D-DC11-4376-AB3D-72485F3F9E8A}">
      <dgm:prSet phldrT="[Texto]"/>
      <dgm:spPr/>
      <dgm:t>
        <a:bodyPr/>
        <a:lstStyle/>
        <a:p>
          <a:r>
            <a:rPr lang="en-US"/>
            <a:t>transferencia</a:t>
          </a:r>
        </a:p>
      </dgm:t>
    </dgm:pt>
    <dgm:pt modelId="{023C8EFF-EFF2-4734-A087-9943BD3B39C7}" type="parTrans" cxnId="{BA6067D4-58FE-40AD-8FE3-B1A9B3A830A5}">
      <dgm:prSet/>
      <dgm:spPr/>
      <dgm:t>
        <a:bodyPr/>
        <a:lstStyle/>
        <a:p>
          <a:endParaRPr lang="en-US"/>
        </a:p>
      </dgm:t>
    </dgm:pt>
    <dgm:pt modelId="{64B61552-BD85-48DE-AF89-C509A12CA0CC}" type="sibTrans" cxnId="{BA6067D4-58FE-40AD-8FE3-B1A9B3A830A5}">
      <dgm:prSet/>
      <dgm:spPr/>
      <dgm:t>
        <a:bodyPr/>
        <a:lstStyle/>
        <a:p>
          <a:endParaRPr lang="en-US"/>
        </a:p>
      </dgm:t>
    </dgm:pt>
    <dgm:pt modelId="{459CE39A-C576-4FE4-A700-0B7B0CFAEA2A}">
      <dgm:prSet/>
      <dgm:spPr/>
      <dgm:t>
        <a:bodyPr/>
        <a:lstStyle/>
        <a:p>
          <a:r>
            <a:rPr lang="en-US"/>
            <a:t>mudança</a:t>
          </a:r>
        </a:p>
      </dgm:t>
    </dgm:pt>
    <dgm:pt modelId="{AB5F19EA-6028-43E1-B027-6EF8BEE74C92}" type="parTrans" cxnId="{30ECF98D-844C-4CE1-B127-A3377F39255D}">
      <dgm:prSet/>
      <dgm:spPr/>
      <dgm:t>
        <a:bodyPr/>
        <a:lstStyle/>
        <a:p>
          <a:endParaRPr lang="en-US"/>
        </a:p>
      </dgm:t>
    </dgm:pt>
    <dgm:pt modelId="{F4D93F08-A81B-40E2-BD3F-3D559D94C780}" type="sibTrans" cxnId="{30ECF98D-844C-4CE1-B127-A3377F39255D}">
      <dgm:prSet/>
      <dgm:spPr/>
      <dgm:t>
        <a:bodyPr/>
        <a:lstStyle/>
        <a:p>
          <a:endParaRPr lang="en-US"/>
        </a:p>
      </dgm:t>
    </dgm:pt>
    <dgm:pt modelId="{4D2C2343-2F57-4C8A-B007-37B44687A0C8}">
      <dgm:prSet/>
      <dgm:spPr/>
      <dgm:t>
        <a:bodyPr/>
        <a:lstStyle/>
        <a:p>
          <a:r>
            <a:rPr lang="en-US"/>
            <a:t>Saída</a:t>
          </a:r>
        </a:p>
      </dgm:t>
    </dgm:pt>
    <dgm:pt modelId="{9B9F3755-3CA8-4F0E-985C-437313E7F931}" type="parTrans" cxnId="{789F6F78-FDD8-4445-B950-64A5878761AE}">
      <dgm:prSet/>
      <dgm:spPr/>
      <dgm:t>
        <a:bodyPr/>
        <a:lstStyle/>
        <a:p>
          <a:endParaRPr lang="en-US"/>
        </a:p>
      </dgm:t>
    </dgm:pt>
    <dgm:pt modelId="{5C914918-45D6-4999-9924-C0BE0DE0E92F}" type="sibTrans" cxnId="{789F6F78-FDD8-4445-B950-64A5878761AE}">
      <dgm:prSet/>
      <dgm:spPr/>
      <dgm:t>
        <a:bodyPr/>
        <a:lstStyle/>
        <a:p>
          <a:endParaRPr lang="en-US"/>
        </a:p>
      </dgm:t>
    </dgm:pt>
    <dgm:pt modelId="{D65623B8-3165-40FB-B4B8-499D28082C64}">
      <dgm:prSet/>
      <dgm:spPr/>
      <dgm:t>
        <a:bodyPr/>
        <a:lstStyle/>
        <a:p>
          <a:r>
            <a:rPr lang="en-US"/>
            <a:t>Carga</a:t>
          </a:r>
        </a:p>
      </dgm:t>
    </dgm:pt>
    <dgm:pt modelId="{FA525DAE-FB05-4508-83E4-45EE858656D9}" type="parTrans" cxnId="{F4C556D0-12C4-4E8B-8C56-9DA351DA4663}">
      <dgm:prSet/>
      <dgm:spPr/>
      <dgm:t>
        <a:bodyPr/>
        <a:lstStyle/>
        <a:p>
          <a:endParaRPr lang="en-US"/>
        </a:p>
      </dgm:t>
    </dgm:pt>
    <dgm:pt modelId="{173187A6-5FC4-4006-8189-DEFA6BB3553A}" type="sibTrans" cxnId="{F4C556D0-12C4-4E8B-8C56-9DA351DA4663}">
      <dgm:prSet/>
      <dgm:spPr/>
      <dgm:t>
        <a:bodyPr/>
        <a:lstStyle/>
        <a:p>
          <a:endParaRPr lang="en-US"/>
        </a:p>
      </dgm:t>
    </dgm:pt>
    <dgm:pt modelId="{A36A8EE2-1F32-44E8-8543-8BCF8FBB3772}">
      <dgm:prSet/>
      <dgm:spPr/>
      <dgm:t>
        <a:bodyPr/>
        <a:lstStyle/>
        <a:p>
          <a:r>
            <a:rPr lang="en-US"/>
            <a:t>Area</a:t>
          </a:r>
        </a:p>
      </dgm:t>
    </dgm:pt>
    <dgm:pt modelId="{7103DCA5-F35E-4EC6-8319-434B876F5D93}" type="parTrans" cxnId="{477D5F5B-AB4C-48DF-9E8A-C7604B000BC3}">
      <dgm:prSet/>
      <dgm:spPr/>
      <dgm:t>
        <a:bodyPr/>
        <a:lstStyle/>
        <a:p>
          <a:endParaRPr lang="en-US"/>
        </a:p>
      </dgm:t>
    </dgm:pt>
    <dgm:pt modelId="{071DD02E-135D-435D-897A-EF64B9355E6B}" type="sibTrans" cxnId="{477D5F5B-AB4C-48DF-9E8A-C7604B000BC3}">
      <dgm:prSet/>
      <dgm:spPr/>
      <dgm:t>
        <a:bodyPr/>
        <a:lstStyle/>
        <a:p>
          <a:endParaRPr lang="en-US"/>
        </a:p>
      </dgm:t>
    </dgm:pt>
    <dgm:pt modelId="{FFC05FE9-99DC-4581-8F01-3D8DA508E880}">
      <dgm:prSet/>
      <dgm:spPr/>
      <dgm:t>
        <a:bodyPr/>
        <a:lstStyle/>
        <a:p>
          <a:r>
            <a:rPr lang="en-US"/>
            <a:t>Area</a:t>
          </a:r>
        </a:p>
      </dgm:t>
    </dgm:pt>
    <dgm:pt modelId="{FE227020-3FA0-4D26-B847-0E333922ED9D}" type="parTrans" cxnId="{9A331482-DFB1-4456-8554-40F81C326982}">
      <dgm:prSet/>
      <dgm:spPr/>
      <dgm:t>
        <a:bodyPr/>
        <a:lstStyle/>
        <a:p>
          <a:endParaRPr lang="en-US"/>
        </a:p>
      </dgm:t>
    </dgm:pt>
    <dgm:pt modelId="{C4F2B86D-ABC7-4810-8CF0-A6DC702F63DF}" type="sibTrans" cxnId="{9A331482-DFB1-4456-8554-40F81C326982}">
      <dgm:prSet/>
      <dgm:spPr/>
      <dgm:t>
        <a:bodyPr/>
        <a:lstStyle/>
        <a:p>
          <a:endParaRPr lang="en-US"/>
        </a:p>
      </dgm:t>
    </dgm:pt>
    <dgm:pt modelId="{DA4282F5-F3AB-45E6-A378-47E7D1493366}">
      <dgm:prSet/>
      <dgm:spPr/>
      <dgm:t>
        <a:bodyPr/>
        <a:lstStyle/>
        <a:p>
          <a:r>
            <a:rPr lang="en-US"/>
            <a:t>anomes</a:t>
          </a:r>
        </a:p>
      </dgm:t>
    </dgm:pt>
    <dgm:pt modelId="{D89E6732-228E-4E62-8962-2A95E01B464E}" type="parTrans" cxnId="{8B4C771E-25BB-4111-91D6-F112839A772E}">
      <dgm:prSet/>
      <dgm:spPr/>
      <dgm:t>
        <a:bodyPr/>
        <a:lstStyle/>
        <a:p>
          <a:endParaRPr lang="en-US"/>
        </a:p>
      </dgm:t>
    </dgm:pt>
    <dgm:pt modelId="{9D876125-0E71-4B7B-A246-D1220CA92470}" type="sibTrans" cxnId="{8B4C771E-25BB-4111-91D6-F112839A772E}">
      <dgm:prSet/>
      <dgm:spPr/>
      <dgm:t>
        <a:bodyPr/>
        <a:lstStyle/>
        <a:p>
          <a:endParaRPr lang="en-US"/>
        </a:p>
      </dgm:t>
    </dgm:pt>
    <dgm:pt modelId="{E56F7DEA-B5F6-4AA3-9C63-0FEFFE8AFC85}">
      <dgm:prSet/>
      <dgm:spPr/>
      <dgm:t>
        <a:bodyPr/>
        <a:lstStyle/>
        <a:p>
          <a:r>
            <a:rPr lang="en-US"/>
            <a:t>sigladaaplicacao</a:t>
          </a:r>
        </a:p>
      </dgm:t>
    </dgm:pt>
    <dgm:pt modelId="{18D6C138-10A5-4749-ACB1-4F6A76918BEC}" type="parTrans" cxnId="{E1322EA8-BE7F-4F5A-9119-370B7FC96FCE}">
      <dgm:prSet/>
      <dgm:spPr/>
      <dgm:t>
        <a:bodyPr/>
        <a:lstStyle/>
        <a:p>
          <a:endParaRPr lang="en-US"/>
        </a:p>
      </dgm:t>
    </dgm:pt>
    <dgm:pt modelId="{868EFA16-28D6-4441-8419-BC0D3C4860F6}" type="sibTrans" cxnId="{E1322EA8-BE7F-4F5A-9119-370B7FC96FCE}">
      <dgm:prSet/>
      <dgm:spPr/>
      <dgm:t>
        <a:bodyPr/>
        <a:lstStyle/>
        <a:p>
          <a:endParaRPr lang="en-US"/>
        </a:p>
      </dgm:t>
    </dgm:pt>
    <dgm:pt modelId="{201E032E-4443-42CC-9A33-D156AE316DE9}" type="pres">
      <dgm:prSet presAssocID="{DEC34FC4-333C-4CC9-BBFF-16B8E41C756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E5BDD75-0F42-4F20-9F97-EEAD2E5562F9}" type="pres">
      <dgm:prSet presAssocID="{028EB17D-6CA4-4379-90A5-4DCC4B792BEB}" presName="root1" presStyleCnt="0"/>
      <dgm:spPr/>
    </dgm:pt>
    <dgm:pt modelId="{51740C3C-BB83-4643-BA64-BAD62EB73748}" type="pres">
      <dgm:prSet presAssocID="{028EB17D-6CA4-4379-90A5-4DCC4B792BEB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205406C-BE72-4FC9-BD86-C099E209EB5C}" type="pres">
      <dgm:prSet presAssocID="{028EB17D-6CA4-4379-90A5-4DCC4B792BEB}" presName="level2hierChild" presStyleCnt="0"/>
      <dgm:spPr/>
    </dgm:pt>
    <dgm:pt modelId="{975B086D-0064-4BB6-B159-CE2C2C5D2FDF}" type="pres">
      <dgm:prSet presAssocID="{023C8EFF-EFF2-4734-A087-9943BD3B39C7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8E46A4EA-A1F9-464A-98AD-135ADED297E2}" type="pres">
      <dgm:prSet presAssocID="{023C8EFF-EFF2-4734-A087-9943BD3B39C7}" presName="connTx" presStyleLbl="parChTrans1D2" presStyleIdx="0" presStyleCnt="2"/>
      <dgm:spPr/>
      <dgm:t>
        <a:bodyPr/>
        <a:lstStyle/>
        <a:p>
          <a:endParaRPr lang="en-US"/>
        </a:p>
      </dgm:t>
    </dgm:pt>
    <dgm:pt modelId="{4F2A45D2-1756-41C9-877D-ADDCDDF1CAC0}" type="pres">
      <dgm:prSet presAssocID="{8EC5F27D-DC11-4376-AB3D-72485F3F9E8A}" presName="root2" presStyleCnt="0"/>
      <dgm:spPr/>
    </dgm:pt>
    <dgm:pt modelId="{F2F0DEAD-BD95-4C02-A3F7-6C5F74D7716D}" type="pres">
      <dgm:prSet presAssocID="{8EC5F27D-DC11-4376-AB3D-72485F3F9E8A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5D4E46F-A782-4E2D-AE2F-DFD3FFBC0152}" type="pres">
      <dgm:prSet presAssocID="{8EC5F27D-DC11-4376-AB3D-72485F3F9E8A}" presName="level3hierChild" presStyleCnt="0"/>
      <dgm:spPr/>
    </dgm:pt>
    <dgm:pt modelId="{F339562C-E4EA-4874-B437-55C1E22A1C8C}" type="pres">
      <dgm:prSet presAssocID="{9B9F3755-3CA8-4F0E-985C-437313E7F931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BC14D391-8626-40B6-83E3-EE2C26ADAD67}" type="pres">
      <dgm:prSet presAssocID="{9B9F3755-3CA8-4F0E-985C-437313E7F931}" presName="connTx" presStyleLbl="parChTrans1D3" presStyleIdx="0" presStyleCnt="3"/>
      <dgm:spPr/>
      <dgm:t>
        <a:bodyPr/>
        <a:lstStyle/>
        <a:p>
          <a:endParaRPr lang="en-US"/>
        </a:p>
      </dgm:t>
    </dgm:pt>
    <dgm:pt modelId="{E8EE88DC-7BA8-4FCA-9B80-B289300839F9}" type="pres">
      <dgm:prSet presAssocID="{4D2C2343-2F57-4C8A-B007-37B44687A0C8}" presName="root2" presStyleCnt="0"/>
      <dgm:spPr/>
    </dgm:pt>
    <dgm:pt modelId="{158C0727-A271-439A-AFD3-371891D34A48}" type="pres">
      <dgm:prSet presAssocID="{4D2C2343-2F57-4C8A-B007-37B44687A0C8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6B8BF9A-783D-416D-B290-A5B78359EE28}" type="pres">
      <dgm:prSet presAssocID="{4D2C2343-2F57-4C8A-B007-37B44687A0C8}" presName="level3hierChild" presStyleCnt="0"/>
      <dgm:spPr/>
    </dgm:pt>
    <dgm:pt modelId="{A9986F5A-D301-4C21-81AE-2A405945E542}" type="pres">
      <dgm:prSet presAssocID="{FE227020-3FA0-4D26-B847-0E333922ED9D}" presName="conn2-1" presStyleLbl="parChTrans1D4" presStyleIdx="0" presStyleCnt="3"/>
      <dgm:spPr/>
      <dgm:t>
        <a:bodyPr/>
        <a:lstStyle/>
        <a:p>
          <a:endParaRPr lang="en-US"/>
        </a:p>
      </dgm:t>
    </dgm:pt>
    <dgm:pt modelId="{0B0D5776-FDE0-4C9A-B0C6-ED06B39E6A07}" type="pres">
      <dgm:prSet presAssocID="{FE227020-3FA0-4D26-B847-0E333922ED9D}" presName="connTx" presStyleLbl="parChTrans1D4" presStyleIdx="0" presStyleCnt="3"/>
      <dgm:spPr/>
      <dgm:t>
        <a:bodyPr/>
        <a:lstStyle/>
        <a:p>
          <a:endParaRPr lang="en-US"/>
        </a:p>
      </dgm:t>
    </dgm:pt>
    <dgm:pt modelId="{3AF11099-F7F5-4028-B3BC-9F5C68CCCE9B}" type="pres">
      <dgm:prSet presAssocID="{FFC05FE9-99DC-4581-8F01-3D8DA508E880}" presName="root2" presStyleCnt="0"/>
      <dgm:spPr/>
    </dgm:pt>
    <dgm:pt modelId="{611ED75E-4D47-4660-AFEB-51154C35EDEF}" type="pres">
      <dgm:prSet presAssocID="{FFC05FE9-99DC-4581-8F01-3D8DA508E880}" presName="LevelTwoTextNode" presStyleLbl="node4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64D851C-4E6B-4650-AB76-3207E83BA786}" type="pres">
      <dgm:prSet presAssocID="{FFC05FE9-99DC-4581-8F01-3D8DA508E880}" presName="level3hierChild" presStyleCnt="0"/>
      <dgm:spPr/>
    </dgm:pt>
    <dgm:pt modelId="{331906AF-90D9-4500-A1E4-F8B3ACBD3FA8}" type="pres">
      <dgm:prSet presAssocID="{FA525DAE-FB05-4508-83E4-45EE858656D9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ED89BD28-239B-45AB-B795-48BB26B8CDA8}" type="pres">
      <dgm:prSet presAssocID="{FA525DAE-FB05-4508-83E4-45EE858656D9}" presName="connTx" presStyleLbl="parChTrans1D3" presStyleIdx="1" presStyleCnt="3"/>
      <dgm:spPr/>
      <dgm:t>
        <a:bodyPr/>
        <a:lstStyle/>
        <a:p>
          <a:endParaRPr lang="en-US"/>
        </a:p>
      </dgm:t>
    </dgm:pt>
    <dgm:pt modelId="{D21B54F7-5B28-445E-949B-F899414C70A8}" type="pres">
      <dgm:prSet presAssocID="{D65623B8-3165-40FB-B4B8-499D28082C64}" presName="root2" presStyleCnt="0"/>
      <dgm:spPr/>
    </dgm:pt>
    <dgm:pt modelId="{E83CDCEF-C94D-4EDB-B0D1-DCAEA6CD2A08}" type="pres">
      <dgm:prSet presAssocID="{D65623B8-3165-40FB-B4B8-499D28082C64}" presName="LevelTwoTextNod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68A5EF0-EBA5-40A5-95F5-55EC7C6EE11B}" type="pres">
      <dgm:prSet presAssocID="{D65623B8-3165-40FB-B4B8-499D28082C64}" presName="level3hierChild" presStyleCnt="0"/>
      <dgm:spPr/>
    </dgm:pt>
    <dgm:pt modelId="{5B6C8B45-787A-4D3E-9D71-87AB34822A66}" type="pres">
      <dgm:prSet presAssocID="{7103DCA5-F35E-4EC6-8319-434B876F5D93}" presName="conn2-1" presStyleLbl="parChTrans1D4" presStyleIdx="1" presStyleCnt="3"/>
      <dgm:spPr/>
      <dgm:t>
        <a:bodyPr/>
        <a:lstStyle/>
        <a:p>
          <a:endParaRPr lang="en-US"/>
        </a:p>
      </dgm:t>
    </dgm:pt>
    <dgm:pt modelId="{C1469EB8-42D7-4693-9069-E5F135359492}" type="pres">
      <dgm:prSet presAssocID="{7103DCA5-F35E-4EC6-8319-434B876F5D93}" presName="connTx" presStyleLbl="parChTrans1D4" presStyleIdx="1" presStyleCnt="3"/>
      <dgm:spPr/>
      <dgm:t>
        <a:bodyPr/>
        <a:lstStyle/>
        <a:p>
          <a:endParaRPr lang="en-US"/>
        </a:p>
      </dgm:t>
    </dgm:pt>
    <dgm:pt modelId="{A8A43FBF-6EA1-4293-B42F-2C919E526FEF}" type="pres">
      <dgm:prSet presAssocID="{A36A8EE2-1F32-44E8-8543-8BCF8FBB3772}" presName="root2" presStyleCnt="0"/>
      <dgm:spPr/>
    </dgm:pt>
    <dgm:pt modelId="{43A8EB5E-020C-4E7E-A6EC-0785A07F41D4}" type="pres">
      <dgm:prSet presAssocID="{A36A8EE2-1F32-44E8-8543-8BCF8FBB3772}" presName="LevelTwoTextNode" presStyleLbl="node4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CB9882A-1AC7-4A66-9AEA-CDB436A396A0}" type="pres">
      <dgm:prSet presAssocID="{A36A8EE2-1F32-44E8-8543-8BCF8FBB3772}" presName="level3hierChild" presStyleCnt="0"/>
      <dgm:spPr/>
    </dgm:pt>
    <dgm:pt modelId="{8BA2E02E-287C-414F-A50C-218561F20C6B}" type="pres">
      <dgm:prSet presAssocID="{AB5F19EA-6028-43E1-B027-6EF8BEE74C92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2E72DAA5-0A6E-4499-A494-F49FEE43771C}" type="pres">
      <dgm:prSet presAssocID="{AB5F19EA-6028-43E1-B027-6EF8BEE74C92}" presName="connTx" presStyleLbl="parChTrans1D2" presStyleIdx="1" presStyleCnt="2"/>
      <dgm:spPr/>
      <dgm:t>
        <a:bodyPr/>
        <a:lstStyle/>
        <a:p>
          <a:endParaRPr lang="en-US"/>
        </a:p>
      </dgm:t>
    </dgm:pt>
    <dgm:pt modelId="{52D8ADCC-CAA9-4099-ACBA-0B3FA98D0AC1}" type="pres">
      <dgm:prSet presAssocID="{459CE39A-C576-4FE4-A700-0B7B0CFAEA2A}" presName="root2" presStyleCnt="0"/>
      <dgm:spPr/>
    </dgm:pt>
    <dgm:pt modelId="{9268CE07-3A06-4EC7-8136-CF2C3D908FB9}" type="pres">
      <dgm:prSet presAssocID="{459CE39A-C576-4FE4-A700-0B7B0CFAEA2A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61502C-BA39-409E-9A9E-E009D6D2B66E}" type="pres">
      <dgm:prSet presAssocID="{459CE39A-C576-4FE4-A700-0B7B0CFAEA2A}" presName="level3hierChild" presStyleCnt="0"/>
      <dgm:spPr/>
    </dgm:pt>
    <dgm:pt modelId="{E67476B4-42DB-4961-8A45-06B939A65D66}" type="pres">
      <dgm:prSet presAssocID="{D89E6732-228E-4E62-8962-2A95E01B464E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812B66CC-7950-4062-8B0C-D7D0EA4B59F3}" type="pres">
      <dgm:prSet presAssocID="{D89E6732-228E-4E62-8962-2A95E01B464E}" presName="connTx" presStyleLbl="parChTrans1D3" presStyleIdx="2" presStyleCnt="3"/>
      <dgm:spPr/>
      <dgm:t>
        <a:bodyPr/>
        <a:lstStyle/>
        <a:p>
          <a:endParaRPr lang="en-US"/>
        </a:p>
      </dgm:t>
    </dgm:pt>
    <dgm:pt modelId="{6DAE84E0-8709-4496-9A3D-F01225180A67}" type="pres">
      <dgm:prSet presAssocID="{DA4282F5-F3AB-45E6-A378-47E7D1493366}" presName="root2" presStyleCnt="0"/>
      <dgm:spPr/>
    </dgm:pt>
    <dgm:pt modelId="{338D5F9A-6D58-4D9F-889C-4E9ECA0DC6E1}" type="pres">
      <dgm:prSet presAssocID="{DA4282F5-F3AB-45E6-A378-47E7D1493366}" presName="LevelTwoTextNod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9EB3B7D-B5C7-4AE6-AC5F-522AE1F2A860}" type="pres">
      <dgm:prSet presAssocID="{DA4282F5-F3AB-45E6-A378-47E7D1493366}" presName="level3hierChild" presStyleCnt="0"/>
      <dgm:spPr/>
    </dgm:pt>
    <dgm:pt modelId="{FE7F9D49-35CE-4823-B360-761AF32DA426}" type="pres">
      <dgm:prSet presAssocID="{18D6C138-10A5-4749-ACB1-4F6A76918BEC}" presName="conn2-1" presStyleLbl="parChTrans1D4" presStyleIdx="2" presStyleCnt="3"/>
      <dgm:spPr/>
      <dgm:t>
        <a:bodyPr/>
        <a:lstStyle/>
        <a:p>
          <a:endParaRPr lang="en-US"/>
        </a:p>
      </dgm:t>
    </dgm:pt>
    <dgm:pt modelId="{CE697DAA-CE14-484E-8E8C-FBFE6A2CE1F8}" type="pres">
      <dgm:prSet presAssocID="{18D6C138-10A5-4749-ACB1-4F6A76918BEC}" presName="connTx" presStyleLbl="parChTrans1D4" presStyleIdx="2" presStyleCnt="3"/>
      <dgm:spPr/>
      <dgm:t>
        <a:bodyPr/>
        <a:lstStyle/>
        <a:p>
          <a:endParaRPr lang="en-US"/>
        </a:p>
      </dgm:t>
    </dgm:pt>
    <dgm:pt modelId="{23F2E86E-A5D5-451D-A3A3-8196D70DF9DF}" type="pres">
      <dgm:prSet presAssocID="{E56F7DEA-B5F6-4AA3-9C63-0FEFFE8AFC85}" presName="root2" presStyleCnt="0"/>
      <dgm:spPr/>
    </dgm:pt>
    <dgm:pt modelId="{45AEDCE1-9757-4D54-8390-E64387275AD9}" type="pres">
      <dgm:prSet presAssocID="{E56F7DEA-B5F6-4AA3-9C63-0FEFFE8AFC85}" presName="LevelTwoTextNode" presStyleLbl="node4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13A9776-C625-4C7D-843E-8A7C9A25AD3F}" type="pres">
      <dgm:prSet presAssocID="{E56F7DEA-B5F6-4AA3-9C63-0FEFFE8AFC85}" presName="level3hierChild" presStyleCnt="0"/>
      <dgm:spPr/>
    </dgm:pt>
  </dgm:ptLst>
  <dgm:cxnLst>
    <dgm:cxn modelId="{B0B3993E-201B-4CEF-9266-2447F1DFBA22}" type="presOf" srcId="{D89E6732-228E-4E62-8962-2A95E01B464E}" destId="{812B66CC-7950-4062-8B0C-D7D0EA4B59F3}" srcOrd="1" destOrd="0" presId="urn:microsoft.com/office/officeart/2005/8/layout/hierarchy2"/>
    <dgm:cxn modelId="{477D5F5B-AB4C-48DF-9E8A-C7604B000BC3}" srcId="{D65623B8-3165-40FB-B4B8-499D28082C64}" destId="{A36A8EE2-1F32-44E8-8543-8BCF8FBB3772}" srcOrd="0" destOrd="0" parTransId="{7103DCA5-F35E-4EC6-8319-434B876F5D93}" sibTransId="{071DD02E-135D-435D-897A-EF64B9355E6B}"/>
    <dgm:cxn modelId="{36DF339F-2F55-49B3-9677-F9A51CBB90C0}" type="presOf" srcId="{9B9F3755-3CA8-4F0E-985C-437313E7F931}" destId="{F339562C-E4EA-4874-B437-55C1E22A1C8C}" srcOrd="0" destOrd="0" presId="urn:microsoft.com/office/officeart/2005/8/layout/hierarchy2"/>
    <dgm:cxn modelId="{8B4C771E-25BB-4111-91D6-F112839A772E}" srcId="{459CE39A-C576-4FE4-A700-0B7B0CFAEA2A}" destId="{DA4282F5-F3AB-45E6-A378-47E7D1493366}" srcOrd="0" destOrd="0" parTransId="{D89E6732-228E-4E62-8962-2A95E01B464E}" sibTransId="{9D876125-0E71-4B7B-A246-D1220CA92470}"/>
    <dgm:cxn modelId="{5E75CA8C-4103-42EA-8853-E5CDA258BB8B}" type="presOf" srcId="{D65623B8-3165-40FB-B4B8-499D28082C64}" destId="{E83CDCEF-C94D-4EDB-B0D1-DCAEA6CD2A08}" srcOrd="0" destOrd="0" presId="urn:microsoft.com/office/officeart/2005/8/layout/hierarchy2"/>
    <dgm:cxn modelId="{2162B48E-E8BA-4C83-AE59-2ADA1A728C0D}" type="presOf" srcId="{FFC05FE9-99DC-4581-8F01-3D8DA508E880}" destId="{611ED75E-4D47-4660-AFEB-51154C35EDEF}" srcOrd="0" destOrd="0" presId="urn:microsoft.com/office/officeart/2005/8/layout/hierarchy2"/>
    <dgm:cxn modelId="{9A331482-DFB1-4456-8554-40F81C326982}" srcId="{4D2C2343-2F57-4C8A-B007-37B44687A0C8}" destId="{FFC05FE9-99DC-4581-8F01-3D8DA508E880}" srcOrd="0" destOrd="0" parTransId="{FE227020-3FA0-4D26-B847-0E333922ED9D}" sibTransId="{C4F2B86D-ABC7-4810-8CF0-A6DC702F63DF}"/>
    <dgm:cxn modelId="{362CA483-68BD-4E82-8670-1EE64B5C51FD}" type="presOf" srcId="{E56F7DEA-B5F6-4AA3-9C63-0FEFFE8AFC85}" destId="{45AEDCE1-9757-4D54-8390-E64387275AD9}" srcOrd="0" destOrd="0" presId="urn:microsoft.com/office/officeart/2005/8/layout/hierarchy2"/>
    <dgm:cxn modelId="{427E1E71-D05E-44A7-9236-003581E5A03F}" type="presOf" srcId="{A36A8EE2-1F32-44E8-8543-8BCF8FBB3772}" destId="{43A8EB5E-020C-4E7E-A6EC-0785A07F41D4}" srcOrd="0" destOrd="0" presId="urn:microsoft.com/office/officeart/2005/8/layout/hierarchy2"/>
    <dgm:cxn modelId="{1D1F8E33-EE5E-4DF9-9317-B863562813AA}" type="presOf" srcId="{AB5F19EA-6028-43E1-B027-6EF8BEE74C92}" destId="{8BA2E02E-287C-414F-A50C-218561F20C6B}" srcOrd="0" destOrd="0" presId="urn:microsoft.com/office/officeart/2005/8/layout/hierarchy2"/>
    <dgm:cxn modelId="{74D140C7-1FB4-4DB9-ADE0-81CB813A0727}" type="presOf" srcId="{FA525DAE-FB05-4508-83E4-45EE858656D9}" destId="{331906AF-90D9-4500-A1E4-F8B3ACBD3FA8}" srcOrd="0" destOrd="0" presId="urn:microsoft.com/office/officeart/2005/8/layout/hierarchy2"/>
    <dgm:cxn modelId="{1F50A777-62E7-4440-A49D-33EA94F758F8}" type="presOf" srcId="{459CE39A-C576-4FE4-A700-0B7B0CFAEA2A}" destId="{9268CE07-3A06-4EC7-8136-CF2C3D908FB9}" srcOrd="0" destOrd="0" presId="urn:microsoft.com/office/officeart/2005/8/layout/hierarchy2"/>
    <dgm:cxn modelId="{04F4FFD5-36CA-452D-9E59-237E6B34553F}" srcId="{DEC34FC4-333C-4CC9-BBFF-16B8E41C7560}" destId="{028EB17D-6CA4-4379-90A5-4DCC4B792BEB}" srcOrd="0" destOrd="0" parTransId="{1D46E1D7-7A49-4769-AB86-827A0741FE81}" sibTransId="{D88D8457-3909-49A8-8591-22E56757F66A}"/>
    <dgm:cxn modelId="{789F6F78-FDD8-4445-B950-64A5878761AE}" srcId="{8EC5F27D-DC11-4376-AB3D-72485F3F9E8A}" destId="{4D2C2343-2F57-4C8A-B007-37B44687A0C8}" srcOrd="0" destOrd="0" parTransId="{9B9F3755-3CA8-4F0E-985C-437313E7F931}" sibTransId="{5C914918-45D6-4999-9924-C0BE0DE0E92F}"/>
    <dgm:cxn modelId="{99BB1F2A-4BEA-472E-B43D-7C49243971D8}" type="presOf" srcId="{8EC5F27D-DC11-4376-AB3D-72485F3F9E8A}" destId="{F2F0DEAD-BD95-4C02-A3F7-6C5F74D7716D}" srcOrd="0" destOrd="0" presId="urn:microsoft.com/office/officeart/2005/8/layout/hierarchy2"/>
    <dgm:cxn modelId="{7B5FE551-4E42-4878-895C-3FC916E7DCDD}" type="presOf" srcId="{DEC34FC4-333C-4CC9-BBFF-16B8E41C7560}" destId="{201E032E-4443-42CC-9A33-D156AE316DE9}" srcOrd="0" destOrd="0" presId="urn:microsoft.com/office/officeart/2005/8/layout/hierarchy2"/>
    <dgm:cxn modelId="{DFA55363-C914-4F30-A30D-CAA7E24D4310}" type="presOf" srcId="{023C8EFF-EFF2-4734-A087-9943BD3B39C7}" destId="{8E46A4EA-A1F9-464A-98AD-135ADED297E2}" srcOrd="1" destOrd="0" presId="urn:microsoft.com/office/officeart/2005/8/layout/hierarchy2"/>
    <dgm:cxn modelId="{E1322EA8-BE7F-4F5A-9119-370B7FC96FCE}" srcId="{DA4282F5-F3AB-45E6-A378-47E7D1493366}" destId="{E56F7DEA-B5F6-4AA3-9C63-0FEFFE8AFC85}" srcOrd="0" destOrd="0" parTransId="{18D6C138-10A5-4749-ACB1-4F6A76918BEC}" sibTransId="{868EFA16-28D6-4441-8419-BC0D3C4860F6}"/>
    <dgm:cxn modelId="{49D8A7CC-BF75-40D7-BFD6-2905FD59F153}" type="presOf" srcId="{9B9F3755-3CA8-4F0E-985C-437313E7F931}" destId="{BC14D391-8626-40B6-83E3-EE2C26ADAD67}" srcOrd="1" destOrd="0" presId="urn:microsoft.com/office/officeart/2005/8/layout/hierarchy2"/>
    <dgm:cxn modelId="{30ECF98D-844C-4CE1-B127-A3377F39255D}" srcId="{028EB17D-6CA4-4379-90A5-4DCC4B792BEB}" destId="{459CE39A-C576-4FE4-A700-0B7B0CFAEA2A}" srcOrd="1" destOrd="0" parTransId="{AB5F19EA-6028-43E1-B027-6EF8BEE74C92}" sibTransId="{F4D93F08-A81B-40E2-BD3F-3D559D94C780}"/>
    <dgm:cxn modelId="{53F5A67C-81E1-4AA9-B3C8-94CA6B2ECBE2}" type="presOf" srcId="{023C8EFF-EFF2-4734-A087-9943BD3B39C7}" destId="{975B086D-0064-4BB6-B159-CE2C2C5D2FDF}" srcOrd="0" destOrd="0" presId="urn:microsoft.com/office/officeart/2005/8/layout/hierarchy2"/>
    <dgm:cxn modelId="{BA6067D4-58FE-40AD-8FE3-B1A9B3A830A5}" srcId="{028EB17D-6CA4-4379-90A5-4DCC4B792BEB}" destId="{8EC5F27D-DC11-4376-AB3D-72485F3F9E8A}" srcOrd="0" destOrd="0" parTransId="{023C8EFF-EFF2-4734-A087-9943BD3B39C7}" sibTransId="{64B61552-BD85-48DE-AF89-C509A12CA0CC}"/>
    <dgm:cxn modelId="{EE16ED6D-A1DA-45F7-A75C-D51E39F23E88}" type="presOf" srcId="{7103DCA5-F35E-4EC6-8319-434B876F5D93}" destId="{C1469EB8-42D7-4693-9069-E5F135359492}" srcOrd="1" destOrd="0" presId="urn:microsoft.com/office/officeart/2005/8/layout/hierarchy2"/>
    <dgm:cxn modelId="{4C684913-D001-4C47-8471-7ACEA939A4EE}" type="presOf" srcId="{FE227020-3FA0-4D26-B847-0E333922ED9D}" destId="{A9986F5A-D301-4C21-81AE-2A405945E542}" srcOrd="0" destOrd="0" presId="urn:microsoft.com/office/officeart/2005/8/layout/hierarchy2"/>
    <dgm:cxn modelId="{72AE0446-492D-4D5E-8D4D-FAEB6E583CE1}" type="presOf" srcId="{D89E6732-228E-4E62-8962-2A95E01B464E}" destId="{E67476B4-42DB-4961-8A45-06B939A65D66}" srcOrd="0" destOrd="0" presId="urn:microsoft.com/office/officeart/2005/8/layout/hierarchy2"/>
    <dgm:cxn modelId="{0DAEB339-2E85-432D-90E1-AB691375959F}" type="presOf" srcId="{FE227020-3FA0-4D26-B847-0E333922ED9D}" destId="{0B0D5776-FDE0-4C9A-B0C6-ED06B39E6A07}" srcOrd="1" destOrd="0" presId="urn:microsoft.com/office/officeart/2005/8/layout/hierarchy2"/>
    <dgm:cxn modelId="{1A16D6FC-31D1-48B0-BDC0-08AC445109C7}" type="presOf" srcId="{18D6C138-10A5-4749-ACB1-4F6A76918BEC}" destId="{CE697DAA-CE14-484E-8E8C-FBFE6A2CE1F8}" srcOrd="1" destOrd="0" presId="urn:microsoft.com/office/officeart/2005/8/layout/hierarchy2"/>
    <dgm:cxn modelId="{88F3CDF3-B1BD-4ECA-B6F6-A35AD255C126}" type="presOf" srcId="{FA525DAE-FB05-4508-83E4-45EE858656D9}" destId="{ED89BD28-239B-45AB-B795-48BB26B8CDA8}" srcOrd="1" destOrd="0" presId="urn:microsoft.com/office/officeart/2005/8/layout/hierarchy2"/>
    <dgm:cxn modelId="{F4C556D0-12C4-4E8B-8C56-9DA351DA4663}" srcId="{8EC5F27D-DC11-4376-AB3D-72485F3F9E8A}" destId="{D65623B8-3165-40FB-B4B8-499D28082C64}" srcOrd="1" destOrd="0" parTransId="{FA525DAE-FB05-4508-83E4-45EE858656D9}" sibTransId="{173187A6-5FC4-4006-8189-DEFA6BB3553A}"/>
    <dgm:cxn modelId="{36AB6DBB-0843-4388-9A0E-E44C90F0237A}" type="presOf" srcId="{DA4282F5-F3AB-45E6-A378-47E7D1493366}" destId="{338D5F9A-6D58-4D9F-889C-4E9ECA0DC6E1}" srcOrd="0" destOrd="0" presId="urn:microsoft.com/office/officeart/2005/8/layout/hierarchy2"/>
    <dgm:cxn modelId="{DCDCFC3E-2E6D-4781-A230-6CE846132C67}" type="presOf" srcId="{18D6C138-10A5-4749-ACB1-4F6A76918BEC}" destId="{FE7F9D49-35CE-4823-B360-761AF32DA426}" srcOrd="0" destOrd="0" presId="urn:microsoft.com/office/officeart/2005/8/layout/hierarchy2"/>
    <dgm:cxn modelId="{F93BAB4E-C1C7-4053-B850-EAF8F0D46E47}" type="presOf" srcId="{AB5F19EA-6028-43E1-B027-6EF8BEE74C92}" destId="{2E72DAA5-0A6E-4499-A494-F49FEE43771C}" srcOrd="1" destOrd="0" presId="urn:microsoft.com/office/officeart/2005/8/layout/hierarchy2"/>
    <dgm:cxn modelId="{596CE279-ACFE-4DBD-B94B-2DD36114CA3F}" type="presOf" srcId="{028EB17D-6CA4-4379-90A5-4DCC4B792BEB}" destId="{51740C3C-BB83-4643-BA64-BAD62EB73748}" srcOrd="0" destOrd="0" presId="urn:microsoft.com/office/officeart/2005/8/layout/hierarchy2"/>
    <dgm:cxn modelId="{8FA61517-2DCE-4B04-87FF-089B24168F23}" type="presOf" srcId="{4D2C2343-2F57-4C8A-B007-37B44687A0C8}" destId="{158C0727-A271-439A-AFD3-371891D34A48}" srcOrd="0" destOrd="0" presId="urn:microsoft.com/office/officeart/2005/8/layout/hierarchy2"/>
    <dgm:cxn modelId="{71B47F11-F362-4410-97E1-54B6E11055E7}" type="presOf" srcId="{7103DCA5-F35E-4EC6-8319-434B876F5D93}" destId="{5B6C8B45-787A-4D3E-9D71-87AB34822A66}" srcOrd="0" destOrd="0" presId="urn:microsoft.com/office/officeart/2005/8/layout/hierarchy2"/>
    <dgm:cxn modelId="{96F0FA38-F906-4DB2-9C89-47E4F43C912C}" type="presParOf" srcId="{201E032E-4443-42CC-9A33-D156AE316DE9}" destId="{8E5BDD75-0F42-4F20-9F97-EEAD2E5562F9}" srcOrd="0" destOrd="0" presId="urn:microsoft.com/office/officeart/2005/8/layout/hierarchy2"/>
    <dgm:cxn modelId="{002663D4-2E36-447D-8604-6450BBC4DEAE}" type="presParOf" srcId="{8E5BDD75-0F42-4F20-9F97-EEAD2E5562F9}" destId="{51740C3C-BB83-4643-BA64-BAD62EB73748}" srcOrd="0" destOrd="0" presId="urn:microsoft.com/office/officeart/2005/8/layout/hierarchy2"/>
    <dgm:cxn modelId="{676080DA-539B-49B6-8563-3AB2919C29B7}" type="presParOf" srcId="{8E5BDD75-0F42-4F20-9F97-EEAD2E5562F9}" destId="{D205406C-BE72-4FC9-BD86-C099E209EB5C}" srcOrd="1" destOrd="0" presId="urn:microsoft.com/office/officeart/2005/8/layout/hierarchy2"/>
    <dgm:cxn modelId="{23173971-325C-4807-B9A3-823D0F42BDFB}" type="presParOf" srcId="{D205406C-BE72-4FC9-BD86-C099E209EB5C}" destId="{975B086D-0064-4BB6-B159-CE2C2C5D2FDF}" srcOrd="0" destOrd="0" presId="urn:microsoft.com/office/officeart/2005/8/layout/hierarchy2"/>
    <dgm:cxn modelId="{B6F62AC9-400E-4D9D-BAD9-C3F5E72EACEC}" type="presParOf" srcId="{975B086D-0064-4BB6-B159-CE2C2C5D2FDF}" destId="{8E46A4EA-A1F9-464A-98AD-135ADED297E2}" srcOrd="0" destOrd="0" presId="urn:microsoft.com/office/officeart/2005/8/layout/hierarchy2"/>
    <dgm:cxn modelId="{2D3961D4-F731-46E8-A85B-A11662461FD5}" type="presParOf" srcId="{D205406C-BE72-4FC9-BD86-C099E209EB5C}" destId="{4F2A45D2-1756-41C9-877D-ADDCDDF1CAC0}" srcOrd="1" destOrd="0" presId="urn:microsoft.com/office/officeart/2005/8/layout/hierarchy2"/>
    <dgm:cxn modelId="{AFBD8E34-BF29-4ED5-88B3-561D6B059939}" type="presParOf" srcId="{4F2A45D2-1756-41C9-877D-ADDCDDF1CAC0}" destId="{F2F0DEAD-BD95-4C02-A3F7-6C5F74D7716D}" srcOrd="0" destOrd="0" presId="urn:microsoft.com/office/officeart/2005/8/layout/hierarchy2"/>
    <dgm:cxn modelId="{0932329D-E964-400C-B6A7-40F49A97B8EB}" type="presParOf" srcId="{4F2A45D2-1756-41C9-877D-ADDCDDF1CAC0}" destId="{15D4E46F-A782-4E2D-AE2F-DFD3FFBC0152}" srcOrd="1" destOrd="0" presId="urn:microsoft.com/office/officeart/2005/8/layout/hierarchy2"/>
    <dgm:cxn modelId="{7E5072E2-423D-485C-818F-F4D4AEC24357}" type="presParOf" srcId="{15D4E46F-A782-4E2D-AE2F-DFD3FFBC0152}" destId="{F339562C-E4EA-4874-B437-55C1E22A1C8C}" srcOrd="0" destOrd="0" presId="urn:microsoft.com/office/officeart/2005/8/layout/hierarchy2"/>
    <dgm:cxn modelId="{2F784393-6F83-4286-B133-D2997DD5DD14}" type="presParOf" srcId="{F339562C-E4EA-4874-B437-55C1E22A1C8C}" destId="{BC14D391-8626-40B6-83E3-EE2C26ADAD67}" srcOrd="0" destOrd="0" presId="urn:microsoft.com/office/officeart/2005/8/layout/hierarchy2"/>
    <dgm:cxn modelId="{C8819ECF-0E47-44F5-ADAC-EF8B1AF9E8B9}" type="presParOf" srcId="{15D4E46F-A782-4E2D-AE2F-DFD3FFBC0152}" destId="{E8EE88DC-7BA8-4FCA-9B80-B289300839F9}" srcOrd="1" destOrd="0" presId="urn:microsoft.com/office/officeart/2005/8/layout/hierarchy2"/>
    <dgm:cxn modelId="{F61D1E47-D284-4E32-9321-8AEC59E021D2}" type="presParOf" srcId="{E8EE88DC-7BA8-4FCA-9B80-B289300839F9}" destId="{158C0727-A271-439A-AFD3-371891D34A48}" srcOrd="0" destOrd="0" presId="urn:microsoft.com/office/officeart/2005/8/layout/hierarchy2"/>
    <dgm:cxn modelId="{B801D9F6-DDBC-4F28-9FBE-5588C837AA7C}" type="presParOf" srcId="{E8EE88DC-7BA8-4FCA-9B80-B289300839F9}" destId="{16B8BF9A-783D-416D-B290-A5B78359EE28}" srcOrd="1" destOrd="0" presId="urn:microsoft.com/office/officeart/2005/8/layout/hierarchy2"/>
    <dgm:cxn modelId="{C2E146D9-F884-411D-ACA5-9A1B58C2932D}" type="presParOf" srcId="{16B8BF9A-783D-416D-B290-A5B78359EE28}" destId="{A9986F5A-D301-4C21-81AE-2A405945E542}" srcOrd="0" destOrd="0" presId="urn:microsoft.com/office/officeart/2005/8/layout/hierarchy2"/>
    <dgm:cxn modelId="{AA38C934-37DF-418D-9309-17B15C5470C8}" type="presParOf" srcId="{A9986F5A-D301-4C21-81AE-2A405945E542}" destId="{0B0D5776-FDE0-4C9A-B0C6-ED06B39E6A07}" srcOrd="0" destOrd="0" presId="urn:microsoft.com/office/officeart/2005/8/layout/hierarchy2"/>
    <dgm:cxn modelId="{DC914262-B621-4E5A-8561-8EEC32C671BB}" type="presParOf" srcId="{16B8BF9A-783D-416D-B290-A5B78359EE28}" destId="{3AF11099-F7F5-4028-B3BC-9F5C68CCCE9B}" srcOrd="1" destOrd="0" presId="urn:microsoft.com/office/officeart/2005/8/layout/hierarchy2"/>
    <dgm:cxn modelId="{10C6C798-25E6-4D78-85A8-F396F4555C26}" type="presParOf" srcId="{3AF11099-F7F5-4028-B3BC-9F5C68CCCE9B}" destId="{611ED75E-4D47-4660-AFEB-51154C35EDEF}" srcOrd="0" destOrd="0" presId="urn:microsoft.com/office/officeart/2005/8/layout/hierarchy2"/>
    <dgm:cxn modelId="{CE2585D6-0BCB-400A-87B8-493722E43184}" type="presParOf" srcId="{3AF11099-F7F5-4028-B3BC-9F5C68CCCE9B}" destId="{764D851C-4E6B-4650-AB76-3207E83BA786}" srcOrd="1" destOrd="0" presId="urn:microsoft.com/office/officeart/2005/8/layout/hierarchy2"/>
    <dgm:cxn modelId="{EE1E9A1C-3F97-4B28-89A5-53C39951CA0F}" type="presParOf" srcId="{15D4E46F-A782-4E2D-AE2F-DFD3FFBC0152}" destId="{331906AF-90D9-4500-A1E4-F8B3ACBD3FA8}" srcOrd="2" destOrd="0" presId="urn:microsoft.com/office/officeart/2005/8/layout/hierarchy2"/>
    <dgm:cxn modelId="{85970FCD-5E2B-4A83-9ED8-B2A3713D6E1A}" type="presParOf" srcId="{331906AF-90D9-4500-A1E4-F8B3ACBD3FA8}" destId="{ED89BD28-239B-45AB-B795-48BB26B8CDA8}" srcOrd="0" destOrd="0" presId="urn:microsoft.com/office/officeart/2005/8/layout/hierarchy2"/>
    <dgm:cxn modelId="{A0E15678-DFFA-4D65-9C71-C6321F1A14EA}" type="presParOf" srcId="{15D4E46F-A782-4E2D-AE2F-DFD3FFBC0152}" destId="{D21B54F7-5B28-445E-949B-F899414C70A8}" srcOrd="3" destOrd="0" presId="urn:microsoft.com/office/officeart/2005/8/layout/hierarchy2"/>
    <dgm:cxn modelId="{4B885D05-A75F-46B1-9E83-88E58D95C0E3}" type="presParOf" srcId="{D21B54F7-5B28-445E-949B-F899414C70A8}" destId="{E83CDCEF-C94D-4EDB-B0D1-DCAEA6CD2A08}" srcOrd="0" destOrd="0" presId="urn:microsoft.com/office/officeart/2005/8/layout/hierarchy2"/>
    <dgm:cxn modelId="{280EA912-C284-423E-8B05-CC07E0D762C0}" type="presParOf" srcId="{D21B54F7-5B28-445E-949B-F899414C70A8}" destId="{068A5EF0-EBA5-40A5-95F5-55EC7C6EE11B}" srcOrd="1" destOrd="0" presId="urn:microsoft.com/office/officeart/2005/8/layout/hierarchy2"/>
    <dgm:cxn modelId="{559008DF-0EC9-48A5-B1A6-466BB4946447}" type="presParOf" srcId="{068A5EF0-EBA5-40A5-95F5-55EC7C6EE11B}" destId="{5B6C8B45-787A-4D3E-9D71-87AB34822A66}" srcOrd="0" destOrd="0" presId="urn:microsoft.com/office/officeart/2005/8/layout/hierarchy2"/>
    <dgm:cxn modelId="{FE693365-A07F-4CD3-B0DC-3879AA640FE3}" type="presParOf" srcId="{5B6C8B45-787A-4D3E-9D71-87AB34822A66}" destId="{C1469EB8-42D7-4693-9069-E5F135359492}" srcOrd="0" destOrd="0" presId="urn:microsoft.com/office/officeart/2005/8/layout/hierarchy2"/>
    <dgm:cxn modelId="{C2A113CC-DF15-4563-B31C-18604C3DA377}" type="presParOf" srcId="{068A5EF0-EBA5-40A5-95F5-55EC7C6EE11B}" destId="{A8A43FBF-6EA1-4293-B42F-2C919E526FEF}" srcOrd="1" destOrd="0" presId="urn:microsoft.com/office/officeart/2005/8/layout/hierarchy2"/>
    <dgm:cxn modelId="{A3D053DE-717C-443D-89C7-CDAA0A126F4A}" type="presParOf" srcId="{A8A43FBF-6EA1-4293-B42F-2C919E526FEF}" destId="{43A8EB5E-020C-4E7E-A6EC-0785A07F41D4}" srcOrd="0" destOrd="0" presId="urn:microsoft.com/office/officeart/2005/8/layout/hierarchy2"/>
    <dgm:cxn modelId="{B8439077-BE32-488A-9E58-BE0A03FCFEF3}" type="presParOf" srcId="{A8A43FBF-6EA1-4293-B42F-2C919E526FEF}" destId="{8CB9882A-1AC7-4A66-9AEA-CDB436A396A0}" srcOrd="1" destOrd="0" presId="urn:microsoft.com/office/officeart/2005/8/layout/hierarchy2"/>
    <dgm:cxn modelId="{AD85AB11-526A-42D7-93CE-AA64FC38FAF0}" type="presParOf" srcId="{D205406C-BE72-4FC9-BD86-C099E209EB5C}" destId="{8BA2E02E-287C-414F-A50C-218561F20C6B}" srcOrd="2" destOrd="0" presId="urn:microsoft.com/office/officeart/2005/8/layout/hierarchy2"/>
    <dgm:cxn modelId="{FB199F46-E4AF-4BF9-855A-274D290634B8}" type="presParOf" srcId="{8BA2E02E-287C-414F-A50C-218561F20C6B}" destId="{2E72DAA5-0A6E-4499-A494-F49FEE43771C}" srcOrd="0" destOrd="0" presId="urn:microsoft.com/office/officeart/2005/8/layout/hierarchy2"/>
    <dgm:cxn modelId="{75977E80-131F-46E0-B422-E0EE69E6B02D}" type="presParOf" srcId="{D205406C-BE72-4FC9-BD86-C099E209EB5C}" destId="{52D8ADCC-CAA9-4099-ACBA-0B3FA98D0AC1}" srcOrd="3" destOrd="0" presId="urn:microsoft.com/office/officeart/2005/8/layout/hierarchy2"/>
    <dgm:cxn modelId="{3840891F-DCF3-4D42-A930-975E6544EA9E}" type="presParOf" srcId="{52D8ADCC-CAA9-4099-ACBA-0B3FA98D0AC1}" destId="{9268CE07-3A06-4EC7-8136-CF2C3D908FB9}" srcOrd="0" destOrd="0" presId="urn:microsoft.com/office/officeart/2005/8/layout/hierarchy2"/>
    <dgm:cxn modelId="{2766DF4E-A455-4CC0-A3D7-132DAC6C153D}" type="presParOf" srcId="{52D8ADCC-CAA9-4099-ACBA-0B3FA98D0AC1}" destId="{1161502C-BA39-409E-9A9E-E009D6D2B66E}" srcOrd="1" destOrd="0" presId="urn:microsoft.com/office/officeart/2005/8/layout/hierarchy2"/>
    <dgm:cxn modelId="{4D64F15B-1CB5-4D9D-8BD0-5CD9679D0445}" type="presParOf" srcId="{1161502C-BA39-409E-9A9E-E009D6D2B66E}" destId="{E67476B4-42DB-4961-8A45-06B939A65D66}" srcOrd="0" destOrd="0" presId="urn:microsoft.com/office/officeart/2005/8/layout/hierarchy2"/>
    <dgm:cxn modelId="{9A51A4F5-ECBF-4FA5-A705-00712D50687D}" type="presParOf" srcId="{E67476B4-42DB-4961-8A45-06B939A65D66}" destId="{812B66CC-7950-4062-8B0C-D7D0EA4B59F3}" srcOrd="0" destOrd="0" presId="urn:microsoft.com/office/officeart/2005/8/layout/hierarchy2"/>
    <dgm:cxn modelId="{97CF3813-A93F-4669-A784-D65A11B53096}" type="presParOf" srcId="{1161502C-BA39-409E-9A9E-E009D6D2B66E}" destId="{6DAE84E0-8709-4496-9A3D-F01225180A67}" srcOrd="1" destOrd="0" presId="urn:microsoft.com/office/officeart/2005/8/layout/hierarchy2"/>
    <dgm:cxn modelId="{2BC987F7-3A12-4EC2-B462-329C66146C43}" type="presParOf" srcId="{6DAE84E0-8709-4496-9A3D-F01225180A67}" destId="{338D5F9A-6D58-4D9F-889C-4E9ECA0DC6E1}" srcOrd="0" destOrd="0" presId="urn:microsoft.com/office/officeart/2005/8/layout/hierarchy2"/>
    <dgm:cxn modelId="{CD1B0E79-D68E-4EC7-B30C-B3360ABDEAA6}" type="presParOf" srcId="{6DAE84E0-8709-4496-9A3D-F01225180A67}" destId="{79EB3B7D-B5C7-4AE6-AC5F-522AE1F2A860}" srcOrd="1" destOrd="0" presId="urn:microsoft.com/office/officeart/2005/8/layout/hierarchy2"/>
    <dgm:cxn modelId="{2CD10FB5-591F-404F-BDAE-DBC2B1216F58}" type="presParOf" srcId="{79EB3B7D-B5C7-4AE6-AC5F-522AE1F2A860}" destId="{FE7F9D49-35CE-4823-B360-761AF32DA426}" srcOrd="0" destOrd="0" presId="urn:microsoft.com/office/officeart/2005/8/layout/hierarchy2"/>
    <dgm:cxn modelId="{A57B0BD2-8D58-4C0A-BF16-54BD93C78D77}" type="presParOf" srcId="{FE7F9D49-35CE-4823-B360-761AF32DA426}" destId="{CE697DAA-CE14-484E-8E8C-FBFE6A2CE1F8}" srcOrd="0" destOrd="0" presId="urn:microsoft.com/office/officeart/2005/8/layout/hierarchy2"/>
    <dgm:cxn modelId="{038BF986-1608-4F1D-925A-C55E51E1BB6A}" type="presParOf" srcId="{79EB3B7D-B5C7-4AE6-AC5F-522AE1F2A860}" destId="{23F2E86E-A5D5-451D-A3A3-8196D70DF9DF}" srcOrd="1" destOrd="0" presId="urn:microsoft.com/office/officeart/2005/8/layout/hierarchy2"/>
    <dgm:cxn modelId="{A7114852-A47F-4334-A87F-EF85D1A77D9C}" type="presParOf" srcId="{23F2E86E-A5D5-451D-A3A3-8196D70DF9DF}" destId="{45AEDCE1-9757-4D54-8390-E64387275AD9}" srcOrd="0" destOrd="0" presId="urn:microsoft.com/office/officeart/2005/8/layout/hierarchy2"/>
    <dgm:cxn modelId="{EC6FE73F-B9AE-4C76-9E49-61DB54AF0FA9}" type="presParOf" srcId="{23F2E86E-A5D5-451D-A3A3-8196D70DF9DF}" destId="{E13A9776-C625-4C7D-843E-8A7C9A25AD3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A2592C-7F41-4E39-B3D7-83EF1616F217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AC9FCA4-3748-421A-ACA8-4CFE97326E92}">
      <dgm:prSet phldrT="[Texto]"/>
      <dgm:spPr/>
      <dgm:t>
        <a:bodyPr/>
        <a:lstStyle/>
        <a:p>
          <a:r>
            <a:rPr lang="en-US"/>
            <a:t>vswsigappgapver</a:t>
          </a:r>
        </a:p>
      </dgm:t>
    </dgm:pt>
    <dgm:pt modelId="{6787BF5E-6E02-4896-9191-8AFE5FBC739C}" type="parTrans" cxnId="{2F965FA2-16A8-4B3D-8294-FCF03114E1F2}">
      <dgm:prSet/>
      <dgm:spPr/>
      <dgm:t>
        <a:bodyPr/>
        <a:lstStyle/>
        <a:p>
          <a:endParaRPr lang="en-US"/>
        </a:p>
      </dgm:t>
    </dgm:pt>
    <dgm:pt modelId="{DCB85A78-AA7D-4E94-9A89-D3F425855457}" type="sibTrans" cxnId="{2F965FA2-16A8-4B3D-8294-FCF03114E1F2}">
      <dgm:prSet/>
      <dgm:spPr/>
      <dgm:t>
        <a:bodyPr/>
        <a:lstStyle/>
        <a:p>
          <a:endParaRPr lang="en-US"/>
        </a:p>
      </dgm:t>
    </dgm:pt>
    <dgm:pt modelId="{F43EF84F-90FC-4AFF-A321-F15E17F366B6}">
      <dgm:prSet phldrT="[Texto]"/>
      <dgm:spPr/>
      <dgm:t>
        <a:bodyPr/>
        <a:lstStyle/>
        <a:p>
          <a:r>
            <a:rPr lang="en-US"/>
            <a:t>vsw</a:t>
          </a:r>
        </a:p>
      </dgm:t>
    </dgm:pt>
    <dgm:pt modelId="{67573776-9824-4D00-8B8E-E4BE1E75CDB6}" type="parTrans" cxnId="{F624AEE3-391A-4FC3-9154-E238D1E545EE}">
      <dgm:prSet/>
      <dgm:spPr/>
      <dgm:t>
        <a:bodyPr/>
        <a:lstStyle/>
        <a:p>
          <a:endParaRPr lang="en-US"/>
        </a:p>
      </dgm:t>
    </dgm:pt>
    <dgm:pt modelId="{A4295BFF-19D2-4834-A21B-18179D73900C}" type="sibTrans" cxnId="{F624AEE3-391A-4FC3-9154-E238D1E545EE}">
      <dgm:prSet/>
      <dgm:spPr/>
      <dgm:t>
        <a:bodyPr/>
        <a:lstStyle/>
        <a:p>
          <a:endParaRPr lang="en-US"/>
        </a:p>
      </dgm:t>
    </dgm:pt>
    <dgm:pt modelId="{1EEF2EAD-0AA4-4E5E-BDF1-DC830B45C98B}">
      <dgm:prSet phldrT="[Texto]"/>
      <dgm:spPr/>
      <dgm:t>
        <a:bodyPr/>
        <a:lstStyle/>
        <a:p>
          <a:r>
            <a:rPr lang="en-US"/>
            <a:t>sig</a:t>
          </a:r>
        </a:p>
      </dgm:t>
    </dgm:pt>
    <dgm:pt modelId="{D6F1E0C6-F0EF-45BE-AC26-BB2C28F2EF34}" type="parTrans" cxnId="{02FD6CE6-18FB-4327-84C7-54E92924594E}">
      <dgm:prSet/>
      <dgm:spPr/>
      <dgm:t>
        <a:bodyPr/>
        <a:lstStyle/>
        <a:p>
          <a:endParaRPr lang="en-US"/>
        </a:p>
      </dgm:t>
    </dgm:pt>
    <dgm:pt modelId="{75B2942E-9BD4-48E8-B781-678DA7F32B6D}" type="sibTrans" cxnId="{02FD6CE6-18FB-4327-84C7-54E92924594E}">
      <dgm:prSet/>
      <dgm:spPr/>
      <dgm:t>
        <a:bodyPr/>
        <a:lstStyle/>
        <a:p>
          <a:endParaRPr lang="en-US"/>
        </a:p>
      </dgm:t>
    </dgm:pt>
    <dgm:pt modelId="{E69003D7-0E49-4C89-9067-9C395583330D}">
      <dgm:prSet phldrT="[Texto]"/>
      <dgm:spPr/>
      <dgm:t>
        <a:bodyPr/>
        <a:lstStyle/>
        <a:p>
          <a:r>
            <a:rPr lang="en-US"/>
            <a:t>gap</a:t>
          </a:r>
        </a:p>
      </dgm:t>
    </dgm:pt>
    <dgm:pt modelId="{16EB804C-273C-4562-9F6B-15B6518BC3BC}" type="parTrans" cxnId="{9ECF10A5-47F9-4437-BAB5-335DE91B4623}">
      <dgm:prSet/>
      <dgm:spPr/>
      <dgm:t>
        <a:bodyPr/>
        <a:lstStyle/>
        <a:p>
          <a:endParaRPr lang="en-US"/>
        </a:p>
      </dgm:t>
    </dgm:pt>
    <dgm:pt modelId="{02EA753A-00DF-474C-9457-997DE1FC4369}" type="sibTrans" cxnId="{9ECF10A5-47F9-4437-BAB5-335DE91B4623}">
      <dgm:prSet/>
      <dgm:spPr/>
      <dgm:t>
        <a:bodyPr/>
        <a:lstStyle/>
        <a:p>
          <a:endParaRPr lang="en-US"/>
        </a:p>
      </dgm:t>
    </dgm:pt>
    <dgm:pt modelId="{8E2C52C8-F19D-4077-A8AF-5BD1889CEB21}">
      <dgm:prSet/>
      <dgm:spPr/>
      <dgm:t>
        <a:bodyPr/>
        <a:lstStyle/>
        <a:p>
          <a:r>
            <a:rPr lang="en-US"/>
            <a:t>Versão Software</a:t>
          </a:r>
        </a:p>
      </dgm:t>
    </dgm:pt>
    <dgm:pt modelId="{4F1E428D-A2DD-403F-B973-82441B517A2D}" type="parTrans" cxnId="{E81F9C63-7B2A-4611-AD6A-D9378BE4C345}">
      <dgm:prSet/>
      <dgm:spPr/>
      <dgm:t>
        <a:bodyPr/>
        <a:lstStyle/>
        <a:p>
          <a:endParaRPr lang="en-US"/>
        </a:p>
      </dgm:t>
    </dgm:pt>
    <dgm:pt modelId="{4656092B-662C-43EB-BB0A-61ED69D9863A}" type="sibTrans" cxnId="{E81F9C63-7B2A-4611-AD6A-D9378BE4C345}">
      <dgm:prSet/>
      <dgm:spPr/>
      <dgm:t>
        <a:bodyPr/>
        <a:lstStyle/>
        <a:p>
          <a:endParaRPr lang="en-US"/>
        </a:p>
      </dgm:t>
    </dgm:pt>
    <dgm:pt modelId="{F0E70924-F0D8-4BE6-A219-C4BF846704E2}">
      <dgm:prSet/>
      <dgm:spPr/>
      <dgm:t>
        <a:bodyPr/>
        <a:lstStyle/>
        <a:p>
          <a:r>
            <a:rPr lang="en-US"/>
            <a:t>ebs1224</a:t>
          </a:r>
        </a:p>
      </dgm:t>
    </dgm:pt>
    <dgm:pt modelId="{6E5E1C87-C646-4FE3-81A1-D78E6EF2A472}" type="parTrans" cxnId="{613BD76D-8798-4AA8-A716-10F8EFBB6095}">
      <dgm:prSet/>
      <dgm:spPr/>
      <dgm:t>
        <a:bodyPr/>
        <a:lstStyle/>
        <a:p>
          <a:endParaRPr lang="en-US"/>
        </a:p>
      </dgm:t>
    </dgm:pt>
    <dgm:pt modelId="{E8259DEF-C50D-4ACA-A808-2C5DBC335E3E}" type="sibTrans" cxnId="{613BD76D-8798-4AA8-A716-10F8EFBB6095}">
      <dgm:prSet/>
      <dgm:spPr/>
      <dgm:t>
        <a:bodyPr/>
        <a:lstStyle/>
        <a:p>
          <a:endParaRPr lang="en-US"/>
        </a:p>
      </dgm:t>
    </dgm:pt>
    <dgm:pt modelId="{74367E4F-1735-4D0E-A032-0FB4D9F322CC}">
      <dgm:prSet/>
      <dgm:spPr/>
      <dgm:t>
        <a:bodyPr/>
        <a:lstStyle/>
        <a:p>
          <a:r>
            <a:rPr lang="en-US"/>
            <a:t>Sigla Área</a:t>
          </a:r>
        </a:p>
      </dgm:t>
    </dgm:pt>
    <dgm:pt modelId="{5C7EE4AD-F676-4C00-AA25-40521DFAD416}" type="parTrans" cxnId="{951C8B2D-86C0-4362-9514-881F9D2245F9}">
      <dgm:prSet/>
      <dgm:spPr/>
      <dgm:t>
        <a:bodyPr/>
        <a:lstStyle/>
        <a:p>
          <a:endParaRPr lang="en-US"/>
        </a:p>
      </dgm:t>
    </dgm:pt>
    <dgm:pt modelId="{534EC5D4-0D83-4DA9-BBF6-BDEF884BF98D}" type="sibTrans" cxnId="{951C8B2D-86C0-4362-9514-881F9D2245F9}">
      <dgm:prSet/>
      <dgm:spPr/>
      <dgm:t>
        <a:bodyPr/>
        <a:lstStyle/>
        <a:p>
          <a:endParaRPr lang="en-US"/>
        </a:p>
      </dgm:t>
    </dgm:pt>
    <dgm:pt modelId="{E7342FEE-5625-4D49-B534-60C486FAE275}">
      <dgm:prSet/>
      <dgm:spPr/>
      <dgm:t>
        <a:bodyPr/>
        <a:lstStyle/>
        <a:p>
          <a:r>
            <a:rPr lang="en-US"/>
            <a:t>{RJ|DF|PA}</a:t>
          </a:r>
        </a:p>
      </dgm:t>
    </dgm:pt>
    <dgm:pt modelId="{6128F661-BDAA-4302-8058-485009068608}" type="parTrans" cxnId="{4FF66143-7761-4040-8043-C268CAE89073}">
      <dgm:prSet/>
      <dgm:spPr/>
      <dgm:t>
        <a:bodyPr/>
        <a:lstStyle/>
        <a:p>
          <a:endParaRPr lang="en-US"/>
        </a:p>
      </dgm:t>
    </dgm:pt>
    <dgm:pt modelId="{C85AC711-A5C8-4A19-9938-5BABDA0977B5}" type="sibTrans" cxnId="{4FF66143-7761-4040-8043-C268CAE89073}">
      <dgm:prSet/>
      <dgm:spPr/>
      <dgm:t>
        <a:bodyPr/>
        <a:lstStyle/>
        <a:p>
          <a:endParaRPr lang="en-US"/>
        </a:p>
      </dgm:t>
    </dgm:pt>
    <dgm:pt modelId="{DFA61891-A8D7-4A33-BF55-91EFD27C552F}">
      <dgm:prSet/>
      <dgm:spPr/>
      <dgm:t>
        <a:bodyPr/>
        <a:lstStyle/>
        <a:p>
          <a:r>
            <a:rPr lang="en-US"/>
            <a:t>NumeroChamado</a:t>
          </a:r>
        </a:p>
      </dgm:t>
    </dgm:pt>
    <dgm:pt modelId="{FBA36130-B668-4396-824A-CC0ABA599641}" type="parTrans" cxnId="{4A67EDAE-C7D1-47AE-8AA0-A393CD83E742}">
      <dgm:prSet/>
      <dgm:spPr/>
      <dgm:t>
        <a:bodyPr/>
        <a:lstStyle/>
        <a:p>
          <a:endParaRPr lang="en-US"/>
        </a:p>
      </dgm:t>
    </dgm:pt>
    <dgm:pt modelId="{53AFE4D5-1E67-4EA4-A802-7134BF615331}" type="sibTrans" cxnId="{4A67EDAE-C7D1-47AE-8AA0-A393CD83E742}">
      <dgm:prSet/>
      <dgm:spPr/>
      <dgm:t>
        <a:bodyPr/>
        <a:lstStyle/>
        <a:p>
          <a:endParaRPr lang="en-US"/>
        </a:p>
      </dgm:t>
    </dgm:pt>
    <dgm:pt modelId="{C1DA3F2E-4133-42F3-A3A1-B3E797EF59D5}">
      <dgm:prSet/>
      <dgm:spPr/>
      <dgm:t>
        <a:bodyPr/>
        <a:lstStyle/>
        <a:p>
          <a:r>
            <a:rPr lang="en-US" dirty="0" smtClean="0"/>
            <a:t>{D|T|A}122341</a:t>
          </a:r>
          <a:endParaRPr lang="en-US" dirty="0"/>
        </a:p>
      </dgm:t>
    </dgm:pt>
    <dgm:pt modelId="{2BBE0ECB-FDED-4569-85D3-B493C34E996B}" type="parTrans" cxnId="{D9296D2D-C1F5-47EC-B049-99E74B60708C}">
      <dgm:prSet/>
      <dgm:spPr/>
      <dgm:t>
        <a:bodyPr/>
        <a:lstStyle/>
        <a:p>
          <a:endParaRPr lang="en-US"/>
        </a:p>
      </dgm:t>
    </dgm:pt>
    <dgm:pt modelId="{44D53D24-7FF9-4768-A6CD-9CA8CFC203AB}" type="sibTrans" cxnId="{D9296D2D-C1F5-47EC-B049-99E74B60708C}">
      <dgm:prSet/>
      <dgm:spPr/>
      <dgm:t>
        <a:bodyPr/>
        <a:lstStyle/>
        <a:p>
          <a:endParaRPr lang="en-US"/>
        </a:p>
      </dgm:t>
    </dgm:pt>
    <dgm:pt modelId="{77EEA676-EF5F-4384-8FC1-C7B29185F153}">
      <dgm:prSet/>
      <dgm:spPr/>
      <dgm:t>
        <a:bodyPr/>
        <a:lstStyle/>
        <a:p>
          <a:r>
            <a:rPr lang="en-US"/>
            <a:t>ver</a:t>
          </a:r>
        </a:p>
      </dgm:t>
    </dgm:pt>
    <dgm:pt modelId="{D08856AD-B2C8-42CE-932A-CCA59A98E523}" type="parTrans" cxnId="{B07CD673-5A90-4ED3-AAF9-986E9B6AC5F4}">
      <dgm:prSet/>
      <dgm:spPr/>
      <dgm:t>
        <a:bodyPr/>
        <a:lstStyle/>
        <a:p>
          <a:endParaRPr lang="en-US"/>
        </a:p>
      </dgm:t>
    </dgm:pt>
    <dgm:pt modelId="{D6896D71-DB37-4625-A322-227E3920A40E}" type="sibTrans" cxnId="{B07CD673-5A90-4ED3-AAF9-986E9B6AC5F4}">
      <dgm:prSet/>
      <dgm:spPr/>
      <dgm:t>
        <a:bodyPr/>
        <a:lstStyle/>
        <a:p>
          <a:endParaRPr lang="en-US"/>
        </a:p>
      </dgm:t>
    </dgm:pt>
    <dgm:pt modelId="{A51F3FF1-E157-4856-A2FB-0AC79098C3E2}">
      <dgm:prSet/>
      <dgm:spPr/>
      <dgm:t>
        <a:bodyPr/>
        <a:lstStyle/>
        <a:p>
          <a:r>
            <a:rPr lang="en-US"/>
            <a:t>Versão do Patch</a:t>
          </a:r>
        </a:p>
      </dgm:t>
    </dgm:pt>
    <dgm:pt modelId="{80580736-F62B-4EF1-97F1-1240D5E42DA5}" type="parTrans" cxnId="{E211F092-CD47-4280-9BFB-3C53515CDB0C}">
      <dgm:prSet/>
      <dgm:spPr/>
      <dgm:t>
        <a:bodyPr/>
        <a:lstStyle/>
        <a:p>
          <a:endParaRPr lang="en-US"/>
        </a:p>
      </dgm:t>
    </dgm:pt>
    <dgm:pt modelId="{976E7559-41BD-44D2-8735-64F6A0D39F23}" type="sibTrans" cxnId="{E211F092-CD47-4280-9BFB-3C53515CDB0C}">
      <dgm:prSet/>
      <dgm:spPr/>
      <dgm:t>
        <a:bodyPr/>
        <a:lstStyle/>
        <a:p>
          <a:endParaRPr lang="en-US"/>
        </a:p>
      </dgm:t>
    </dgm:pt>
    <dgm:pt modelId="{D7A43D9F-D8CA-4106-BB06-20A8010E9710}">
      <dgm:prSet/>
      <dgm:spPr/>
      <dgm:t>
        <a:bodyPr/>
        <a:lstStyle/>
        <a:p>
          <a:r>
            <a:rPr lang="en-US"/>
            <a:t>v01</a:t>
          </a:r>
        </a:p>
      </dgm:t>
    </dgm:pt>
    <dgm:pt modelId="{8B9D3DAF-1D7B-43A7-87BD-16D468E30F49}" type="parTrans" cxnId="{5BB78A60-1D6F-4476-8FB6-4A3DD72B7F03}">
      <dgm:prSet/>
      <dgm:spPr/>
      <dgm:t>
        <a:bodyPr/>
        <a:lstStyle/>
        <a:p>
          <a:endParaRPr lang="en-US"/>
        </a:p>
      </dgm:t>
    </dgm:pt>
    <dgm:pt modelId="{3B7DC4EC-168E-488E-8ED3-791F40F11F71}" type="sibTrans" cxnId="{5BB78A60-1D6F-4476-8FB6-4A3DD72B7F03}">
      <dgm:prSet/>
      <dgm:spPr/>
      <dgm:t>
        <a:bodyPr/>
        <a:lstStyle/>
        <a:p>
          <a:endParaRPr lang="en-US"/>
        </a:p>
      </dgm:t>
    </dgm:pt>
    <dgm:pt modelId="{7EDF29AE-4526-4783-B3A1-6842D14B12CF}">
      <dgm:prSet/>
      <dgm:spPr/>
      <dgm:t>
        <a:bodyPr/>
        <a:lstStyle/>
        <a:p>
          <a:r>
            <a:rPr lang="en-US"/>
            <a:t>app</a:t>
          </a:r>
        </a:p>
      </dgm:t>
    </dgm:pt>
    <dgm:pt modelId="{AB47DC3E-0BF2-4F96-9195-9849E6E154EF}" type="parTrans" cxnId="{9093EA78-FFA6-45EE-B376-5CAF38A7ED58}">
      <dgm:prSet/>
      <dgm:spPr/>
      <dgm:t>
        <a:bodyPr/>
        <a:lstStyle/>
        <a:p>
          <a:endParaRPr lang="en-US"/>
        </a:p>
      </dgm:t>
    </dgm:pt>
    <dgm:pt modelId="{7B3EA55F-91DD-48D1-BFC6-C8CD4CB7B2A5}" type="sibTrans" cxnId="{9093EA78-FFA6-45EE-B376-5CAF38A7ED58}">
      <dgm:prSet/>
      <dgm:spPr/>
      <dgm:t>
        <a:bodyPr/>
        <a:lstStyle/>
        <a:p>
          <a:endParaRPr lang="en-US"/>
        </a:p>
      </dgm:t>
    </dgm:pt>
    <dgm:pt modelId="{181EB39C-5E23-43FB-BEF5-83153588C313}">
      <dgm:prSet/>
      <dgm:spPr/>
      <dgm:t>
        <a:bodyPr/>
        <a:lstStyle/>
        <a:p>
          <a:r>
            <a:rPr lang="en-US"/>
            <a:t>Sigla Modulo</a:t>
          </a:r>
        </a:p>
      </dgm:t>
    </dgm:pt>
    <dgm:pt modelId="{AE03F2E1-447B-40D9-A120-392AC11E4C20}" type="parTrans" cxnId="{AAD0EC22-21EB-423A-B1E9-0B8EEC2D48D0}">
      <dgm:prSet/>
      <dgm:spPr/>
      <dgm:t>
        <a:bodyPr/>
        <a:lstStyle/>
        <a:p>
          <a:endParaRPr lang="en-US"/>
        </a:p>
      </dgm:t>
    </dgm:pt>
    <dgm:pt modelId="{96C87447-3F1B-4909-92B2-85FDD04FAE6A}" type="sibTrans" cxnId="{AAD0EC22-21EB-423A-B1E9-0B8EEC2D48D0}">
      <dgm:prSet/>
      <dgm:spPr/>
      <dgm:t>
        <a:bodyPr/>
        <a:lstStyle/>
        <a:p>
          <a:endParaRPr lang="en-US"/>
        </a:p>
      </dgm:t>
    </dgm:pt>
    <dgm:pt modelId="{07F6D98C-658E-41E4-BAE6-B44DC7F6AF74}">
      <dgm:prSet/>
      <dgm:spPr/>
      <dgm:t>
        <a:bodyPr/>
        <a:lstStyle/>
        <a:p>
          <a:r>
            <a:rPr lang="en-US"/>
            <a:t>{COB|AP|AR}</a:t>
          </a:r>
        </a:p>
      </dgm:t>
    </dgm:pt>
    <dgm:pt modelId="{90720226-771E-49CA-B66C-A62BC91B691F}" type="parTrans" cxnId="{8EF61E5F-972E-420C-888D-4A9F9E523C67}">
      <dgm:prSet/>
      <dgm:spPr/>
      <dgm:t>
        <a:bodyPr/>
        <a:lstStyle/>
        <a:p>
          <a:endParaRPr lang="en-US"/>
        </a:p>
      </dgm:t>
    </dgm:pt>
    <dgm:pt modelId="{B04EF2C5-BA09-4DEC-9BC7-48E545CD53EF}" type="sibTrans" cxnId="{8EF61E5F-972E-420C-888D-4A9F9E523C67}">
      <dgm:prSet/>
      <dgm:spPr/>
      <dgm:t>
        <a:bodyPr/>
        <a:lstStyle/>
        <a:p>
          <a:endParaRPr lang="en-US"/>
        </a:p>
      </dgm:t>
    </dgm:pt>
    <dgm:pt modelId="{C1C3991B-B510-45F8-A40D-C7467D5EA652}" type="pres">
      <dgm:prSet presAssocID="{0AA2592C-7F41-4E39-B3D7-83EF1616F21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712383D-F838-4450-9486-38D288C10FD1}" type="pres">
      <dgm:prSet presAssocID="{DAC9FCA4-3748-421A-ACA8-4CFE97326E92}" presName="hierRoot1" presStyleCnt="0">
        <dgm:presLayoutVars>
          <dgm:hierBranch val="init"/>
        </dgm:presLayoutVars>
      </dgm:prSet>
      <dgm:spPr/>
    </dgm:pt>
    <dgm:pt modelId="{CCB3F0BE-EEBC-40A4-BABD-E49AD7B83296}" type="pres">
      <dgm:prSet presAssocID="{DAC9FCA4-3748-421A-ACA8-4CFE97326E92}" presName="rootComposite1" presStyleCnt="0"/>
      <dgm:spPr/>
    </dgm:pt>
    <dgm:pt modelId="{9D1DB79A-F627-4704-BC94-FFAA86E428EC}" type="pres">
      <dgm:prSet presAssocID="{DAC9FCA4-3748-421A-ACA8-4CFE97326E92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1D9D2EE-3937-40E2-BDC6-192864CFC560}" type="pres">
      <dgm:prSet presAssocID="{DAC9FCA4-3748-421A-ACA8-4CFE97326E92}" presName="rootConnector1" presStyleLbl="node1" presStyleIdx="0" presStyleCnt="0"/>
      <dgm:spPr/>
      <dgm:t>
        <a:bodyPr/>
        <a:lstStyle/>
        <a:p>
          <a:endParaRPr lang="en-US"/>
        </a:p>
      </dgm:t>
    </dgm:pt>
    <dgm:pt modelId="{15D3DD18-A074-4142-879D-C7F35BAC7162}" type="pres">
      <dgm:prSet presAssocID="{DAC9FCA4-3748-421A-ACA8-4CFE97326E92}" presName="hierChild2" presStyleCnt="0"/>
      <dgm:spPr/>
    </dgm:pt>
    <dgm:pt modelId="{5E5994D1-6D99-4E34-BD03-901F667D11D7}" type="pres">
      <dgm:prSet presAssocID="{67573776-9824-4D00-8B8E-E4BE1E75CDB6}" presName="Name64" presStyleLbl="parChTrans1D2" presStyleIdx="0" presStyleCnt="5"/>
      <dgm:spPr/>
      <dgm:t>
        <a:bodyPr/>
        <a:lstStyle/>
        <a:p>
          <a:endParaRPr lang="en-US"/>
        </a:p>
      </dgm:t>
    </dgm:pt>
    <dgm:pt modelId="{6D26EC8A-AAAB-4F82-9ABC-BD70E014AAB6}" type="pres">
      <dgm:prSet presAssocID="{F43EF84F-90FC-4AFF-A321-F15E17F366B6}" presName="hierRoot2" presStyleCnt="0">
        <dgm:presLayoutVars>
          <dgm:hierBranch val="init"/>
        </dgm:presLayoutVars>
      </dgm:prSet>
      <dgm:spPr/>
    </dgm:pt>
    <dgm:pt modelId="{B27690F9-4C77-4A1B-8A8C-441E77ED63CA}" type="pres">
      <dgm:prSet presAssocID="{F43EF84F-90FC-4AFF-A321-F15E17F366B6}" presName="rootComposite" presStyleCnt="0"/>
      <dgm:spPr/>
    </dgm:pt>
    <dgm:pt modelId="{60D273C9-7B55-4927-8D8B-260F5BE2A64D}" type="pres">
      <dgm:prSet presAssocID="{F43EF84F-90FC-4AFF-A321-F15E17F366B6}" presName="rootText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76C3AFF-6D85-4083-BDEE-DB641C608D8C}" type="pres">
      <dgm:prSet presAssocID="{F43EF84F-90FC-4AFF-A321-F15E17F366B6}" presName="rootConnector" presStyleLbl="node2" presStyleIdx="0" presStyleCnt="5"/>
      <dgm:spPr/>
      <dgm:t>
        <a:bodyPr/>
        <a:lstStyle/>
        <a:p>
          <a:endParaRPr lang="en-US"/>
        </a:p>
      </dgm:t>
    </dgm:pt>
    <dgm:pt modelId="{A5797F33-1CB8-4429-B506-C18369B7AB74}" type="pres">
      <dgm:prSet presAssocID="{F43EF84F-90FC-4AFF-A321-F15E17F366B6}" presName="hierChild4" presStyleCnt="0"/>
      <dgm:spPr/>
    </dgm:pt>
    <dgm:pt modelId="{D2D1BF92-DCFB-49C9-AACF-9C755BD861CE}" type="pres">
      <dgm:prSet presAssocID="{4F1E428D-A2DD-403F-B973-82441B517A2D}" presName="Name64" presStyleLbl="parChTrans1D3" presStyleIdx="0" presStyleCnt="5"/>
      <dgm:spPr/>
      <dgm:t>
        <a:bodyPr/>
        <a:lstStyle/>
        <a:p>
          <a:endParaRPr lang="en-US"/>
        </a:p>
      </dgm:t>
    </dgm:pt>
    <dgm:pt modelId="{BFDB234B-2912-4E17-9E4C-F3060DC2BF00}" type="pres">
      <dgm:prSet presAssocID="{8E2C52C8-F19D-4077-A8AF-5BD1889CEB21}" presName="hierRoot2" presStyleCnt="0">
        <dgm:presLayoutVars>
          <dgm:hierBranch val="init"/>
        </dgm:presLayoutVars>
      </dgm:prSet>
      <dgm:spPr/>
    </dgm:pt>
    <dgm:pt modelId="{61177965-4ED2-40C4-9AE1-29B2B9002899}" type="pres">
      <dgm:prSet presAssocID="{8E2C52C8-F19D-4077-A8AF-5BD1889CEB21}" presName="rootComposite" presStyleCnt="0"/>
      <dgm:spPr/>
    </dgm:pt>
    <dgm:pt modelId="{53D719EA-2DCC-4F0E-9DE0-1E4D900BB148}" type="pres">
      <dgm:prSet presAssocID="{8E2C52C8-F19D-4077-A8AF-5BD1889CEB21}" presName="rootText" presStyleLbl="node3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D078333-8422-4017-8CF9-72E92C093BA5}" type="pres">
      <dgm:prSet presAssocID="{8E2C52C8-F19D-4077-A8AF-5BD1889CEB21}" presName="rootConnector" presStyleLbl="node3" presStyleIdx="0" presStyleCnt="5"/>
      <dgm:spPr/>
      <dgm:t>
        <a:bodyPr/>
        <a:lstStyle/>
        <a:p>
          <a:endParaRPr lang="en-US"/>
        </a:p>
      </dgm:t>
    </dgm:pt>
    <dgm:pt modelId="{1BF8CA02-8B5B-438F-A8FC-64162946E1CF}" type="pres">
      <dgm:prSet presAssocID="{8E2C52C8-F19D-4077-A8AF-5BD1889CEB21}" presName="hierChild4" presStyleCnt="0"/>
      <dgm:spPr/>
    </dgm:pt>
    <dgm:pt modelId="{5A5F3317-282D-4E47-9979-37C285155C47}" type="pres">
      <dgm:prSet presAssocID="{6E5E1C87-C646-4FE3-81A1-D78E6EF2A472}" presName="Name64" presStyleLbl="parChTrans1D4" presStyleIdx="0" presStyleCnt="5"/>
      <dgm:spPr/>
      <dgm:t>
        <a:bodyPr/>
        <a:lstStyle/>
        <a:p>
          <a:endParaRPr lang="en-US"/>
        </a:p>
      </dgm:t>
    </dgm:pt>
    <dgm:pt modelId="{7E21C6E4-8F14-4FBA-BCFD-A487C39F221C}" type="pres">
      <dgm:prSet presAssocID="{F0E70924-F0D8-4BE6-A219-C4BF846704E2}" presName="hierRoot2" presStyleCnt="0">
        <dgm:presLayoutVars>
          <dgm:hierBranch val="init"/>
        </dgm:presLayoutVars>
      </dgm:prSet>
      <dgm:spPr/>
    </dgm:pt>
    <dgm:pt modelId="{F32C15C3-7C9B-4746-A06A-152D1EFCEE22}" type="pres">
      <dgm:prSet presAssocID="{F0E70924-F0D8-4BE6-A219-C4BF846704E2}" presName="rootComposite" presStyleCnt="0"/>
      <dgm:spPr/>
    </dgm:pt>
    <dgm:pt modelId="{7FCA5DDA-B093-453D-8848-18D69E604898}" type="pres">
      <dgm:prSet presAssocID="{F0E70924-F0D8-4BE6-A219-C4BF846704E2}" presName="rootText" presStyleLbl="node4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D32CAE-A533-447D-B4FB-E88AB717A126}" type="pres">
      <dgm:prSet presAssocID="{F0E70924-F0D8-4BE6-A219-C4BF846704E2}" presName="rootConnector" presStyleLbl="node4" presStyleIdx="0" presStyleCnt="5"/>
      <dgm:spPr/>
      <dgm:t>
        <a:bodyPr/>
        <a:lstStyle/>
        <a:p>
          <a:endParaRPr lang="en-US"/>
        </a:p>
      </dgm:t>
    </dgm:pt>
    <dgm:pt modelId="{2FBBC870-AE46-4378-A1EF-87CCE2BC9797}" type="pres">
      <dgm:prSet presAssocID="{F0E70924-F0D8-4BE6-A219-C4BF846704E2}" presName="hierChild4" presStyleCnt="0"/>
      <dgm:spPr/>
    </dgm:pt>
    <dgm:pt modelId="{C6475DAD-5769-46EF-89D6-3A78E3DC9E11}" type="pres">
      <dgm:prSet presAssocID="{F0E70924-F0D8-4BE6-A219-C4BF846704E2}" presName="hierChild5" presStyleCnt="0"/>
      <dgm:spPr/>
    </dgm:pt>
    <dgm:pt modelId="{109E2D30-248E-4E8A-95A6-3924981D7535}" type="pres">
      <dgm:prSet presAssocID="{8E2C52C8-F19D-4077-A8AF-5BD1889CEB21}" presName="hierChild5" presStyleCnt="0"/>
      <dgm:spPr/>
    </dgm:pt>
    <dgm:pt modelId="{2075D02B-B400-43FB-BAD1-86047B3B6034}" type="pres">
      <dgm:prSet presAssocID="{F43EF84F-90FC-4AFF-A321-F15E17F366B6}" presName="hierChild5" presStyleCnt="0"/>
      <dgm:spPr/>
    </dgm:pt>
    <dgm:pt modelId="{E796AFA8-2437-4066-A753-74606FA0A4F9}" type="pres">
      <dgm:prSet presAssocID="{D6F1E0C6-F0EF-45BE-AC26-BB2C28F2EF34}" presName="Name64" presStyleLbl="parChTrans1D2" presStyleIdx="1" presStyleCnt="5"/>
      <dgm:spPr/>
      <dgm:t>
        <a:bodyPr/>
        <a:lstStyle/>
        <a:p>
          <a:endParaRPr lang="en-US"/>
        </a:p>
      </dgm:t>
    </dgm:pt>
    <dgm:pt modelId="{3C523C80-005E-4653-AF2B-10ABE08890BF}" type="pres">
      <dgm:prSet presAssocID="{1EEF2EAD-0AA4-4E5E-BDF1-DC830B45C98B}" presName="hierRoot2" presStyleCnt="0">
        <dgm:presLayoutVars>
          <dgm:hierBranch val="init"/>
        </dgm:presLayoutVars>
      </dgm:prSet>
      <dgm:spPr/>
    </dgm:pt>
    <dgm:pt modelId="{0137C5F0-36FA-47C8-873A-68A9D00C7F7E}" type="pres">
      <dgm:prSet presAssocID="{1EEF2EAD-0AA4-4E5E-BDF1-DC830B45C98B}" presName="rootComposite" presStyleCnt="0"/>
      <dgm:spPr/>
    </dgm:pt>
    <dgm:pt modelId="{6E0C26D2-AE43-4D68-99E6-240BA83B459F}" type="pres">
      <dgm:prSet presAssocID="{1EEF2EAD-0AA4-4E5E-BDF1-DC830B45C98B}" presName="rootText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2E001E3-DA34-4C0B-8970-6A056F56C484}" type="pres">
      <dgm:prSet presAssocID="{1EEF2EAD-0AA4-4E5E-BDF1-DC830B45C98B}" presName="rootConnector" presStyleLbl="node2" presStyleIdx="1" presStyleCnt="5"/>
      <dgm:spPr/>
      <dgm:t>
        <a:bodyPr/>
        <a:lstStyle/>
        <a:p>
          <a:endParaRPr lang="en-US"/>
        </a:p>
      </dgm:t>
    </dgm:pt>
    <dgm:pt modelId="{BD210285-AADD-4BE5-BA58-BD7E6AD44C6C}" type="pres">
      <dgm:prSet presAssocID="{1EEF2EAD-0AA4-4E5E-BDF1-DC830B45C98B}" presName="hierChild4" presStyleCnt="0"/>
      <dgm:spPr/>
    </dgm:pt>
    <dgm:pt modelId="{7CD86D0D-55F3-4CCF-8A1F-53A970AC7359}" type="pres">
      <dgm:prSet presAssocID="{5C7EE4AD-F676-4C00-AA25-40521DFAD416}" presName="Name64" presStyleLbl="parChTrans1D3" presStyleIdx="1" presStyleCnt="5"/>
      <dgm:spPr/>
      <dgm:t>
        <a:bodyPr/>
        <a:lstStyle/>
        <a:p>
          <a:endParaRPr lang="en-US"/>
        </a:p>
      </dgm:t>
    </dgm:pt>
    <dgm:pt modelId="{81D0495F-763B-4558-B1A7-9A81217E22EB}" type="pres">
      <dgm:prSet presAssocID="{74367E4F-1735-4D0E-A032-0FB4D9F322CC}" presName="hierRoot2" presStyleCnt="0">
        <dgm:presLayoutVars>
          <dgm:hierBranch val="init"/>
        </dgm:presLayoutVars>
      </dgm:prSet>
      <dgm:spPr/>
    </dgm:pt>
    <dgm:pt modelId="{18B3211A-D351-4C8E-945D-38CEA9071218}" type="pres">
      <dgm:prSet presAssocID="{74367E4F-1735-4D0E-A032-0FB4D9F322CC}" presName="rootComposite" presStyleCnt="0"/>
      <dgm:spPr/>
    </dgm:pt>
    <dgm:pt modelId="{1069B6D6-1DC3-448D-8A2A-F081BFC0A2E7}" type="pres">
      <dgm:prSet presAssocID="{74367E4F-1735-4D0E-A032-0FB4D9F322CC}" presName="rootText" presStyleLbl="node3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BA9EDA5-2D64-41C1-8ABA-594AADF65C97}" type="pres">
      <dgm:prSet presAssocID="{74367E4F-1735-4D0E-A032-0FB4D9F322CC}" presName="rootConnector" presStyleLbl="node3" presStyleIdx="1" presStyleCnt="5"/>
      <dgm:spPr/>
      <dgm:t>
        <a:bodyPr/>
        <a:lstStyle/>
        <a:p>
          <a:endParaRPr lang="en-US"/>
        </a:p>
      </dgm:t>
    </dgm:pt>
    <dgm:pt modelId="{5D05B8AB-56D4-458B-83F3-AEBB6C736AF4}" type="pres">
      <dgm:prSet presAssocID="{74367E4F-1735-4D0E-A032-0FB4D9F322CC}" presName="hierChild4" presStyleCnt="0"/>
      <dgm:spPr/>
    </dgm:pt>
    <dgm:pt modelId="{9353DC8A-B6B8-4422-BFB5-7DA82B67041F}" type="pres">
      <dgm:prSet presAssocID="{6128F661-BDAA-4302-8058-485009068608}" presName="Name64" presStyleLbl="parChTrans1D4" presStyleIdx="1" presStyleCnt="5"/>
      <dgm:spPr/>
      <dgm:t>
        <a:bodyPr/>
        <a:lstStyle/>
        <a:p>
          <a:endParaRPr lang="en-US"/>
        </a:p>
      </dgm:t>
    </dgm:pt>
    <dgm:pt modelId="{C332157C-C3B3-417D-924A-50DB866A7909}" type="pres">
      <dgm:prSet presAssocID="{E7342FEE-5625-4D49-B534-60C486FAE275}" presName="hierRoot2" presStyleCnt="0">
        <dgm:presLayoutVars>
          <dgm:hierBranch val="init"/>
        </dgm:presLayoutVars>
      </dgm:prSet>
      <dgm:spPr/>
    </dgm:pt>
    <dgm:pt modelId="{521DED3B-B48D-4889-A012-D98A2A4AC3A5}" type="pres">
      <dgm:prSet presAssocID="{E7342FEE-5625-4D49-B534-60C486FAE275}" presName="rootComposite" presStyleCnt="0"/>
      <dgm:spPr/>
    </dgm:pt>
    <dgm:pt modelId="{446708B2-0C20-40ED-8998-32BD0C2F1F21}" type="pres">
      <dgm:prSet presAssocID="{E7342FEE-5625-4D49-B534-60C486FAE275}" presName="rootText" presStyleLbl="node4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9D6A9BD-46D0-430E-92C9-E46529E922B9}" type="pres">
      <dgm:prSet presAssocID="{E7342FEE-5625-4D49-B534-60C486FAE275}" presName="rootConnector" presStyleLbl="node4" presStyleIdx="1" presStyleCnt="5"/>
      <dgm:spPr/>
      <dgm:t>
        <a:bodyPr/>
        <a:lstStyle/>
        <a:p>
          <a:endParaRPr lang="en-US"/>
        </a:p>
      </dgm:t>
    </dgm:pt>
    <dgm:pt modelId="{530E6FCA-AE28-4E73-8031-FF56FEEAF76C}" type="pres">
      <dgm:prSet presAssocID="{E7342FEE-5625-4D49-B534-60C486FAE275}" presName="hierChild4" presStyleCnt="0"/>
      <dgm:spPr/>
    </dgm:pt>
    <dgm:pt modelId="{2BE2D6CD-4FC6-41CD-A504-1A531D32E573}" type="pres">
      <dgm:prSet presAssocID="{E7342FEE-5625-4D49-B534-60C486FAE275}" presName="hierChild5" presStyleCnt="0"/>
      <dgm:spPr/>
    </dgm:pt>
    <dgm:pt modelId="{9C18FA24-6DB9-4087-8532-D95B32349BC2}" type="pres">
      <dgm:prSet presAssocID="{74367E4F-1735-4D0E-A032-0FB4D9F322CC}" presName="hierChild5" presStyleCnt="0"/>
      <dgm:spPr/>
    </dgm:pt>
    <dgm:pt modelId="{F68F99A5-5B8B-48EA-A28A-B9522340016E}" type="pres">
      <dgm:prSet presAssocID="{1EEF2EAD-0AA4-4E5E-BDF1-DC830B45C98B}" presName="hierChild5" presStyleCnt="0"/>
      <dgm:spPr/>
    </dgm:pt>
    <dgm:pt modelId="{6DAB9647-8AC4-4D7B-BB0B-CCA35E22C1A3}" type="pres">
      <dgm:prSet presAssocID="{AB47DC3E-0BF2-4F96-9195-9849E6E154EF}" presName="Name64" presStyleLbl="parChTrans1D2" presStyleIdx="2" presStyleCnt="5"/>
      <dgm:spPr/>
      <dgm:t>
        <a:bodyPr/>
        <a:lstStyle/>
        <a:p>
          <a:endParaRPr lang="en-US"/>
        </a:p>
      </dgm:t>
    </dgm:pt>
    <dgm:pt modelId="{BFB6D9AC-7FFA-44CF-983A-144BA9722655}" type="pres">
      <dgm:prSet presAssocID="{7EDF29AE-4526-4783-B3A1-6842D14B12CF}" presName="hierRoot2" presStyleCnt="0">
        <dgm:presLayoutVars>
          <dgm:hierBranch val="init"/>
        </dgm:presLayoutVars>
      </dgm:prSet>
      <dgm:spPr/>
    </dgm:pt>
    <dgm:pt modelId="{F4E9C77B-25E2-4A55-8CD3-7017F59D8BE9}" type="pres">
      <dgm:prSet presAssocID="{7EDF29AE-4526-4783-B3A1-6842D14B12CF}" presName="rootComposite" presStyleCnt="0"/>
      <dgm:spPr/>
    </dgm:pt>
    <dgm:pt modelId="{CC21DF4E-C811-4683-A291-9CDDB9C7202D}" type="pres">
      <dgm:prSet presAssocID="{7EDF29AE-4526-4783-B3A1-6842D14B12CF}" presName="rootText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6FFBC4A-1CD8-4839-8F27-03560CDA575F}" type="pres">
      <dgm:prSet presAssocID="{7EDF29AE-4526-4783-B3A1-6842D14B12CF}" presName="rootConnector" presStyleLbl="node2" presStyleIdx="2" presStyleCnt="5"/>
      <dgm:spPr/>
      <dgm:t>
        <a:bodyPr/>
        <a:lstStyle/>
        <a:p>
          <a:endParaRPr lang="en-US"/>
        </a:p>
      </dgm:t>
    </dgm:pt>
    <dgm:pt modelId="{9AA92B2B-62C4-4C29-83DD-79B91A61B79F}" type="pres">
      <dgm:prSet presAssocID="{7EDF29AE-4526-4783-B3A1-6842D14B12CF}" presName="hierChild4" presStyleCnt="0"/>
      <dgm:spPr/>
    </dgm:pt>
    <dgm:pt modelId="{B06B60CA-F293-4F43-83B9-703385E38226}" type="pres">
      <dgm:prSet presAssocID="{AE03F2E1-447B-40D9-A120-392AC11E4C20}" presName="Name64" presStyleLbl="parChTrans1D3" presStyleIdx="2" presStyleCnt="5"/>
      <dgm:spPr/>
      <dgm:t>
        <a:bodyPr/>
        <a:lstStyle/>
        <a:p>
          <a:endParaRPr lang="en-US"/>
        </a:p>
      </dgm:t>
    </dgm:pt>
    <dgm:pt modelId="{4CAC73C5-6BEE-4514-9B4F-76AD97047290}" type="pres">
      <dgm:prSet presAssocID="{181EB39C-5E23-43FB-BEF5-83153588C313}" presName="hierRoot2" presStyleCnt="0">
        <dgm:presLayoutVars>
          <dgm:hierBranch val="init"/>
        </dgm:presLayoutVars>
      </dgm:prSet>
      <dgm:spPr/>
    </dgm:pt>
    <dgm:pt modelId="{D25BA5F0-29E8-4123-99BD-7F0EE157498E}" type="pres">
      <dgm:prSet presAssocID="{181EB39C-5E23-43FB-BEF5-83153588C313}" presName="rootComposite" presStyleCnt="0"/>
      <dgm:spPr/>
    </dgm:pt>
    <dgm:pt modelId="{D4629F74-36E3-4784-BE70-3EF6F4A9A683}" type="pres">
      <dgm:prSet presAssocID="{181EB39C-5E23-43FB-BEF5-83153588C313}" presName="rootText" presStyleLbl="node3" presStyleIdx="2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0ADE61D-FA5A-4259-8659-90D373499FA6}" type="pres">
      <dgm:prSet presAssocID="{181EB39C-5E23-43FB-BEF5-83153588C313}" presName="rootConnector" presStyleLbl="node3" presStyleIdx="2" presStyleCnt="5"/>
      <dgm:spPr/>
      <dgm:t>
        <a:bodyPr/>
        <a:lstStyle/>
        <a:p>
          <a:endParaRPr lang="en-US"/>
        </a:p>
      </dgm:t>
    </dgm:pt>
    <dgm:pt modelId="{CFDC01FE-B5E6-405D-A3A3-17F198344FB8}" type="pres">
      <dgm:prSet presAssocID="{181EB39C-5E23-43FB-BEF5-83153588C313}" presName="hierChild4" presStyleCnt="0"/>
      <dgm:spPr/>
    </dgm:pt>
    <dgm:pt modelId="{493E2072-2D24-45C7-B748-F3CE30EB6707}" type="pres">
      <dgm:prSet presAssocID="{90720226-771E-49CA-B66C-A62BC91B691F}" presName="Name64" presStyleLbl="parChTrans1D4" presStyleIdx="2" presStyleCnt="5"/>
      <dgm:spPr/>
      <dgm:t>
        <a:bodyPr/>
        <a:lstStyle/>
        <a:p>
          <a:endParaRPr lang="en-US"/>
        </a:p>
      </dgm:t>
    </dgm:pt>
    <dgm:pt modelId="{4AA88F95-7A88-458A-B291-C6D552C23676}" type="pres">
      <dgm:prSet presAssocID="{07F6D98C-658E-41E4-BAE6-B44DC7F6AF74}" presName="hierRoot2" presStyleCnt="0">
        <dgm:presLayoutVars>
          <dgm:hierBranch val="init"/>
        </dgm:presLayoutVars>
      </dgm:prSet>
      <dgm:spPr/>
    </dgm:pt>
    <dgm:pt modelId="{FA78BEBE-5196-4097-BF60-61DB0BB1C179}" type="pres">
      <dgm:prSet presAssocID="{07F6D98C-658E-41E4-BAE6-B44DC7F6AF74}" presName="rootComposite" presStyleCnt="0"/>
      <dgm:spPr/>
    </dgm:pt>
    <dgm:pt modelId="{BA911BBD-4628-4E28-9985-15105723F62E}" type="pres">
      <dgm:prSet presAssocID="{07F6D98C-658E-41E4-BAE6-B44DC7F6AF74}" presName="rootText" presStyleLbl="node4" presStyleIdx="2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32AEA2-9C6D-4FA0-937A-0EB4EEFE6522}" type="pres">
      <dgm:prSet presAssocID="{07F6D98C-658E-41E4-BAE6-B44DC7F6AF74}" presName="rootConnector" presStyleLbl="node4" presStyleIdx="2" presStyleCnt="5"/>
      <dgm:spPr/>
      <dgm:t>
        <a:bodyPr/>
        <a:lstStyle/>
        <a:p>
          <a:endParaRPr lang="en-US"/>
        </a:p>
      </dgm:t>
    </dgm:pt>
    <dgm:pt modelId="{566CF5A8-DCEF-4E70-A979-045EEDE554EE}" type="pres">
      <dgm:prSet presAssocID="{07F6D98C-658E-41E4-BAE6-B44DC7F6AF74}" presName="hierChild4" presStyleCnt="0"/>
      <dgm:spPr/>
    </dgm:pt>
    <dgm:pt modelId="{619A07FD-BC21-445F-AAE6-CE01E36876D9}" type="pres">
      <dgm:prSet presAssocID="{07F6D98C-658E-41E4-BAE6-B44DC7F6AF74}" presName="hierChild5" presStyleCnt="0"/>
      <dgm:spPr/>
    </dgm:pt>
    <dgm:pt modelId="{EE198350-23F9-4DB8-B66D-0F9AA6AEA662}" type="pres">
      <dgm:prSet presAssocID="{181EB39C-5E23-43FB-BEF5-83153588C313}" presName="hierChild5" presStyleCnt="0"/>
      <dgm:spPr/>
    </dgm:pt>
    <dgm:pt modelId="{5F896F91-A6BB-4D31-BB32-DEDCF2E454C7}" type="pres">
      <dgm:prSet presAssocID="{7EDF29AE-4526-4783-B3A1-6842D14B12CF}" presName="hierChild5" presStyleCnt="0"/>
      <dgm:spPr/>
    </dgm:pt>
    <dgm:pt modelId="{9FC0DCBE-73F0-4BD4-B560-32D617AFBC8D}" type="pres">
      <dgm:prSet presAssocID="{16EB804C-273C-4562-9F6B-15B6518BC3BC}" presName="Name64" presStyleLbl="parChTrans1D2" presStyleIdx="3" presStyleCnt="5"/>
      <dgm:spPr/>
      <dgm:t>
        <a:bodyPr/>
        <a:lstStyle/>
        <a:p>
          <a:endParaRPr lang="en-US"/>
        </a:p>
      </dgm:t>
    </dgm:pt>
    <dgm:pt modelId="{CFDCAD43-9BFD-42EC-A470-3D107EFF3BEB}" type="pres">
      <dgm:prSet presAssocID="{E69003D7-0E49-4C89-9067-9C395583330D}" presName="hierRoot2" presStyleCnt="0">
        <dgm:presLayoutVars>
          <dgm:hierBranch val="init"/>
        </dgm:presLayoutVars>
      </dgm:prSet>
      <dgm:spPr/>
    </dgm:pt>
    <dgm:pt modelId="{52E5553E-5F7F-4B1F-9B73-660C0214C790}" type="pres">
      <dgm:prSet presAssocID="{E69003D7-0E49-4C89-9067-9C395583330D}" presName="rootComposite" presStyleCnt="0"/>
      <dgm:spPr/>
    </dgm:pt>
    <dgm:pt modelId="{AEB3BB59-B255-48E6-88C1-B2EBF51E7035}" type="pres">
      <dgm:prSet presAssocID="{E69003D7-0E49-4C89-9067-9C395583330D}" presName="rootText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8572A16-6AD5-4039-BB03-7E3EA8AA3BF5}" type="pres">
      <dgm:prSet presAssocID="{E69003D7-0E49-4C89-9067-9C395583330D}" presName="rootConnector" presStyleLbl="node2" presStyleIdx="3" presStyleCnt="5"/>
      <dgm:spPr/>
      <dgm:t>
        <a:bodyPr/>
        <a:lstStyle/>
        <a:p>
          <a:endParaRPr lang="en-US"/>
        </a:p>
      </dgm:t>
    </dgm:pt>
    <dgm:pt modelId="{8829C690-155E-4075-B11E-E283CA43F469}" type="pres">
      <dgm:prSet presAssocID="{E69003D7-0E49-4C89-9067-9C395583330D}" presName="hierChild4" presStyleCnt="0"/>
      <dgm:spPr/>
    </dgm:pt>
    <dgm:pt modelId="{329C3C07-028F-491A-B3EF-8EEF366DAD5A}" type="pres">
      <dgm:prSet presAssocID="{FBA36130-B668-4396-824A-CC0ABA599641}" presName="Name64" presStyleLbl="parChTrans1D3" presStyleIdx="3" presStyleCnt="5"/>
      <dgm:spPr/>
      <dgm:t>
        <a:bodyPr/>
        <a:lstStyle/>
        <a:p>
          <a:endParaRPr lang="en-US"/>
        </a:p>
      </dgm:t>
    </dgm:pt>
    <dgm:pt modelId="{EEFF6122-CE59-4D0A-9E3C-66C6A75A8210}" type="pres">
      <dgm:prSet presAssocID="{DFA61891-A8D7-4A33-BF55-91EFD27C552F}" presName="hierRoot2" presStyleCnt="0">
        <dgm:presLayoutVars>
          <dgm:hierBranch val="init"/>
        </dgm:presLayoutVars>
      </dgm:prSet>
      <dgm:spPr/>
    </dgm:pt>
    <dgm:pt modelId="{F6EF9727-AB9F-4296-A049-90C57AC4D792}" type="pres">
      <dgm:prSet presAssocID="{DFA61891-A8D7-4A33-BF55-91EFD27C552F}" presName="rootComposite" presStyleCnt="0"/>
      <dgm:spPr/>
    </dgm:pt>
    <dgm:pt modelId="{64B4862E-F5AB-4E15-BFA3-28FA03F82B09}" type="pres">
      <dgm:prSet presAssocID="{DFA61891-A8D7-4A33-BF55-91EFD27C552F}" presName="rootText" presStyleLbl="node3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3A9214C-E2FE-45D4-9614-2512F4478A50}" type="pres">
      <dgm:prSet presAssocID="{DFA61891-A8D7-4A33-BF55-91EFD27C552F}" presName="rootConnector" presStyleLbl="node3" presStyleIdx="3" presStyleCnt="5"/>
      <dgm:spPr/>
      <dgm:t>
        <a:bodyPr/>
        <a:lstStyle/>
        <a:p>
          <a:endParaRPr lang="en-US"/>
        </a:p>
      </dgm:t>
    </dgm:pt>
    <dgm:pt modelId="{6EA77CED-A749-46CD-9036-6D4E96ECA56D}" type="pres">
      <dgm:prSet presAssocID="{DFA61891-A8D7-4A33-BF55-91EFD27C552F}" presName="hierChild4" presStyleCnt="0"/>
      <dgm:spPr/>
    </dgm:pt>
    <dgm:pt modelId="{138355CA-1898-4B58-B920-ED6AC1FA20B1}" type="pres">
      <dgm:prSet presAssocID="{2BBE0ECB-FDED-4569-85D3-B493C34E996B}" presName="Name64" presStyleLbl="parChTrans1D4" presStyleIdx="3" presStyleCnt="5"/>
      <dgm:spPr/>
      <dgm:t>
        <a:bodyPr/>
        <a:lstStyle/>
        <a:p>
          <a:endParaRPr lang="en-US"/>
        </a:p>
      </dgm:t>
    </dgm:pt>
    <dgm:pt modelId="{0FE65F21-5D34-449B-A1CB-8C41907C5F03}" type="pres">
      <dgm:prSet presAssocID="{C1DA3F2E-4133-42F3-A3A1-B3E797EF59D5}" presName="hierRoot2" presStyleCnt="0">
        <dgm:presLayoutVars>
          <dgm:hierBranch val="init"/>
        </dgm:presLayoutVars>
      </dgm:prSet>
      <dgm:spPr/>
    </dgm:pt>
    <dgm:pt modelId="{B76B6359-D0B2-4BF4-9AD8-DEF7A7D07F55}" type="pres">
      <dgm:prSet presAssocID="{C1DA3F2E-4133-42F3-A3A1-B3E797EF59D5}" presName="rootComposite" presStyleCnt="0"/>
      <dgm:spPr/>
    </dgm:pt>
    <dgm:pt modelId="{4144B4CD-B37F-498A-89D7-FD620D97756B}" type="pres">
      <dgm:prSet presAssocID="{C1DA3F2E-4133-42F3-A3A1-B3E797EF59D5}" presName="rootText" presStyleLbl="node4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5FDADD-46C9-4713-9107-482129D888C1}" type="pres">
      <dgm:prSet presAssocID="{C1DA3F2E-4133-42F3-A3A1-B3E797EF59D5}" presName="rootConnector" presStyleLbl="node4" presStyleIdx="3" presStyleCnt="5"/>
      <dgm:spPr/>
      <dgm:t>
        <a:bodyPr/>
        <a:lstStyle/>
        <a:p>
          <a:endParaRPr lang="en-US"/>
        </a:p>
      </dgm:t>
    </dgm:pt>
    <dgm:pt modelId="{06B3A1D7-54C1-4B6B-819B-9058BE2D9159}" type="pres">
      <dgm:prSet presAssocID="{C1DA3F2E-4133-42F3-A3A1-B3E797EF59D5}" presName="hierChild4" presStyleCnt="0"/>
      <dgm:spPr/>
    </dgm:pt>
    <dgm:pt modelId="{60120A4F-769B-4779-A513-B85C27540620}" type="pres">
      <dgm:prSet presAssocID="{C1DA3F2E-4133-42F3-A3A1-B3E797EF59D5}" presName="hierChild5" presStyleCnt="0"/>
      <dgm:spPr/>
    </dgm:pt>
    <dgm:pt modelId="{557AAA5E-8CC3-46A9-907F-7BF50680D81A}" type="pres">
      <dgm:prSet presAssocID="{DFA61891-A8D7-4A33-BF55-91EFD27C552F}" presName="hierChild5" presStyleCnt="0"/>
      <dgm:spPr/>
    </dgm:pt>
    <dgm:pt modelId="{A2D15EF3-2F1B-4669-B7B7-F05A4B828085}" type="pres">
      <dgm:prSet presAssocID="{E69003D7-0E49-4C89-9067-9C395583330D}" presName="hierChild5" presStyleCnt="0"/>
      <dgm:spPr/>
    </dgm:pt>
    <dgm:pt modelId="{C19DCC29-C237-4297-B6F2-53492D905626}" type="pres">
      <dgm:prSet presAssocID="{D08856AD-B2C8-42CE-932A-CCA59A98E523}" presName="Name64" presStyleLbl="parChTrans1D2" presStyleIdx="4" presStyleCnt="5"/>
      <dgm:spPr/>
      <dgm:t>
        <a:bodyPr/>
        <a:lstStyle/>
        <a:p>
          <a:endParaRPr lang="en-US"/>
        </a:p>
      </dgm:t>
    </dgm:pt>
    <dgm:pt modelId="{7B072084-025C-471A-9E8B-B22E04CFBE15}" type="pres">
      <dgm:prSet presAssocID="{77EEA676-EF5F-4384-8FC1-C7B29185F153}" presName="hierRoot2" presStyleCnt="0">
        <dgm:presLayoutVars>
          <dgm:hierBranch val="init"/>
        </dgm:presLayoutVars>
      </dgm:prSet>
      <dgm:spPr/>
    </dgm:pt>
    <dgm:pt modelId="{07D66ACA-4CBE-42B0-9649-3BBFE6DBAE81}" type="pres">
      <dgm:prSet presAssocID="{77EEA676-EF5F-4384-8FC1-C7B29185F153}" presName="rootComposite" presStyleCnt="0"/>
      <dgm:spPr/>
    </dgm:pt>
    <dgm:pt modelId="{81118207-67DC-4056-BB18-CCD3EE8507ED}" type="pres">
      <dgm:prSet presAssocID="{77EEA676-EF5F-4384-8FC1-C7B29185F153}" presName="rootText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9BE5FDC-EF88-4A34-993E-FF624A332BC3}" type="pres">
      <dgm:prSet presAssocID="{77EEA676-EF5F-4384-8FC1-C7B29185F153}" presName="rootConnector" presStyleLbl="node2" presStyleIdx="4" presStyleCnt="5"/>
      <dgm:spPr/>
      <dgm:t>
        <a:bodyPr/>
        <a:lstStyle/>
        <a:p>
          <a:endParaRPr lang="en-US"/>
        </a:p>
      </dgm:t>
    </dgm:pt>
    <dgm:pt modelId="{443C62DA-F658-4C09-B3B5-B52038E720CB}" type="pres">
      <dgm:prSet presAssocID="{77EEA676-EF5F-4384-8FC1-C7B29185F153}" presName="hierChild4" presStyleCnt="0"/>
      <dgm:spPr/>
    </dgm:pt>
    <dgm:pt modelId="{FBC792EF-7A57-4B4E-ACBF-65D5E0D9BDB8}" type="pres">
      <dgm:prSet presAssocID="{80580736-F62B-4EF1-97F1-1240D5E42DA5}" presName="Name64" presStyleLbl="parChTrans1D3" presStyleIdx="4" presStyleCnt="5"/>
      <dgm:spPr/>
      <dgm:t>
        <a:bodyPr/>
        <a:lstStyle/>
        <a:p>
          <a:endParaRPr lang="en-US"/>
        </a:p>
      </dgm:t>
    </dgm:pt>
    <dgm:pt modelId="{D1D2CFF1-878E-4396-BB97-B195A9DD6ED1}" type="pres">
      <dgm:prSet presAssocID="{A51F3FF1-E157-4856-A2FB-0AC79098C3E2}" presName="hierRoot2" presStyleCnt="0">
        <dgm:presLayoutVars>
          <dgm:hierBranch val="init"/>
        </dgm:presLayoutVars>
      </dgm:prSet>
      <dgm:spPr/>
    </dgm:pt>
    <dgm:pt modelId="{0C6FCBDA-6D45-481F-B9F3-0BA1AF864E3F}" type="pres">
      <dgm:prSet presAssocID="{A51F3FF1-E157-4856-A2FB-0AC79098C3E2}" presName="rootComposite" presStyleCnt="0"/>
      <dgm:spPr/>
    </dgm:pt>
    <dgm:pt modelId="{82E108E1-7076-4F6C-ABDB-51B56E1C1542}" type="pres">
      <dgm:prSet presAssocID="{A51F3FF1-E157-4856-A2FB-0AC79098C3E2}" presName="rootText" presStyleLbl="node3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447BF7E-F263-40AD-85FD-AC2BE04E0F11}" type="pres">
      <dgm:prSet presAssocID="{A51F3FF1-E157-4856-A2FB-0AC79098C3E2}" presName="rootConnector" presStyleLbl="node3" presStyleIdx="4" presStyleCnt="5"/>
      <dgm:spPr/>
      <dgm:t>
        <a:bodyPr/>
        <a:lstStyle/>
        <a:p>
          <a:endParaRPr lang="en-US"/>
        </a:p>
      </dgm:t>
    </dgm:pt>
    <dgm:pt modelId="{CA049773-ECC8-4D5A-B0DD-346FD05203FA}" type="pres">
      <dgm:prSet presAssocID="{A51F3FF1-E157-4856-A2FB-0AC79098C3E2}" presName="hierChild4" presStyleCnt="0"/>
      <dgm:spPr/>
    </dgm:pt>
    <dgm:pt modelId="{B836AA95-E984-4FC7-A72E-C40D46281CDA}" type="pres">
      <dgm:prSet presAssocID="{8B9D3DAF-1D7B-43A7-87BD-16D468E30F49}" presName="Name64" presStyleLbl="parChTrans1D4" presStyleIdx="4" presStyleCnt="5"/>
      <dgm:spPr/>
      <dgm:t>
        <a:bodyPr/>
        <a:lstStyle/>
        <a:p>
          <a:endParaRPr lang="en-US"/>
        </a:p>
      </dgm:t>
    </dgm:pt>
    <dgm:pt modelId="{FA34526E-6A24-47E1-9741-A84EE6D7C850}" type="pres">
      <dgm:prSet presAssocID="{D7A43D9F-D8CA-4106-BB06-20A8010E9710}" presName="hierRoot2" presStyleCnt="0">
        <dgm:presLayoutVars>
          <dgm:hierBranch val="init"/>
        </dgm:presLayoutVars>
      </dgm:prSet>
      <dgm:spPr/>
    </dgm:pt>
    <dgm:pt modelId="{EC347B5A-4D51-4066-8395-F89D18E6569C}" type="pres">
      <dgm:prSet presAssocID="{D7A43D9F-D8CA-4106-BB06-20A8010E9710}" presName="rootComposite" presStyleCnt="0"/>
      <dgm:spPr/>
    </dgm:pt>
    <dgm:pt modelId="{F125CE50-6C4C-416F-8E42-CB19F0BF1BF9}" type="pres">
      <dgm:prSet presAssocID="{D7A43D9F-D8CA-4106-BB06-20A8010E9710}" presName="rootText" presStyleLbl="node4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62E9CF8-2E9C-40BD-8C27-C81A5F29010F}" type="pres">
      <dgm:prSet presAssocID="{D7A43D9F-D8CA-4106-BB06-20A8010E9710}" presName="rootConnector" presStyleLbl="node4" presStyleIdx="4" presStyleCnt="5"/>
      <dgm:spPr/>
      <dgm:t>
        <a:bodyPr/>
        <a:lstStyle/>
        <a:p>
          <a:endParaRPr lang="en-US"/>
        </a:p>
      </dgm:t>
    </dgm:pt>
    <dgm:pt modelId="{F4915B73-9BA8-4662-B3E5-48CB5640799D}" type="pres">
      <dgm:prSet presAssocID="{D7A43D9F-D8CA-4106-BB06-20A8010E9710}" presName="hierChild4" presStyleCnt="0"/>
      <dgm:spPr/>
    </dgm:pt>
    <dgm:pt modelId="{6CB940CF-5445-4C92-A613-11904AA54AD2}" type="pres">
      <dgm:prSet presAssocID="{D7A43D9F-D8CA-4106-BB06-20A8010E9710}" presName="hierChild5" presStyleCnt="0"/>
      <dgm:spPr/>
    </dgm:pt>
    <dgm:pt modelId="{BA580B5E-DA0C-408E-9D90-9AE48D391CB0}" type="pres">
      <dgm:prSet presAssocID="{A51F3FF1-E157-4856-A2FB-0AC79098C3E2}" presName="hierChild5" presStyleCnt="0"/>
      <dgm:spPr/>
    </dgm:pt>
    <dgm:pt modelId="{50E198E0-5F8E-4E14-84DA-6DFC0E49E8F0}" type="pres">
      <dgm:prSet presAssocID="{77EEA676-EF5F-4384-8FC1-C7B29185F153}" presName="hierChild5" presStyleCnt="0"/>
      <dgm:spPr/>
    </dgm:pt>
    <dgm:pt modelId="{2C2FA5B4-4E29-4686-AED0-0D49D1EF7D75}" type="pres">
      <dgm:prSet presAssocID="{DAC9FCA4-3748-421A-ACA8-4CFE97326E92}" presName="hierChild3" presStyleCnt="0"/>
      <dgm:spPr/>
    </dgm:pt>
  </dgm:ptLst>
  <dgm:cxnLst>
    <dgm:cxn modelId="{E61B2745-08B7-435E-BD90-7CA0C34BB68D}" type="presOf" srcId="{67573776-9824-4D00-8B8E-E4BE1E75CDB6}" destId="{5E5994D1-6D99-4E34-BD03-901F667D11D7}" srcOrd="0" destOrd="0" presId="urn:microsoft.com/office/officeart/2009/3/layout/HorizontalOrganizationChart"/>
    <dgm:cxn modelId="{4FF66143-7761-4040-8043-C268CAE89073}" srcId="{74367E4F-1735-4D0E-A032-0FB4D9F322CC}" destId="{E7342FEE-5625-4D49-B534-60C486FAE275}" srcOrd="0" destOrd="0" parTransId="{6128F661-BDAA-4302-8058-485009068608}" sibTransId="{C85AC711-A5C8-4A19-9938-5BABDA0977B5}"/>
    <dgm:cxn modelId="{67C9F8EC-C297-4E37-BBE3-7B3285725394}" type="presOf" srcId="{8E2C52C8-F19D-4077-A8AF-5BD1889CEB21}" destId="{53D719EA-2DCC-4F0E-9DE0-1E4D900BB148}" srcOrd="0" destOrd="0" presId="urn:microsoft.com/office/officeart/2009/3/layout/HorizontalOrganizationChart"/>
    <dgm:cxn modelId="{6592A0DA-A148-4523-954D-7263EF2CD386}" type="presOf" srcId="{E69003D7-0E49-4C89-9067-9C395583330D}" destId="{38572A16-6AD5-4039-BB03-7E3EA8AA3BF5}" srcOrd="1" destOrd="0" presId="urn:microsoft.com/office/officeart/2009/3/layout/HorizontalOrganizationChart"/>
    <dgm:cxn modelId="{99F920DF-846B-4C39-BD24-BAF071E93FCA}" type="presOf" srcId="{C1DA3F2E-4133-42F3-A3A1-B3E797EF59D5}" destId="{4144B4CD-B37F-498A-89D7-FD620D97756B}" srcOrd="0" destOrd="0" presId="urn:microsoft.com/office/officeart/2009/3/layout/HorizontalOrganizationChart"/>
    <dgm:cxn modelId="{9ECF10A5-47F9-4437-BAB5-335DE91B4623}" srcId="{DAC9FCA4-3748-421A-ACA8-4CFE97326E92}" destId="{E69003D7-0E49-4C89-9067-9C395583330D}" srcOrd="3" destOrd="0" parTransId="{16EB804C-273C-4562-9F6B-15B6518BC3BC}" sibTransId="{02EA753A-00DF-474C-9457-997DE1FC4369}"/>
    <dgm:cxn modelId="{BD625F8B-3BD6-41B1-BC73-84E4EDC4DE18}" type="presOf" srcId="{D7A43D9F-D8CA-4106-BB06-20A8010E9710}" destId="{262E9CF8-2E9C-40BD-8C27-C81A5F29010F}" srcOrd="1" destOrd="0" presId="urn:microsoft.com/office/officeart/2009/3/layout/HorizontalOrganizationChart"/>
    <dgm:cxn modelId="{F624AEE3-391A-4FC3-9154-E238D1E545EE}" srcId="{DAC9FCA4-3748-421A-ACA8-4CFE97326E92}" destId="{F43EF84F-90FC-4AFF-A321-F15E17F366B6}" srcOrd="0" destOrd="0" parTransId="{67573776-9824-4D00-8B8E-E4BE1E75CDB6}" sibTransId="{A4295BFF-19D2-4834-A21B-18179D73900C}"/>
    <dgm:cxn modelId="{4A67EDAE-C7D1-47AE-8AA0-A393CD83E742}" srcId="{E69003D7-0E49-4C89-9067-9C395583330D}" destId="{DFA61891-A8D7-4A33-BF55-91EFD27C552F}" srcOrd="0" destOrd="0" parTransId="{FBA36130-B668-4396-824A-CC0ABA599641}" sibTransId="{53AFE4D5-1E67-4EA4-A802-7134BF615331}"/>
    <dgm:cxn modelId="{E892AE07-DA20-47CA-A9B6-5DF8F61081C4}" type="presOf" srcId="{16EB804C-273C-4562-9F6B-15B6518BC3BC}" destId="{9FC0DCBE-73F0-4BD4-B560-32D617AFBC8D}" srcOrd="0" destOrd="0" presId="urn:microsoft.com/office/officeart/2009/3/layout/HorizontalOrganizationChart"/>
    <dgm:cxn modelId="{3342D03E-4F62-40D6-B6A3-32D49F929302}" type="presOf" srcId="{DFA61891-A8D7-4A33-BF55-91EFD27C552F}" destId="{A3A9214C-E2FE-45D4-9614-2512F4478A50}" srcOrd="1" destOrd="0" presId="urn:microsoft.com/office/officeart/2009/3/layout/HorizontalOrganizationChart"/>
    <dgm:cxn modelId="{9C55BD46-F76E-4755-93B4-E07EEF5A7B00}" type="presOf" srcId="{0AA2592C-7F41-4E39-B3D7-83EF1616F217}" destId="{C1C3991B-B510-45F8-A40D-C7467D5EA652}" srcOrd="0" destOrd="0" presId="urn:microsoft.com/office/officeart/2009/3/layout/HorizontalOrganizationChart"/>
    <dgm:cxn modelId="{8538FCFB-8124-4C58-808E-72B81C3B30F7}" type="presOf" srcId="{1EEF2EAD-0AA4-4E5E-BDF1-DC830B45C98B}" destId="{F2E001E3-DA34-4C0B-8970-6A056F56C484}" srcOrd="1" destOrd="0" presId="urn:microsoft.com/office/officeart/2009/3/layout/HorizontalOrganizationChart"/>
    <dgm:cxn modelId="{613BD76D-8798-4AA8-A716-10F8EFBB6095}" srcId="{8E2C52C8-F19D-4077-A8AF-5BD1889CEB21}" destId="{F0E70924-F0D8-4BE6-A219-C4BF846704E2}" srcOrd="0" destOrd="0" parTransId="{6E5E1C87-C646-4FE3-81A1-D78E6EF2A472}" sibTransId="{E8259DEF-C50D-4ACA-A808-2C5DBC335E3E}"/>
    <dgm:cxn modelId="{4AF915C1-46E8-43BE-9109-365AD2DA3E3B}" type="presOf" srcId="{E7342FEE-5625-4D49-B534-60C486FAE275}" destId="{446708B2-0C20-40ED-8998-32BD0C2F1F21}" srcOrd="0" destOrd="0" presId="urn:microsoft.com/office/officeart/2009/3/layout/HorizontalOrganizationChart"/>
    <dgm:cxn modelId="{951C8B2D-86C0-4362-9514-881F9D2245F9}" srcId="{1EEF2EAD-0AA4-4E5E-BDF1-DC830B45C98B}" destId="{74367E4F-1735-4D0E-A032-0FB4D9F322CC}" srcOrd="0" destOrd="0" parTransId="{5C7EE4AD-F676-4C00-AA25-40521DFAD416}" sibTransId="{534EC5D4-0D83-4DA9-BBF6-BDEF884BF98D}"/>
    <dgm:cxn modelId="{8BCD491E-AA94-40AF-B0D7-953B1E7B5F26}" type="presOf" srcId="{FBA36130-B668-4396-824A-CC0ABA599641}" destId="{329C3C07-028F-491A-B3EF-8EEF366DAD5A}" srcOrd="0" destOrd="0" presId="urn:microsoft.com/office/officeart/2009/3/layout/HorizontalOrganizationChart"/>
    <dgm:cxn modelId="{655E7F03-3BD2-482F-A057-1D099D6F610E}" type="presOf" srcId="{F43EF84F-90FC-4AFF-A321-F15E17F366B6}" destId="{C76C3AFF-6D85-4083-BDEE-DB641C608D8C}" srcOrd="1" destOrd="0" presId="urn:microsoft.com/office/officeart/2009/3/layout/HorizontalOrganizationChart"/>
    <dgm:cxn modelId="{6FAE25FE-8AAD-44FB-8F1D-E5BE921156BB}" type="presOf" srcId="{5C7EE4AD-F676-4C00-AA25-40521DFAD416}" destId="{7CD86D0D-55F3-4CCF-8A1F-53A970AC7359}" srcOrd="0" destOrd="0" presId="urn:microsoft.com/office/officeart/2009/3/layout/HorizontalOrganizationChart"/>
    <dgm:cxn modelId="{0D8A7CE1-2998-4160-9775-35B2FAE83ED6}" type="presOf" srcId="{C1DA3F2E-4133-42F3-A3A1-B3E797EF59D5}" destId="{D45FDADD-46C9-4713-9107-482129D888C1}" srcOrd="1" destOrd="0" presId="urn:microsoft.com/office/officeart/2009/3/layout/HorizontalOrganizationChart"/>
    <dgm:cxn modelId="{BF85667A-BD6C-4677-BB2E-813D0384C116}" type="presOf" srcId="{7EDF29AE-4526-4783-B3A1-6842D14B12CF}" destId="{CC21DF4E-C811-4683-A291-9CDDB9C7202D}" srcOrd="0" destOrd="0" presId="urn:microsoft.com/office/officeart/2009/3/layout/HorizontalOrganizationChart"/>
    <dgm:cxn modelId="{B1A9A2DF-70A4-4128-B622-39BD368B2E6A}" type="presOf" srcId="{F43EF84F-90FC-4AFF-A321-F15E17F366B6}" destId="{60D273C9-7B55-4927-8D8B-260F5BE2A64D}" srcOrd="0" destOrd="0" presId="urn:microsoft.com/office/officeart/2009/3/layout/HorizontalOrganizationChart"/>
    <dgm:cxn modelId="{35DBA463-24C1-46BE-9494-953336C083D5}" type="presOf" srcId="{DAC9FCA4-3748-421A-ACA8-4CFE97326E92}" destId="{81D9D2EE-3937-40E2-BDC6-192864CFC560}" srcOrd="1" destOrd="0" presId="urn:microsoft.com/office/officeart/2009/3/layout/HorizontalOrganizationChart"/>
    <dgm:cxn modelId="{052F7C8D-8E8B-42DF-9286-6A79ED9BAF76}" type="presOf" srcId="{74367E4F-1735-4D0E-A032-0FB4D9F322CC}" destId="{1069B6D6-1DC3-448D-8A2A-F081BFC0A2E7}" srcOrd="0" destOrd="0" presId="urn:microsoft.com/office/officeart/2009/3/layout/HorizontalOrganizationChart"/>
    <dgm:cxn modelId="{60B9E7E4-7359-4860-B9D4-DFE8F8E535FD}" type="presOf" srcId="{7EDF29AE-4526-4783-B3A1-6842D14B12CF}" destId="{86FFBC4A-1CD8-4839-8F27-03560CDA575F}" srcOrd="1" destOrd="0" presId="urn:microsoft.com/office/officeart/2009/3/layout/HorizontalOrganizationChart"/>
    <dgm:cxn modelId="{E81F9C63-7B2A-4611-AD6A-D9378BE4C345}" srcId="{F43EF84F-90FC-4AFF-A321-F15E17F366B6}" destId="{8E2C52C8-F19D-4077-A8AF-5BD1889CEB21}" srcOrd="0" destOrd="0" parTransId="{4F1E428D-A2DD-403F-B973-82441B517A2D}" sibTransId="{4656092B-662C-43EB-BB0A-61ED69D9863A}"/>
    <dgm:cxn modelId="{DC0C7DA0-5714-491A-8C2F-B1E018A17C29}" type="presOf" srcId="{D6F1E0C6-F0EF-45BE-AC26-BB2C28F2EF34}" destId="{E796AFA8-2437-4066-A753-74606FA0A4F9}" srcOrd="0" destOrd="0" presId="urn:microsoft.com/office/officeart/2009/3/layout/HorizontalOrganizationChart"/>
    <dgm:cxn modelId="{F3AB3A95-D1C1-42D2-89A0-A0C30951485E}" type="presOf" srcId="{181EB39C-5E23-43FB-BEF5-83153588C313}" destId="{30ADE61D-FA5A-4259-8659-90D373499FA6}" srcOrd="1" destOrd="0" presId="urn:microsoft.com/office/officeart/2009/3/layout/HorizontalOrganizationChart"/>
    <dgm:cxn modelId="{27C5FCF8-80DC-4486-AC7F-4F98BCF3C73A}" type="presOf" srcId="{E69003D7-0E49-4C89-9067-9C395583330D}" destId="{AEB3BB59-B255-48E6-88C1-B2EBF51E7035}" srcOrd="0" destOrd="0" presId="urn:microsoft.com/office/officeart/2009/3/layout/HorizontalOrganizationChart"/>
    <dgm:cxn modelId="{5BB78A60-1D6F-4476-8FB6-4A3DD72B7F03}" srcId="{A51F3FF1-E157-4856-A2FB-0AC79098C3E2}" destId="{D7A43D9F-D8CA-4106-BB06-20A8010E9710}" srcOrd="0" destOrd="0" parTransId="{8B9D3DAF-1D7B-43A7-87BD-16D468E30F49}" sibTransId="{3B7DC4EC-168E-488E-8ED3-791F40F11F71}"/>
    <dgm:cxn modelId="{6A5C7216-3681-4E9B-8EF9-BCAC989BC037}" type="presOf" srcId="{1EEF2EAD-0AA4-4E5E-BDF1-DC830B45C98B}" destId="{6E0C26D2-AE43-4D68-99E6-240BA83B459F}" srcOrd="0" destOrd="0" presId="urn:microsoft.com/office/officeart/2009/3/layout/HorizontalOrganizationChart"/>
    <dgm:cxn modelId="{AEE9CA2C-BD58-4FD3-BA9B-1EF412CE4036}" type="presOf" srcId="{A51F3FF1-E157-4856-A2FB-0AC79098C3E2}" destId="{82E108E1-7076-4F6C-ABDB-51B56E1C1542}" srcOrd="0" destOrd="0" presId="urn:microsoft.com/office/officeart/2009/3/layout/HorizontalOrganizationChart"/>
    <dgm:cxn modelId="{2F965FA2-16A8-4B3D-8294-FCF03114E1F2}" srcId="{0AA2592C-7F41-4E39-B3D7-83EF1616F217}" destId="{DAC9FCA4-3748-421A-ACA8-4CFE97326E92}" srcOrd="0" destOrd="0" parTransId="{6787BF5E-6E02-4896-9191-8AFE5FBC739C}" sibTransId="{DCB85A78-AA7D-4E94-9A89-D3F425855457}"/>
    <dgm:cxn modelId="{8FDC5922-CA0D-4101-9019-B155DE080886}" type="presOf" srcId="{F0E70924-F0D8-4BE6-A219-C4BF846704E2}" destId="{7FCA5DDA-B093-453D-8848-18D69E604898}" srcOrd="0" destOrd="0" presId="urn:microsoft.com/office/officeart/2009/3/layout/HorizontalOrganizationChart"/>
    <dgm:cxn modelId="{88999B90-F91E-4A06-9A2F-837A0948F7B7}" type="presOf" srcId="{07F6D98C-658E-41E4-BAE6-B44DC7F6AF74}" destId="{BA911BBD-4628-4E28-9985-15105723F62E}" srcOrd="0" destOrd="0" presId="urn:microsoft.com/office/officeart/2009/3/layout/HorizontalOrganizationChart"/>
    <dgm:cxn modelId="{D068E511-6982-451E-8FFC-3710E92F40F5}" type="presOf" srcId="{DAC9FCA4-3748-421A-ACA8-4CFE97326E92}" destId="{9D1DB79A-F627-4704-BC94-FFAA86E428EC}" srcOrd="0" destOrd="0" presId="urn:microsoft.com/office/officeart/2009/3/layout/HorizontalOrganizationChart"/>
    <dgm:cxn modelId="{5382B0E3-0AE5-4146-8CF9-3DA3D1FE1762}" type="presOf" srcId="{2BBE0ECB-FDED-4569-85D3-B493C34E996B}" destId="{138355CA-1898-4B58-B920-ED6AC1FA20B1}" srcOrd="0" destOrd="0" presId="urn:microsoft.com/office/officeart/2009/3/layout/HorizontalOrganizationChart"/>
    <dgm:cxn modelId="{B07CD673-5A90-4ED3-AAF9-986E9B6AC5F4}" srcId="{DAC9FCA4-3748-421A-ACA8-4CFE97326E92}" destId="{77EEA676-EF5F-4384-8FC1-C7B29185F153}" srcOrd="4" destOrd="0" parTransId="{D08856AD-B2C8-42CE-932A-CCA59A98E523}" sibTransId="{D6896D71-DB37-4625-A322-227E3920A40E}"/>
    <dgm:cxn modelId="{834F5C2A-A16A-4C2D-A8B1-C4C436670F9E}" type="presOf" srcId="{07F6D98C-658E-41E4-BAE6-B44DC7F6AF74}" destId="{1932AEA2-9C6D-4FA0-937A-0EB4EEFE6522}" srcOrd="1" destOrd="0" presId="urn:microsoft.com/office/officeart/2009/3/layout/HorizontalOrganizationChart"/>
    <dgm:cxn modelId="{30147B57-0CF1-4049-9EDD-028D46606B1A}" type="presOf" srcId="{8E2C52C8-F19D-4077-A8AF-5BD1889CEB21}" destId="{ED078333-8422-4017-8CF9-72E92C093BA5}" srcOrd="1" destOrd="0" presId="urn:microsoft.com/office/officeart/2009/3/layout/HorizontalOrganizationChart"/>
    <dgm:cxn modelId="{649759AC-AA5C-435A-837A-1C4FE5FF27DB}" type="presOf" srcId="{181EB39C-5E23-43FB-BEF5-83153588C313}" destId="{D4629F74-36E3-4784-BE70-3EF6F4A9A683}" srcOrd="0" destOrd="0" presId="urn:microsoft.com/office/officeart/2009/3/layout/HorizontalOrganizationChart"/>
    <dgm:cxn modelId="{600503F2-60C5-4E19-8E97-B95D4A045818}" type="presOf" srcId="{77EEA676-EF5F-4384-8FC1-C7B29185F153}" destId="{81118207-67DC-4056-BB18-CCD3EE8507ED}" srcOrd="0" destOrd="0" presId="urn:microsoft.com/office/officeart/2009/3/layout/HorizontalOrganizationChart"/>
    <dgm:cxn modelId="{ED5496EE-709F-4D02-8411-A5F4CD10EAE5}" type="presOf" srcId="{77EEA676-EF5F-4384-8FC1-C7B29185F153}" destId="{89BE5FDC-EF88-4A34-993E-FF624A332BC3}" srcOrd="1" destOrd="0" presId="urn:microsoft.com/office/officeart/2009/3/layout/HorizontalOrganizationChart"/>
    <dgm:cxn modelId="{8C1AD929-627D-49FE-9654-4AB3833AB660}" type="presOf" srcId="{DFA61891-A8D7-4A33-BF55-91EFD27C552F}" destId="{64B4862E-F5AB-4E15-BFA3-28FA03F82B09}" srcOrd="0" destOrd="0" presId="urn:microsoft.com/office/officeart/2009/3/layout/HorizontalOrganizationChart"/>
    <dgm:cxn modelId="{512951EC-812C-4567-9D66-90A5C724A8A9}" type="presOf" srcId="{AB47DC3E-0BF2-4F96-9195-9849E6E154EF}" destId="{6DAB9647-8AC4-4D7B-BB0B-CCA35E22C1A3}" srcOrd="0" destOrd="0" presId="urn:microsoft.com/office/officeart/2009/3/layout/HorizontalOrganizationChart"/>
    <dgm:cxn modelId="{E2AC75CA-317F-4ED0-B93E-98B298BED3E6}" type="presOf" srcId="{E7342FEE-5625-4D49-B534-60C486FAE275}" destId="{39D6A9BD-46D0-430E-92C9-E46529E922B9}" srcOrd="1" destOrd="0" presId="urn:microsoft.com/office/officeart/2009/3/layout/HorizontalOrganizationChart"/>
    <dgm:cxn modelId="{DFEA30B4-9414-4DA6-8CCF-2E6102E4D732}" type="presOf" srcId="{6E5E1C87-C646-4FE3-81A1-D78E6EF2A472}" destId="{5A5F3317-282D-4E47-9979-37C285155C47}" srcOrd="0" destOrd="0" presId="urn:microsoft.com/office/officeart/2009/3/layout/HorizontalOrganizationChart"/>
    <dgm:cxn modelId="{D9296D2D-C1F5-47EC-B049-99E74B60708C}" srcId="{DFA61891-A8D7-4A33-BF55-91EFD27C552F}" destId="{C1DA3F2E-4133-42F3-A3A1-B3E797EF59D5}" srcOrd="0" destOrd="0" parTransId="{2BBE0ECB-FDED-4569-85D3-B493C34E996B}" sibTransId="{44D53D24-7FF9-4768-A6CD-9CA8CFC203AB}"/>
    <dgm:cxn modelId="{E211F092-CD47-4280-9BFB-3C53515CDB0C}" srcId="{77EEA676-EF5F-4384-8FC1-C7B29185F153}" destId="{A51F3FF1-E157-4856-A2FB-0AC79098C3E2}" srcOrd="0" destOrd="0" parTransId="{80580736-F62B-4EF1-97F1-1240D5E42DA5}" sibTransId="{976E7559-41BD-44D2-8735-64F6A0D39F23}"/>
    <dgm:cxn modelId="{C7E8D866-4AA5-42B6-804B-244531B8D7ED}" type="presOf" srcId="{6128F661-BDAA-4302-8058-485009068608}" destId="{9353DC8A-B6B8-4422-BFB5-7DA82B67041F}" srcOrd="0" destOrd="0" presId="urn:microsoft.com/office/officeart/2009/3/layout/HorizontalOrganizationChart"/>
    <dgm:cxn modelId="{AAD0EC22-21EB-423A-B1E9-0B8EEC2D48D0}" srcId="{7EDF29AE-4526-4783-B3A1-6842D14B12CF}" destId="{181EB39C-5E23-43FB-BEF5-83153588C313}" srcOrd="0" destOrd="0" parTransId="{AE03F2E1-447B-40D9-A120-392AC11E4C20}" sibTransId="{96C87447-3F1B-4909-92B2-85FDD04FAE6A}"/>
    <dgm:cxn modelId="{B30AB164-29A9-4977-BFC1-93127ED2D9C5}" type="presOf" srcId="{4F1E428D-A2DD-403F-B973-82441B517A2D}" destId="{D2D1BF92-DCFB-49C9-AACF-9C755BD861CE}" srcOrd="0" destOrd="0" presId="urn:microsoft.com/office/officeart/2009/3/layout/HorizontalOrganizationChart"/>
    <dgm:cxn modelId="{54167A6C-19E2-464D-9260-2F725AC328B3}" type="presOf" srcId="{F0E70924-F0D8-4BE6-A219-C4BF846704E2}" destId="{61D32CAE-A533-447D-B4FB-E88AB717A126}" srcOrd="1" destOrd="0" presId="urn:microsoft.com/office/officeart/2009/3/layout/HorizontalOrganizationChart"/>
    <dgm:cxn modelId="{02FD6CE6-18FB-4327-84C7-54E92924594E}" srcId="{DAC9FCA4-3748-421A-ACA8-4CFE97326E92}" destId="{1EEF2EAD-0AA4-4E5E-BDF1-DC830B45C98B}" srcOrd="1" destOrd="0" parTransId="{D6F1E0C6-F0EF-45BE-AC26-BB2C28F2EF34}" sibTransId="{75B2942E-9BD4-48E8-B781-678DA7F32B6D}"/>
    <dgm:cxn modelId="{8EF61E5F-972E-420C-888D-4A9F9E523C67}" srcId="{181EB39C-5E23-43FB-BEF5-83153588C313}" destId="{07F6D98C-658E-41E4-BAE6-B44DC7F6AF74}" srcOrd="0" destOrd="0" parTransId="{90720226-771E-49CA-B66C-A62BC91B691F}" sibTransId="{B04EF2C5-BA09-4DEC-9BC7-48E545CD53EF}"/>
    <dgm:cxn modelId="{D5CB6360-4372-4EF6-B188-0D1D76228993}" type="presOf" srcId="{80580736-F62B-4EF1-97F1-1240D5E42DA5}" destId="{FBC792EF-7A57-4B4E-ACBF-65D5E0D9BDB8}" srcOrd="0" destOrd="0" presId="urn:microsoft.com/office/officeart/2009/3/layout/HorizontalOrganizationChart"/>
    <dgm:cxn modelId="{44C80893-34AF-43EF-8A7B-98A70121CA37}" type="presOf" srcId="{D08856AD-B2C8-42CE-932A-CCA59A98E523}" destId="{C19DCC29-C237-4297-B6F2-53492D905626}" srcOrd="0" destOrd="0" presId="urn:microsoft.com/office/officeart/2009/3/layout/HorizontalOrganizationChart"/>
    <dgm:cxn modelId="{5C1CC33E-0CBA-4EB7-B66B-5D83573E8697}" type="presOf" srcId="{D7A43D9F-D8CA-4106-BB06-20A8010E9710}" destId="{F125CE50-6C4C-416F-8E42-CB19F0BF1BF9}" srcOrd="0" destOrd="0" presId="urn:microsoft.com/office/officeart/2009/3/layout/HorizontalOrganizationChart"/>
    <dgm:cxn modelId="{3D0B1F47-F36B-4B92-BCB0-75A038DB5A52}" type="presOf" srcId="{90720226-771E-49CA-B66C-A62BC91B691F}" destId="{493E2072-2D24-45C7-B748-F3CE30EB6707}" srcOrd="0" destOrd="0" presId="urn:microsoft.com/office/officeart/2009/3/layout/HorizontalOrganizationChart"/>
    <dgm:cxn modelId="{9F156B42-F6CF-4D5B-8DE5-EA59FCA7F8CD}" type="presOf" srcId="{AE03F2E1-447B-40D9-A120-392AC11E4C20}" destId="{B06B60CA-F293-4F43-83B9-703385E38226}" srcOrd="0" destOrd="0" presId="urn:microsoft.com/office/officeart/2009/3/layout/HorizontalOrganizationChart"/>
    <dgm:cxn modelId="{52F51BE3-4DD1-4634-ABD6-E288ED340BEB}" type="presOf" srcId="{74367E4F-1735-4D0E-A032-0FB4D9F322CC}" destId="{9BA9EDA5-2D64-41C1-8ABA-594AADF65C97}" srcOrd="1" destOrd="0" presId="urn:microsoft.com/office/officeart/2009/3/layout/HorizontalOrganizationChart"/>
    <dgm:cxn modelId="{A778F454-5984-4A6A-B476-87C5CACDB048}" type="presOf" srcId="{A51F3FF1-E157-4856-A2FB-0AC79098C3E2}" destId="{2447BF7E-F263-40AD-85FD-AC2BE04E0F11}" srcOrd="1" destOrd="0" presId="urn:microsoft.com/office/officeart/2009/3/layout/HorizontalOrganizationChart"/>
    <dgm:cxn modelId="{D872FA4A-49CE-4DD8-B78F-5547F7F09B08}" type="presOf" srcId="{8B9D3DAF-1D7B-43A7-87BD-16D468E30F49}" destId="{B836AA95-E984-4FC7-A72E-C40D46281CDA}" srcOrd="0" destOrd="0" presId="urn:microsoft.com/office/officeart/2009/3/layout/HorizontalOrganizationChart"/>
    <dgm:cxn modelId="{9093EA78-FFA6-45EE-B376-5CAF38A7ED58}" srcId="{DAC9FCA4-3748-421A-ACA8-4CFE97326E92}" destId="{7EDF29AE-4526-4783-B3A1-6842D14B12CF}" srcOrd="2" destOrd="0" parTransId="{AB47DC3E-0BF2-4F96-9195-9849E6E154EF}" sibTransId="{7B3EA55F-91DD-48D1-BFC6-C8CD4CB7B2A5}"/>
    <dgm:cxn modelId="{7A8B9973-5F45-4269-9505-3A99E4490856}" type="presParOf" srcId="{C1C3991B-B510-45F8-A40D-C7467D5EA652}" destId="{7712383D-F838-4450-9486-38D288C10FD1}" srcOrd="0" destOrd="0" presId="urn:microsoft.com/office/officeart/2009/3/layout/HorizontalOrganizationChart"/>
    <dgm:cxn modelId="{48296EB4-8A77-49BF-A620-4488B5FF56A8}" type="presParOf" srcId="{7712383D-F838-4450-9486-38D288C10FD1}" destId="{CCB3F0BE-EEBC-40A4-BABD-E49AD7B83296}" srcOrd="0" destOrd="0" presId="urn:microsoft.com/office/officeart/2009/3/layout/HorizontalOrganizationChart"/>
    <dgm:cxn modelId="{B453DA22-F125-4152-94E3-6F5B3B8B15E4}" type="presParOf" srcId="{CCB3F0BE-EEBC-40A4-BABD-E49AD7B83296}" destId="{9D1DB79A-F627-4704-BC94-FFAA86E428EC}" srcOrd="0" destOrd="0" presId="urn:microsoft.com/office/officeart/2009/3/layout/HorizontalOrganizationChart"/>
    <dgm:cxn modelId="{3C59F244-E73F-4E76-97D8-156211885AFA}" type="presParOf" srcId="{CCB3F0BE-EEBC-40A4-BABD-E49AD7B83296}" destId="{81D9D2EE-3937-40E2-BDC6-192864CFC560}" srcOrd="1" destOrd="0" presId="urn:microsoft.com/office/officeart/2009/3/layout/HorizontalOrganizationChart"/>
    <dgm:cxn modelId="{555A9F89-64C2-4BF7-9F6E-4E29EB433657}" type="presParOf" srcId="{7712383D-F838-4450-9486-38D288C10FD1}" destId="{15D3DD18-A074-4142-879D-C7F35BAC7162}" srcOrd="1" destOrd="0" presId="urn:microsoft.com/office/officeart/2009/3/layout/HorizontalOrganizationChart"/>
    <dgm:cxn modelId="{C4D5D69C-AD70-4BC8-91D8-07B829531743}" type="presParOf" srcId="{15D3DD18-A074-4142-879D-C7F35BAC7162}" destId="{5E5994D1-6D99-4E34-BD03-901F667D11D7}" srcOrd="0" destOrd="0" presId="urn:microsoft.com/office/officeart/2009/3/layout/HorizontalOrganizationChart"/>
    <dgm:cxn modelId="{F3AD94CA-AEE6-474F-B2F4-96F194C03D65}" type="presParOf" srcId="{15D3DD18-A074-4142-879D-C7F35BAC7162}" destId="{6D26EC8A-AAAB-4F82-9ABC-BD70E014AAB6}" srcOrd="1" destOrd="0" presId="urn:microsoft.com/office/officeart/2009/3/layout/HorizontalOrganizationChart"/>
    <dgm:cxn modelId="{2844741A-925D-4696-92CF-075D11346156}" type="presParOf" srcId="{6D26EC8A-AAAB-4F82-9ABC-BD70E014AAB6}" destId="{B27690F9-4C77-4A1B-8A8C-441E77ED63CA}" srcOrd="0" destOrd="0" presId="urn:microsoft.com/office/officeart/2009/3/layout/HorizontalOrganizationChart"/>
    <dgm:cxn modelId="{51301BE3-23F7-4ABB-9F23-1CE43B63A6CB}" type="presParOf" srcId="{B27690F9-4C77-4A1B-8A8C-441E77ED63CA}" destId="{60D273C9-7B55-4927-8D8B-260F5BE2A64D}" srcOrd="0" destOrd="0" presId="urn:microsoft.com/office/officeart/2009/3/layout/HorizontalOrganizationChart"/>
    <dgm:cxn modelId="{450950A5-1AFF-4E5A-8F8A-218D441321ED}" type="presParOf" srcId="{B27690F9-4C77-4A1B-8A8C-441E77ED63CA}" destId="{C76C3AFF-6D85-4083-BDEE-DB641C608D8C}" srcOrd="1" destOrd="0" presId="urn:microsoft.com/office/officeart/2009/3/layout/HorizontalOrganizationChart"/>
    <dgm:cxn modelId="{76C8FCCA-8F9E-4BE1-85FC-D95852E9B81E}" type="presParOf" srcId="{6D26EC8A-AAAB-4F82-9ABC-BD70E014AAB6}" destId="{A5797F33-1CB8-4429-B506-C18369B7AB74}" srcOrd="1" destOrd="0" presId="urn:microsoft.com/office/officeart/2009/3/layout/HorizontalOrganizationChart"/>
    <dgm:cxn modelId="{68166117-94BE-467F-8C28-5CEAB5D07E3F}" type="presParOf" srcId="{A5797F33-1CB8-4429-B506-C18369B7AB74}" destId="{D2D1BF92-DCFB-49C9-AACF-9C755BD861CE}" srcOrd="0" destOrd="0" presId="urn:microsoft.com/office/officeart/2009/3/layout/HorizontalOrganizationChart"/>
    <dgm:cxn modelId="{C85EBB08-EDB3-41AB-82AD-C81A07CAF151}" type="presParOf" srcId="{A5797F33-1CB8-4429-B506-C18369B7AB74}" destId="{BFDB234B-2912-4E17-9E4C-F3060DC2BF00}" srcOrd="1" destOrd="0" presId="urn:microsoft.com/office/officeart/2009/3/layout/HorizontalOrganizationChart"/>
    <dgm:cxn modelId="{3C694085-ECBF-462C-ACD3-754C2B51F9C9}" type="presParOf" srcId="{BFDB234B-2912-4E17-9E4C-F3060DC2BF00}" destId="{61177965-4ED2-40C4-9AE1-29B2B9002899}" srcOrd="0" destOrd="0" presId="urn:microsoft.com/office/officeart/2009/3/layout/HorizontalOrganizationChart"/>
    <dgm:cxn modelId="{137581B0-4BFB-43C3-9349-B57422FA135C}" type="presParOf" srcId="{61177965-4ED2-40C4-9AE1-29B2B9002899}" destId="{53D719EA-2DCC-4F0E-9DE0-1E4D900BB148}" srcOrd="0" destOrd="0" presId="urn:microsoft.com/office/officeart/2009/3/layout/HorizontalOrganizationChart"/>
    <dgm:cxn modelId="{1EA7484A-427B-48F3-B3AD-7C0B38CBDE4D}" type="presParOf" srcId="{61177965-4ED2-40C4-9AE1-29B2B9002899}" destId="{ED078333-8422-4017-8CF9-72E92C093BA5}" srcOrd="1" destOrd="0" presId="urn:microsoft.com/office/officeart/2009/3/layout/HorizontalOrganizationChart"/>
    <dgm:cxn modelId="{98BE5958-2873-4B79-8C1E-E1DA922CB9E4}" type="presParOf" srcId="{BFDB234B-2912-4E17-9E4C-F3060DC2BF00}" destId="{1BF8CA02-8B5B-438F-A8FC-64162946E1CF}" srcOrd="1" destOrd="0" presId="urn:microsoft.com/office/officeart/2009/3/layout/HorizontalOrganizationChart"/>
    <dgm:cxn modelId="{3BD6C6E5-6C55-436B-8423-4677F0392FB5}" type="presParOf" srcId="{1BF8CA02-8B5B-438F-A8FC-64162946E1CF}" destId="{5A5F3317-282D-4E47-9979-37C285155C47}" srcOrd="0" destOrd="0" presId="urn:microsoft.com/office/officeart/2009/3/layout/HorizontalOrganizationChart"/>
    <dgm:cxn modelId="{D9B93287-D993-4050-8034-FCA85CCD6182}" type="presParOf" srcId="{1BF8CA02-8B5B-438F-A8FC-64162946E1CF}" destId="{7E21C6E4-8F14-4FBA-BCFD-A487C39F221C}" srcOrd="1" destOrd="0" presId="urn:microsoft.com/office/officeart/2009/3/layout/HorizontalOrganizationChart"/>
    <dgm:cxn modelId="{F58B04A1-2C19-49B8-93CB-F86A984A9010}" type="presParOf" srcId="{7E21C6E4-8F14-4FBA-BCFD-A487C39F221C}" destId="{F32C15C3-7C9B-4746-A06A-152D1EFCEE22}" srcOrd="0" destOrd="0" presId="urn:microsoft.com/office/officeart/2009/3/layout/HorizontalOrganizationChart"/>
    <dgm:cxn modelId="{0A722120-9404-4516-9B1E-3628F2AFE0D7}" type="presParOf" srcId="{F32C15C3-7C9B-4746-A06A-152D1EFCEE22}" destId="{7FCA5DDA-B093-453D-8848-18D69E604898}" srcOrd="0" destOrd="0" presId="urn:microsoft.com/office/officeart/2009/3/layout/HorizontalOrganizationChart"/>
    <dgm:cxn modelId="{38F72468-8ACA-4021-B500-3C767A22E465}" type="presParOf" srcId="{F32C15C3-7C9B-4746-A06A-152D1EFCEE22}" destId="{61D32CAE-A533-447D-B4FB-E88AB717A126}" srcOrd="1" destOrd="0" presId="urn:microsoft.com/office/officeart/2009/3/layout/HorizontalOrganizationChart"/>
    <dgm:cxn modelId="{877CE623-51D6-48D6-8BBD-663E410CC12A}" type="presParOf" srcId="{7E21C6E4-8F14-4FBA-BCFD-A487C39F221C}" destId="{2FBBC870-AE46-4378-A1EF-87CCE2BC9797}" srcOrd="1" destOrd="0" presId="urn:microsoft.com/office/officeart/2009/3/layout/HorizontalOrganizationChart"/>
    <dgm:cxn modelId="{D427A083-E98C-44C6-9FCB-C8C9E765A1C3}" type="presParOf" srcId="{7E21C6E4-8F14-4FBA-BCFD-A487C39F221C}" destId="{C6475DAD-5769-46EF-89D6-3A78E3DC9E11}" srcOrd="2" destOrd="0" presId="urn:microsoft.com/office/officeart/2009/3/layout/HorizontalOrganizationChart"/>
    <dgm:cxn modelId="{BAF55CB7-D5C8-4E37-BB34-0352E94795E0}" type="presParOf" srcId="{BFDB234B-2912-4E17-9E4C-F3060DC2BF00}" destId="{109E2D30-248E-4E8A-95A6-3924981D7535}" srcOrd="2" destOrd="0" presId="urn:microsoft.com/office/officeart/2009/3/layout/HorizontalOrganizationChart"/>
    <dgm:cxn modelId="{FDD6EAE0-831B-4842-BB10-124ECD329F74}" type="presParOf" srcId="{6D26EC8A-AAAB-4F82-9ABC-BD70E014AAB6}" destId="{2075D02B-B400-43FB-BAD1-86047B3B6034}" srcOrd="2" destOrd="0" presId="urn:microsoft.com/office/officeart/2009/3/layout/HorizontalOrganizationChart"/>
    <dgm:cxn modelId="{C19D810E-35C6-429E-B2BA-96DC481BB31B}" type="presParOf" srcId="{15D3DD18-A074-4142-879D-C7F35BAC7162}" destId="{E796AFA8-2437-4066-A753-74606FA0A4F9}" srcOrd="2" destOrd="0" presId="urn:microsoft.com/office/officeart/2009/3/layout/HorizontalOrganizationChart"/>
    <dgm:cxn modelId="{D785A53C-E292-4984-AF13-6C928B053CFD}" type="presParOf" srcId="{15D3DD18-A074-4142-879D-C7F35BAC7162}" destId="{3C523C80-005E-4653-AF2B-10ABE08890BF}" srcOrd="3" destOrd="0" presId="urn:microsoft.com/office/officeart/2009/3/layout/HorizontalOrganizationChart"/>
    <dgm:cxn modelId="{89ECB3C0-D57A-4FB2-8F7D-A7EDB69B47C9}" type="presParOf" srcId="{3C523C80-005E-4653-AF2B-10ABE08890BF}" destId="{0137C5F0-36FA-47C8-873A-68A9D00C7F7E}" srcOrd="0" destOrd="0" presId="urn:microsoft.com/office/officeart/2009/3/layout/HorizontalOrganizationChart"/>
    <dgm:cxn modelId="{B02DF6FB-0E7E-4019-858C-0342064DF6D8}" type="presParOf" srcId="{0137C5F0-36FA-47C8-873A-68A9D00C7F7E}" destId="{6E0C26D2-AE43-4D68-99E6-240BA83B459F}" srcOrd="0" destOrd="0" presId="urn:microsoft.com/office/officeart/2009/3/layout/HorizontalOrganizationChart"/>
    <dgm:cxn modelId="{C08A6AB3-1B03-4A30-A3A7-E86E1CF99127}" type="presParOf" srcId="{0137C5F0-36FA-47C8-873A-68A9D00C7F7E}" destId="{F2E001E3-DA34-4C0B-8970-6A056F56C484}" srcOrd="1" destOrd="0" presId="urn:microsoft.com/office/officeart/2009/3/layout/HorizontalOrganizationChart"/>
    <dgm:cxn modelId="{6D8EAF34-F57A-409A-998D-421C6926623D}" type="presParOf" srcId="{3C523C80-005E-4653-AF2B-10ABE08890BF}" destId="{BD210285-AADD-4BE5-BA58-BD7E6AD44C6C}" srcOrd="1" destOrd="0" presId="urn:microsoft.com/office/officeart/2009/3/layout/HorizontalOrganizationChart"/>
    <dgm:cxn modelId="{88D178E8-EBAD-4E20-9716-E85426D38292}" type="presParOf" srcId="{BD210285-AADD-4BE5-BA58-BD7E6AD44C6C}" destId="{7CD86D0D-55F3-4CCF-8A1F-53A970AC7359}" srcOrd="0" destOrd="0" presId="urn:microsoft.com/office/officeart/2009/3/layout/HorizontalOrganizationChart"/>
    <dgm:cxn modelId="{858DC6FF-0649-474C-8976-AC365E0ECC80}" type="presParOf" srcId="{BD210285-AADD-4BE5-BA58-BD7E6AD44C6C}" destId="{81D0495F-763B-4558-B1A7-9A81217E22EB}" srcOrd="1" destOrd="0" presId="urn:microsoft.com/office/officeart/2009/3/layout/HorizontalOrganizationChart"/>
    <dgm:cxn modelId="{1B5C8742-1AD3-4843-8001-AC9049DC5276}" type="presParOf" srcId="{81D0495F-763B-4558-B1A7-9A81217E22EB}" destId="{18B3211A-D351-4C8E-945D-38CEA9071218}" srcOrd="0" destOrd="0" presId="urn:microsoft.com/office/officeart/2009/3/layout/HorizontalOrganizationChart"/>
    <dgm:cxn modelId="{F98D2A2B-6261-47E3-80DB-6BF6F191E359}" type="presParOf" srcId="{18B3211A-D351-4C8E-945D-38CEA9071218}" destId="{1069B6D6-1DC3-448D-8A2A-F081BFC0A2E7}" srcOrd="0" destOrd="0" presId="urn:microsoft.com/office/officeart/2009/3/layout/HorizontalOrganizationChart"/>
    <dgm:cxn modelId="{04BFCE3D-3FCA-4345-AAC3-ED9CA14D06F4}" type="presParOf" srcId="{18B3211A-D351-4C8E-945D-38CEA9071218}" destId="{9BA9EDA5-2D64-41C1-8ABA-594AADF65C97}" srcOrd="1" destOrd="0" presId="urn:microsoft.com/office/officeart/2009/3/layout/HorizontalOrganizationChart"/>
    <dgm:cxn modelId="{78F8B6E0-4588-4C80-B522-6597778C227C}" type="presParOf" srcId="{81D0495F-763B-4558-B1A7-9A81217E22EB}" destId="{5D05B8AB-56D4-458B-83F3-AEBB6C736AF4}" srcOrd="1" destOrd="0" presId="urn:microsoft.com/office/officeart/2009/3/layout/HorizontalOrganizationChart"/>
    <dgm:cxn modelId="{C195FE9F-FD16-41F1-8D02-4A9D9FE313C3}" type="presParOf" srcId="{5D05B8AB-56D4-458B-83F3-AEBB6C736AF4}" destId="{9353DC8A-B6B8-4422-BFB5-7DA82B67041F}" srcOrd="0" destOrd="0" presId="urn:microsoft.com/office/officeart/2009/3/layout/HorizontalOrganizationChart"/>
    <dgm:cxn modelId="{748B5EF0-F7B0-47DE-960C-DCAC9A1E32C4}" type="presParOf" srcId="{5D05B8AB-56D4-458B-83F3-AEBB6C736AF4}" destId="{C332157C-C3B3-417D-924A-50DB866A7909}" srcOrd="1" destOrd="0" presId="urn:microsoft.com/office/officeart/2009/3/layout/HorizontalOrganizationChart"/>
    <dgm:cxn modelId="{B187ED06-3D79-42A1-907B-EBCA56F955A7}" type="presParOf" srcId="{C332157C-C3B3-417D-924A-50DB866A7909}" destId="{521DED3B-B48D-4889-A012-D98A2A4AC3A5}" srcOrd="0" destOrd="0" presId="urn:microsoft.com/office/officeart/2009/3/layout/HorizontalOrganizationChart"/>
    <dgm:cxn modelId="{1F5AF8C8-C507-42B6-ADAD-5F939889DF28}" type="presParOf" srcId="{521DED3B-B48D-4889-A012-D98A2A4AC3A5}" destId="{446708B2-0C20-40ED-8998-32BD0C2F1F21}" srcOrd="0" destOrd="0" presId="urn:microsoft.com/office/officeart/2009/3/layout/HorizontalOrganizationChart"/>
    <dgm:cxn modelId="{B230D4D5-3E72-419A-B784-5C24E85769BD}" type="presParOf" srcId="{521DED3B-B48D-4889-A012-D98A2A4AC3A5}" destId="{39D6A9BD-46D0-430E-92C9-E46529E922B9}" srcOrd="1" destOrd="0" presId="urn:microsoft.com/office/officeart/2009/3/layout/HorizontalOrganizationChart"/>
    <dgm:cxn modelId="{C526E97F-1AC2-42BF-A7F1-3183E741F8D2}" type="presParOf" srcId="{C332157C-C3B3-417D-924A-50DB866A7909}" destId="{530E6FCA-AE28-4E73-8031-FF56FEEAF76C}" srcOrd="1" destOrd="0" presId="urn:microsoft.com/office/officeart/2009/3/layout/HorizontalOrganizationChart"/>
    <dgm:cxn modelId="{773FE1ED-A3A9-4B8D-B486-A0A0671EA9DB}" type="presParOf" srcId="{C332157C-C3B3-417D-924A-50DB866A7909}" destId="{2BE2D6CD-4FC6-41CD-A504-1A531D32E573}" srcOrd="2" destOrd="0" presId="urn:microsoft.com/office/officeart/2009/3/layout/HorizontalOrganizationChart"/>
    <dgm:cxn modelId="{F74C7223-06B2-4AA8-B548-AF3C4347958D}" type="presParOf" srcId="{81D0495F-763B-4558-B1A7-9A81217E22EB}" destId="{9C18FA24-6DB9-4087-8532-D95B32349BC2}" srcOrd="2" destOrd="0" presId="urn:microsoft.com/office/officeart/2009/3/layout/HorizontalOrganizationChart"/>
    <dgm:cxn modelId="{4EB2F425-EAE4-4072-9DEA-23DDCAFBE0BD}" type="presParOf" srcId="{3C523C80-005E-4653-AF2B-10ABE08890BF}" destId="{F68F99A5-5B8B-48EA-A28A-B9522340016E}" srcOrd="2" destOrd="0" presId="urn:microsoft.com/office/officeart/2009/3/layout/HorizontalOrganizationChart"/>
    <dgm:cxn modelId="{B8AB97B4-8648-4B4A-A930-E553DC7E2280}" type="presParOf" srcId="{15D3DD18-A074-4142-879D-C7F35BAC7162}" destId="{6DAB9647-8AC4-4D7B-BB0B-CCA35E22C1A3}" srcOrd="4" destOrd="0" presId="urn:microsoft.com/office/officeart/2009/3/layout/HorizontalOrganizationChart"/>
    <dgm:cxn modelId="{5D3D6410-410A-48D9-90FA-65C306EBF6BC}" type="presParOf" srcId="{15D3DD18-A074-4142-879D-C7F35BAC7162}" destId="{BFB6D9AC-7FFA-44CF-983A-144BA9722655}" srcOrd="5" destOrd="0" presId="urn:microsoft.com/office/officeart/2009/3/layout/HorizontalOrganizationChart"/>
    <dgm:cxn modelId="{A412F21F-D117-46A7-8A5F-06EA2F317541}" type="presParOf" srcId="{BFB6D9AC-7FFA-44CF-983A-144BA9722655}" destId="{F4E9C77B-25E2-4A55-8CD3-7017F59D8BE9}" srcOrd="0" destOrd="0" presId="urn:microsoft.com/office/officeart/2009/3/layout/HorizontalOrganizationChart"/>
    <dgm:cxn modelId="{C6F24165-3389-4701-8C2E-62E58CB9A133}" type="presParOf" srcId="{F4E9C77B-25E2-4A55-8CD3-7017F59D8BE9}" destId="{CC21DF4E-C811-4683-A291-9CDDB9C7202D}" srcOrd="0" destOrd="0" presId="urn:microsoft.com/office/officeart/2009/3/layout/HorizontalOrganizationChart"/>
    <dgm:cxn modelId="{82CA8039-5580-4F39-B8C3-DAF2E0EBE012}" type="presParOf" srcId="{F4E9C77B-25E2-4A55-8CD3-7017F59D8BE9}" destId="{86FFBC4A-1CD8-4839-8F27-03560CDA575F}" srcOrd="1" destOrd="0" presId="urn:microsoft.com/office/officeart/2009/3/layout/HorizontalOrganizationChart"/>
    <dgm:cxn modelId="{A1F07A63-6959-4B7D-AFF6-D555C90A0F21}" type="presParOf" srcId="{BFB6D9AC-7FFA-44CF-983A-144BA9722655}" destId="{9AA92B2B-62C4-4C29-83DD-79B91A61B79F}" srcOrd="1" destOrd="0" presId="urn:microsoft.com/office/officeart/2009/3/layout/HorizontalOrganizationChart"/>
    <dgm:cxn modelId="{BB754E5E-9E8E-4BCA-ABC6-C41DFD4236E4}" type="presParOf" srcId="{9AA92B2B-62C4-4C29-83DD-79B91A61B79F}" destId="{B06B60CA-F293-4F43-83B9-703385E38226}" srcOrd="0" destOrd="0" presId="urn:microsoft.com/office/officeart/2009/3/layout/HorizontalOrganizationChart"/>
    <dgm:cxn modelId="{F78F9DD1-4D00-45CF-BE69-BA2B00F7DC16}" type="presParOf" srcId="{9AA92B2B-62C4-4C29-83DD-79B91A61B79F}" destId="{4CAC73C5-6BEE-4514-9B4F-76AD97047290}" srcOrd="1" destOrd="0" presId="urn:microsoft.com/office/officeart/2009/3/layout/HorizontalOrganizationChart"/>
    <dgm:cxn modelId="{412031FA-E85D-468B-AEC3-E342F73CF703}" type="presParOf" srcId="{4CAC73C5-6BEE-4514-9B4F-76AD97047290}" destId="{D25BA5F0-29E8-4123-99BD-7F0EE157498E}" srcOrd="0" destOrd="0" presId="urn:microsoft.com/office/officeart/2009/3/layout/HorizontalOrganizationChart"/>
    <dgm:cxn modelId="{9F5AF56E-6534-4862-B433-7097416A486F}" type="presParOf" srcId="{D25BA5F0-29E8-4123-99BD-7F0EE157498E}" destId="{D4629F74-36E3-4784-BE70-3EF6F4A9A683}" srcOrd="0" destOrd="0" presId="urn:microsoft.com/office/officeart/2009/3/layout/HorizontalOrganizationChart"/>
    <dgm:cxn modelId="{4FD675ED-6732-4656-B1B5-261CEAF8DEC9}" type="presParOf" srcId="{D25BA5F0-29E8-4123-99BD-7F0EE157498E}" destId="{30ADE61D-FA5A-4259-8659-90D373499FA6}" srcOrd="1" destOrd="0" presId="urn:microsoft.com/office/officeart/2009/3/layout/HorizontalOrganizationChart"/>
    <dgm:cxn modelId="{64DE8AE6-AB8B-466B-BDD7-D53A1D12F878}" type="presParOf" srcId="{4CAC73C5-6BEE-4514-9B4F-76AD97047290}" destId="{CFDC01FE-B5E6-405D-A3A3-17F198344FB8}" srcOrd="1" destOrd="0" presId="urn:microsoft.com/office/officeart/2009/3/layout/HorizontalOrganizationChart"/>
    <dgm:cxn modelId="{D84B942B-C5D1-496F-B722-F91B0618196C}" type="presParOf" srcId="{CFDC01FE-B5E6-405D-A3A3-17F198344FB8}" destId="{493E2072-2D24-45C7-B748-F3CE30EB6707}" srcOrd="0" destOrd="0" presId="urn:microsoft.com/office/officeart/2009/3/layout/HorizontalOrganizationChart"/>
    <dgm:cxn modelId="{EF7FCB80-238E-4362-AF8B-F6F6901416E0}" type="presParOf" srcId="{CFDC01FE-B5E6-405D-A3A3-17F198344FB8}" destId="{4AA88F95-7A88-458A-B291-C6D552C23676}" srcOrd="1" destOrd="0" presId="urn:microsoft.com/office/officeart/2009/3/layout/HorizontalOrganizationChart"/>
    <dgm:cxn modelId="{E46455DF-FE7E-4E9E-8010-5245D615CF2B}" type="presParOf" srcId="{4AA88F95-7A88-458A-B291-C6D552C23676}" destId="{FA78BEBE-5196-4097-BF60-61DB0BB1C179}" srcOrd="0" destOrd="0" presId="urn:microsoft.com/office/officeart/2009/3/layout/HorizontalOrganizationChart"/>
    <dgm:cxn modelId="{D20E5BA7-3000-40D3-B74C-F116A4080C2F}" type="presParOf" srcId="{FA78BEBE-5196-4097-BF60-61DB0BB1C179}" destId="{BA911BBD-4628-4E28-9985-15105723F62E}" srcOrd="0" destOrd="0" presId="urn:microsoft.com/office/officeart/2009/3/layout/HorizontalOrganizationChart"/>
    <dgm:cxn modelId="{4D7B4D4F-2E34-499D-B1A6-2C7BFFF931C7}" type="presParOf" srcId="{FA78BEBE-5196-4097-BF60-61DB0BB1C179}" destId="{1932AEA2-9C6D-4FA0-937A-0EB4EEFE6522}" srcOrd="1" destOrd="0" presId="urn:microsoft.com/office/officeart/2009/3/layout/HorizontalOrganizationChart"/>
    <dgm:cxn modelId="{C6625DDF-D713-4D67-8F52-6E2A38761F7F}" type="presParOf" srcId="{4AA88F95-7A88-458A-B291-C6D552C23676}" destId="{566CF5A8-DCEF-4E70-A979-045EEDE554EE}" srcOrd="1" destOrd="0" presId="urn:microsoft.com/office/officeart/2009/3/layout/HorizontalOrganizationChart"/>
    <dgm:cxn modelId="{CDDB681F-1D30-4D84-9FE5-2B1F0A0C4931}" type="presParOf" srcId="{4AA88F95-7A88-458A-B291-C6D552C23676}" destId="{619A07FD-BC21-445F-AAE6-CE01E36876D9}" srcOrd="2" destOrd="0" presId="urn:microsoft.com/office/officeart/2009/3/layout/HorizontalOrganizationChart"/>
    <dgm:cxn modelId="{CCFE11A3-0A91-4962-A874-755A2C19189C}" type="presParOf" srcId="{4CAC73C5-6BEE-4514-9B4F-76AD97047290}" destId="{EE198350-23F9-4DB8-B66D-0F9AA6AEA662}" srcOrd="2" destOrd="0" presId="urn:microsoft.com/office/officeart/2009/3/layout/HorizontalOrganizationChart"/>
    <dgm:cxn modelId="{1B79AE81-324F-4A07-A008-33A15E7AEAD6}" type="presParOf" srcId="{BFB6D9AC-7FFA-44CF-983A-144BA9722655}" destId="{5F896F91-A6BB-4D31-BB32-DEDCF2E454C7}" srcOrd="2" destOrd="0" presId="urn:microsoft.com/office/officeart/2009/3/layout/HorizontalOrganizationChart"/>
    <dgm:cxn modelId="{3B30FCAA-1463-46C8-A1C0-A7D31F5C21FF}" type="presParOf" srcId="{15D3DD18-A074-4142-879D-C7F35BAC7162}" destId="{9FC0DCBE-73F0-4BD4-B560-32D617AFBC8D}" srcOrd="6" destOrd="0" presId="urn:microsoft.com/office/officeart/2009/3/layout/HorizontalOrganizationChart"/>
    <dgm:cxn modelId="{61994031-EF5D-46A9-81A2-2E1EC67B33DF}" type="presParOf" srcId="{15D3DD18-A074-4142-879D-C7F35BAC7162}" destId="{CFDCAD43-9BFD-42EC-A470-3D107EFF3BEB}" srcOrd="7" destOrd="0" presId="urn:microsoft.com/office/officeart/2009/3/layout/HorizontalOrganizationChart"/>
    <dgm:cxn modelId="{E0C1EB48-99DF-42AC-982D-00870B751184}" type="presParOf" srcId="{CFDCAD43-9BFD-42EC-A470-3D107EFF3BEB}" destId="{52E5553E-5F7F-4B1F-9B73-660C0214C790}" srcOrd="0" destOrd="0" presId="urn:microsoft.com/office/officeart/2009/3/layout/HorizontalOrganizationChart"/>
    <dgm:cxn modelId="{3C2BBEE8-E51B-499F-8025-DA41A4DC7A9D}" type="presParOf" srcId="{52E5553E-5F7F-4B1F-9B73-660C0214C790}" destId="{AEB3BB59-B255-48E6-88C1-B2EBF51E7035}" srcOrd="0" destOrd="0" presId="urn:microsoft.com/office/officeart/2009/3/layout/HorizontalOrganizationChart"/>
    <dgm:cxn modelId="{BC8A4742-379D-41B0-95CC-FBFEAB339BCD}" type="presParOf" srcId="{52E5553E-5F7F-4B1F-9B73-660C0214C790}" destId="{38572A16-6AD5-4039-BB03-7E3EA8AA3BF5}" srcOrd="1" destOrd="0" presId="urn:microsoft.com/office/officeart/2009/3/layout/HorizontalOrganizationChart"/>
    <dgm:cxn modelId="{69FE4F58-9E75-4C0E-A037-34666581C587}" type="presParOf" srcId="{CFDCAD43-9BFD-42EC-A470-3D107EFF3BEB}" destId="{8829C690-155E-4075-B11E-E283CA43F469}" srcOrd="1" destOrd="0" presId="urn:microsoft.com/office/officeart/2009/3/layout/HorizontalOrganizationChart"/>
    <dgm:cxn modelId="{119418DB-B3E5-4F8D-A916-E827BB7AB721}" type="presParOf" srcId="{8829C690-155E-4075-B11E-E283CA43F469}" destId="{329C3C07-028F-491A-B3EF-8EEF366DAD5A}" srcOrd="0" destOrd="0" presId="urn:microsoft.com/office/officeart/2009/3/layout/HorizontalOrganizationChart"/>
    <dgm:cxn modelId="{258062BF-A95A-46D1-B27B-66834FF77171}" type="presParOf" srcId="{8829C690-155E-4075-B11E-E283CA43F469}" destId="{EEFF6122-CE59-4D0A-9E3C-66C6A75A8210}" srcOrd="1" destOrd="0" presId="urn:microsoft.com/office/officeart/2009/3/layout/HorizontalOrganizationChart"/>
    <dgm:cxn modelId="{F0709E8D-2DEB-4092-951C-30C0C2FE8CDE}" type="presParOf" srcId="{EEFF6122-CE59-4D0A-9E3C-66C6A75A8210}" destId="{F6EF9727-AB9F-4296-A049-90C57AC4D792}" srcOrd="0" destOrd="0" presId="urn:microsoft.com/office/officeart/2009/3/layout/HorizontalOrganizationChart"/>
    <dgm:cxn modelId="{B363C514-BF4B-4ECB-8CD2-7F63739AEB30}" type="presParOf" srcId="{F6EF9727-AB9F-4296-A049-90C57AC4D792}" destId="{64B4862E-F5AB-4E15-BFA3-28FA03F82B09}" srcOrd="0" destOrd="0" presId="urn:microsoft.com/office/officeart/2009/3/layout/HorizontalOrganizationChart"/>
    <dgm:cxn modelId="{E68A8482-D0AF-46DC-BFB6-C010751E3DBD}" type="presParOf" srcId="{F6EF9727-AB9F-4296-A049-90C57AC4D792}" destId="{A3A9214C-E2FE-45D4-9614-2512F4478A50}" srcOrd="1" destOrd="0" presId="urn:microsoft.com/office/officeart/2009/3/layout/HorizontalOrganizationChart"/>
    <dgm:cxn modelId="{1C6A0A77-0E48-4AA4-8744-A575CB03BB9E}" type="presParOf" srcId="{EEFF6122-CE59-4D0A-9E3C-66C6A75A8210}" destId="{6EA77CED-A749-46CD-9036-6D4E96ECA56D}" srcOrd="1" destOrd="0" presId="urn:microsoft.com/office/officeart/2009/3/layout/HorizontalOrganizationChart"/>
    <dgm:cxn modelId="{639B9BB4-C8E9-4448-BA86-78CED13027A9}" type="presParOf" srcId="{6EA77CED-A749-46CD-9036-6D4E96ECA56D}" destId="{138355CA-1898-4B58-B920-ED6AC1FA20B1}" srcOrd="0" destOrd="0" presId="urn:microsoft.com/office/officeart/2009/3/layout/HorizontalOrganizationChart"/>
    <dgm:cxn modelId="{E0D4F995-3944-4C22-BE87-CBE8DBA60F78}" type="presParOf" srcId="{6EA77CED-A749-46CD-9036-6D4E96ECA56D}" destId="{0FE65F21-5D34-449B-A1CB-8C41907C5F03}" srcOrd="1" destOrd="0" presId="urn:microsoft.com/office/officeart/2009/3/layout/HorizontalOrganizationChart"/>
    <dgm:cxn modelId="{1F63D4BD-C477-491E-A049-4838747B111C}" type="presParOf" srcId="{0FE65F21-5D34-449B-A1CB-8C41907C5F03}" destId="{B76B6359-D0B2-4BF4-9AD8-DEF7A7D07F55}" srcOrd="0" destOrd="0" presId="urn:microsoft.com/office/officeart/2009/3/layout/HorizontalOrganizationChart"/>
    <dgm:cxn modelId="{7708D587-C270-442D-9D5C-74AD2C5C3E1D}" type="presParOf" srcId="{B76B6359-D0B2-4BF4-9AD8-DEF7A7D07F55}" destId="{4144B4CD-B37F-498A-89D7-FD620D97756B}" srcOrd="0" destOrd="0" presId="urn:microsoft.com/office/officeart/2009/3/layout/HorizontalOrganizationChart"/>
    <dgm:cxn modelId="{B5418D44-7173-4439-9348-CCE1281A34EA}" type="presParOf" srcId="{B76B6359-D0B2-4BF4-9AD8-DEF7A7D07F55}" destId="{D45FDADD-46C9-4713-9107-482129D888C1}" srcOrd="1" destOrd="0" presId="urn:microsoft.com/office/officeart/2009/3/layout/HorizontalOrganizationChart"/>
    <dgm:cxn modelId="{8B068B48-7BF7-4965-A0FD-BB1740DC225D}" type="presParOf" srcId="{0FE65F21-5D34-449B-A1CB-8C41907C5F03}" destId="{06B3A1D7-54C1-4B6B-819B-9058BE2D9159}" srcOrd="1" destOrd="0" presId="urn:microsoft.com/office/officeart/2009/3/layout/HorizontalOrganizationChart"/>
    <dgm:cxn modelId="{7B224DD6-4282-47B6-863B-07212458295B}" type="presParOf" srcId="{0FE65F21-5D34-449B-A1CB-8C41907C5F03}" destId="{60120A4F-769B-4779-A513-B85C27540620}" srcOrd="2" destOrd="0" presId="urn:microsoft.com/office/officeart/2009/3/layout/HorizontalOrganizationChart"/>
    <dgm:cxn modelId="{170F9F09-5A91-4C0F-9C20-0FD0B6F878EB}" type="presParOf" srcId="{EEFF6122-CE59-4D0A-9E3C-66C6A75A8210}" destId="{557AAA5E-8CC3-46A9-907F-7BF50680D81A}" srcOrd="2" destOrd="0" presId="urn:microsoft.com/office/officeart/2009/3/layout/HorizontalOrganizationChart"/>
    <dgm:cxn modelId="{8145B10E-25AD-4A1C-AC77-9EB36E82DB31}" type="presParOf" srcId="{CFDCAD43-9BFD-42EC-A470-3D107EFF3BEB}" destId="{A2D15EF3-2F1B-4669-B7B7-F05A4B828085}" srcOrd="2" destOrd="0" presId="urn:microsoft.com/office/officeart/2009/3/layout/HorizontalOrganizationChart"/>
    <dgm:cxn modelId="{7FFC1970-7F2B-4A00-8728-F72D731D2FC6}" type="presParOf" srcId="{15D3DD18-A074-4142-879D-C7F35BAC7162}" destId="{C19DCC29-C237-4297-B6F2-53492D905626}" srcOrd="8" destOrd="0" presId="urn:microsoft.com/office/officeart/2009/3/layout/HorizontalOrganizationChart"/>
    <dgm:cxn modelId="{9B539114-891E-4035-9B40-C8BEE7776FE9}" type="presParOf" srcId="{15D3DD18-A074-4142-879D-C7F35BAC7162}" destId="{7B072084-025C-471A-9E8B-B22E04CFBE15}" srcOrd="9" destOrd="0" presId="urn:microsoft.com/office/officeart/2009/3/layout/HorizontalOrganizationChart"/>
    <dgm:cxn modelId="{55F07309-C7D8-4602-9753-D18AC6AB09FF}" type="presParOf" srcId="{7B072084-025C-471A-9E8B-B22E04CFBE15}" destId="{07D66ACA-4CBE-42B0-9649-3BBFE6DBAE81}" srcOrd="0" destOrd="0" presId="urn:microsoft.com/office/officeart/2009/3/layout/HorizontalOrganizationChart"/>
    <dgm:cxn modelId="{AB91D7CF-3D11-4B54-A133-3AF5AFCF1856}" type="presParOf" srcId="{07D66ACA-4CBE-42B0-9649-3BBFE6DBAE81}" destId="{81118207-67DC-4056-BB18-CCD3EE8507ED}" srcOrd="0" destOrd="0" presId="urn:microsoft.com/office/officeart/2009/3/layout/HorizontalOrganizationChart"/>
    <dgm:cxn modelId="{CD59C112-D940-4723-8D3D-B91B72D1BF31}" type="presParOf" srcId="{07D66ACA-4CBE-42B0-9649-3BBFE6DBAE81}" destId="{89BE5FDC-EF88-4A34-993E-FF624A332BC3}" srcOrd="1" destOrd="0" presId="urn:microsoft.com/office/officeart/2009/3/layout/HorizontalOrganizationChart"/>
    <dgm:cxn modelId="{3C43C06B-1504-4C05-9B39-38B8F19D0B2E}" type="presParOf" srcId="{7B072084-025C-471A-9E8B-B22E04CFBE15}" destId="{443C62DA-F658-4C09-B3B5-B52038E720CB}" srcOrd="1" destOrd="0" presId="urn:microsoft.com/office/officeart/2009/3/layout/HorizontalOrganizationChart"/>
    <dgm:cxn modelId="{2E67ED63-AA95-4A24-A4E3-7B5FF89D94F6}" type="presParOf" srcId="{443C62DA-F658-4C09-B3B5-B52038E720CB}" destId="{FBC792EF-7A57-4B4E-ACBF-65D5E0D9BDB8}" srcOrd="0" destOrd="0" presId="urn:microsoft.com/office/officeart/2009/3/layout/HorizontalOrganizationChart"/>
    <dgm:cxn modelId="{0E7A290B-E979-40F3-AA16-7775F522EEE1}" type="presParOf" srcId="{443C62DA-F658-4C09-B3B5-B52038E720CB}" destId="{D1D2CFF1-878E-4396-BB97-B195A9DD6ED1}" srcOrd="1" destOrd="0" presId="urn:microsoft.com/office/officeart/2009/3/layout/HorizontalOrganizationChart"/>
    <dgm:cxn modelId="{808DB28D-8D23-41F9-82AA-6FCAA95C08D6}" type="presParOf" srcId="{D1D2CFF1-878E-4396-BB97-B195A9DD6ED1}" destId="{0C6FCBDA-6D45-481F-B9F3-0BA1AF864E3F}" srcOrd="0" destOrd="0" presId="urn:microsoft.com/office/officeart/2009/3/layout/HorizontalOrganizationChart"/>
    <dgm:cxn modelId="{1AF7D197-FE32-40FA-93E8-F44DBC69A27E}" type="presParOf" srcId="{0C6FCBDA-6D45-481F-B9F3-0BA1AF864E3F}" destId="{82E108E1-7076-4F6C-ABDB-51B56E1C1542}" srcOrd="0" destOrd="0" presId="urn:microsoft.com/office/officeart/2009/3/layout/HorizontalOrganizationChart"/>
    <dgm:cxn modelId="{F8EDE0EB-B150-40E3-93EE-CC5DA347763D}" type="presParOf" srcId="{0C6FCBDA-6D45-481F-B9F3-0BA1AF864E3F}" destId="{2447BF7E-F263-40AD-85FD-AC2BE04E0F11}" srcOrd="1" destOrd="0" presId="urn:microsoft.com/office/officeart/2009/3/layout/HorizontalOrganizationChart"/>
    <dgm:cxn modelId="{364EBAD6-CEEC-45EC-923C-B043C16A3D90}" type="presParOf" srcId="{D1D2CFF1-878E-4396-BB97-B195A9DD6ED1}" destId="{CA049773-ECC8-4D5A-B0DD-346FD05203FA}" srcOrd="1" destOrd="0" presId="urn:microsoft.com/office/officeart/2009/3/layout/HorizontalOrganizationChart"/>
    <dgm:cxn modelId="{AEC56EAC-CBAF-4836-A42A-DFFEFE1023E4}" type="presParOf" srcId="{CA049773-ECC8-4D5A-B0DD-346FD05203FA}" destId="{B836AA95-E984-4FC7-A72E-C40D46281CDA}" srcOrd="0" destOrd="0" presId="urn:microsoft.com/office/officeart/2009/3/layout/HorizontalOrganizationChart"/>
    <dgm:cxn modelId="{29D71C1B-970C-473D-847F-467D14693F67}" type="presParOf" srcId="{CA049773-ECC8-4D5A-B0DD-346FD05203FA}" destId="{FA34526E-6A24-47E1-9741-A84EE6D7C850}" srcOrd="1" destOrd="0" presId="urn:microsoft.com/office/officeart/2009/3/layout/HorizontalOrganizationChart"/>
    <dgm:cxn modelId="{88388056-2A0F-402E-AEDB-BF07EF270EE4}" type="presParOf" srcId="{FA34526E-6A24-47E1-9741-A84EE6D7C850}" destId="{EC347B5A-4D51-4066-8395-F89D18E6569C}" srcOrd="0" destOrd="0" presId="urn:microsoft.com/office/officeart/2009/3/layout/HorizontalOrganizationChart"/>
    <dgm:cxn modelId="{509E5DE0-209E-42E9-87DD-F8EA65D8217D}" type="presParOf" srcId="{EC347B5A-4D51-4066-8395-F89D18E6569C}" destId="{F125CE50-6C4C-416F-8E42-CB19F0BF1BF9}" srcOrd="0" destOrd="0" presId="urn:microsoft.com/office/officeart/2009/3/layout/HorizontalOrganizationChart"/>
    <dgm:cxn modelId="{0332536B-37EB-499F-B813-4F349C8F2CE9}" type="presParOf" srcId="{EC347B5A-4D51-4066-8395-F89D18E6569C}" destId="{262E9CF8-2E9C-40BD-8C27-C81A5F29010F}" srcOrd="1" destOrd="0" presId="urn:microsoft.com/office/officeart/2009/3/layout/HorizontalOrganizationChart"/>
    <dgm:cxn modelId="{79454C80-6904-4C57-947E-52DB9458971B}" type="presParOf" srcId="{FA34526E-6A24-47E1-9741-A84EE6D7C850}" destId="{F4915B73-9BA8-4662-B3E5-48CB5640799D}" srcOrd="1" destOrd="0" presId="urn:microsoft.com/office/officeart/2009/3/layout/HorizontalOrganizationChart"/>
    <dgm:cxn modelId="{3ACFD9AD-E0FE-41FA-876A-5A95C695648D}" type="presParOf" srcId="{FA34526E-6A24-47E1-9741-A84EE6D7C850}" destId="{6CB940CF-5445-4C92-A613-11904AA54AD2}" srcOrd="2" destOrd="0" presId="urn:microsoft.com/office/officeart/2009/3/layout/HorizontalOrganizationChart"/>
    <dgm:cxn modelId="{20029F21-5CAF-40B0-BF28-601A1C825EAB}" type="presParOf" srcId="{D1D2CFF1-878E-4396-BB97-B195A9DD6ED1}" destId="{BA580B5E-DA0C-408E-9D90-9AE48D391CB0}" srcOrd="2" destOrd="0" presId="urn:microsoft.com/office/officeart/2009/3/layout/HorizontalOrganizationChart"/>
    <dgm:cxn modelId="{B11554F8-E919-4B2F-A232-E0F3B26FF712}" type="presParOf" srcId="{7B072084-025C-471A-9E8B-B22E04CFBE15}" destId="{50E198E0-5F8E-4E14-84DA-6DFC0E49E8F0}" srcOrd="2" destOrd="0" presId="urn:microsoft.com/office/officeart/2009/3/layout/HorizontalOrganizationChart"/>
    <dgm:cxn modelId="{8934AB76-CB11-45CF-A33B-CFBFBF693B9D}" type="presParOf" srcId="{7712383D-F838-4450-9486-38D288C10FD1}" destId="{2C2FA5B4-4E29-4686-AED0-0D49D1EF7D7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E7E45C-94AE-4759-87F7-EB1F400FDB77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F6A4686-A0A1-413C-888E-1108C5220A6F}">
      <dgm:prSet phldrT="[Texto]"/>
      <dgm:spPr/>
      <dgm:t>
        <a:bodyPr/>
        <a:lstStyle/>
        <a:p>
          <a:r>
            <a:rPr lang="en-US"/>
            <a:t>Padrões</a:t>
          </a:r>
        </a:p>
      </dgm:t>
    </dgm:pt>
    <dgm:pt modelId="{3734C62E-BDC0-49DD-B94C-755D2B124991}" type="parTrans" cxnId="{05DA1CF9-A120-4DD7-8470-A3E7D213F860}">
      <dgm:prSet/>
      <dgm:spPr/>
      <dgm:t>
        <a:bodyPr/>
        <a:lstStyle/>
        <a:p>
          <a:endParaRPr lang="en-US"/>
        </a:p>
      </dgm:t>
    </dgm:pt>
    <dgm:pt modelId="{3692E2C2-F453-48BE-9B08-E5C2CCEF1A49}" type="sibTrans" cxnId="{05DA1CF9-A120-4DD7-8470-A3E7D213F860}">
      <dgm:prSet/>
      <dgm:spPr/>
      <dgm:t>
        <a:bodyPr/>
        <a:lstStyle/>
        <a:p>
          <a:endParaRPr lang="en-US"/>
        </a:p>
      </dgm:t>
    </dgm:pt>
    <dgm:pt modelId="{677BC7D5-B0AC-4946-B969-E355A51C2283}">
      <dgm:prSet phldrT="[Texto]"/>
      <dgm:spPr/>
      <dgm:t>
        <a:bodyPr/>
        <a:lstStyle/>
        <a:p>
          <a:r>
            <a:rPr lang="en-US"/>
            <a:t>Modelode Requisitos</a:t>
          </a:r>
        </a:p>
      </dgm:t>
    </dgm:pt>
    <dgm:pt modelId="{24BDC249-F8EF-4D21-8C33-9307CF73F8BF}" type="parTrans" cxnId="{9A4DAF53-AA94-471A-B4D6-4829F9E9CE19}">
      <dgm:prSet/>
      <dgm:spPr/>
      <dgm:t>
        <a:bodyPr/>
        <a:lstStyle/>
        <a:p>
          <a:endParaRPr lang="en-US"/>
        </a:p>
      </dgm:t>
    </dgm:pt>
    <dgm:pt modelId="{9D6DFC10-F793-4836-BF88-10386565BB12}" type="sibTrans" cxnId="{9A4DAF53-AA94-471A-B4D6-4829F9E9CE19}">
      <dgm:prSet/>
      <dgm:spPr/>
      <dgm:t>
        <a:bodyPr/>
        <a:lstStyle/>
        <a:p>
          <a:endParaRPr lang="en-US"/>
        </a:p>
      </dgm:t>
    </dgm:pt>
    <dgm:pt modelId="{D194762B-FE74-4D5F-9E1E-3E76669E66A6}">
      <dgm:prSet phldrT="[Texto]"/>
      <dgm:spPr/>
      <dgm:t>
        <a:bodyPr/>
        <a:lstStyle/>
        <a:p>
          <a:r>
            <a:rPr lang="en-US"/>
            <a:t>Arquitetura de Software</a:t>
          </a:r>
        </a:p>
      </dgm:t>
    </dgm:pt>
    <dgm:pt modelId="{6D59794A-392B-4087-A1EA-8ECFB4E3D89B}" type="parTrans" cxnId="{48CCAE83-AE3D-4039-97C3-CE26BF4C7CAC}">
      <dgm:prSet/>
      <dgm:spPr/>
      <dgm:t>
        <a:bodyPr/>
        <a:lstStyle/>
        <a:p>
          <a:endParaRPr lang="en-US"/>
        </a:p>
      </dgm:t>
    </dgm:pt>
    <dgm:pt modelId="{6FF7FAB3-CE99-4F33-8CE5-FB8B5C489010}" type="sibTrans" cxnId="{48CCAE83-AE3D-4039-97C3-CE26BF4C7CAC}">
      <dgm:prSet/>
      <dgm:spPr/>
      <dgm:t>
        <a:bodyPr/>
        <a:lstStyle/>
        <a:p>
          <a:endParaRPr lang="en-US"/>
        </a:p>
      </dgm:t>
    </dgm:pt>
    <dgm:pt modelId="{F514BC0B-14DD-4CB7-8C34-B43F3FD61F26}">
      <dgm:prSet phldrT="[Texto]"/>
      <dgm:spPr/>
      <dgm:t>
        <a:bodyPr/>
        <a:lstStyle/>
        <a:p>
          <a:r>
            <a:rPr lang="en-US"/>
            <a:t>Outros</a:t>
          </a:r>
        </a:p>
      </dgm:t>
    </dgm:pt>
    <dgm:pt modelId="{22A604E2-9D21-49CF-9031-644F05326E34}" type="parTrans" cxnId="{2F53432A-820F-4E38-ABC4-D8977E8E9E27}">
      <dgm:prSet/>
      <dgm:spPr/>
      <dgm:t>
        <a:bodyPr/>
        <a:lstStyle/>
        <a:p>
          <a:endParaRPr lang="en-US"/>
        </a:p>
      </dgm:t>
    </dgm:pt>
    <dgm:pt modelId="{6ED58046-E006-4945-9A1A-F0B79EE0DDB7}" type="sibTrans" cxnId="{2F53432A-820F-4E38-ABC4-D8977E8E9E27}">
      <dgm:prSet/>
      <dgm:spPr/>
      <dgm:t>
        <a:bodyPr/>
        <a:lstStyle/>
        <a:p>
          <a:endParaRPr lang="en-US"/>
        </a:p>
      </dgm:t>
    </dgm:pt>
    <dgm:pt modelId="{B188316B-C781-4723-9492-C85CB845A478}" type="pres">
      <dgm:prSet presAssocID="{CDE7E45C-94AE-4759-87F7-EB1F400FDB7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11268FBC-7D15-4B24-BE4E-4AF5139D8845}" type="pres">
      <dgm:prSet presAssocID="{0F6A4686-A0A1-413C-888E-1108C5220A6F}" presName="hierRoot1" presStyleCnt="0">
        <dgm:presLayoutVars>
          <dgm:hierBranch val="init"/>
        </dgm:presLayoutVars>
      </dgm:prSet>
      <dgm:spPr/>
    </dgm:pt>
    <dgm:pt modelId="{9FBCE8F0-58B7-4271-868A-A17D11C1BBDE}" type="pres">
      <dgm:prSet presAssocID="{0F6A4686-A0A1-413C-888E-1108C5220A6F}" presName="rootComposite1" presStyleCnt="0"/>
      <dgm:spPr/>
    </dgm:pt>
    <dgm:pt modelId="{B04A359F-5FC0-480D-A553-7E0862555199}" type="pres">
      <dgm:prSet presAssocID="{0F6A4686-A0A1-413C-888E-1108C5220A6F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CA19921-00EF-4174-AB3E-0B80B9317A7E}" type="pres">
      <dgm:prSet presAssocID="{0F6A4686-A0A1-413C-888E-1108C5220A6F}" presName="rootConnector1" presStyleLbl="node1" presStyleIdx="0" presStyleCnt="0"/>
      <dgm:spPr/>
      <dgm:t>
        <a:bodyPr/>
        <a:lstStyle/>
        <a:p>
          <a:endParaRPr lang="en-US"/>
        </a:p>
      </dgm:t>
    </dgm:pt>
    <dgm:pt modelId="{5A4E03A3-BE60-48E3-98FA-C490721C96FA}" type="pres">
      <dgm:prSet presAssocID="{0F6A4686-A0A1-413C-888E-1108C5220A6F}" presName="hierChild2" presStyleCnt="0"/>
      <dgm:spPr/>
    </dgm:pt>
    <dgm:pt modelId="{A1DF6DA3-5ED9-406B-B4F0-3934FEF338B6}" type="pres">
      <dgm:prSet presAssocID="{24BDC249-F8EF-4D21-8C33-9307CF73F8BF}" presName="Name64" presStyleLbl="parChTrans1D2" presStyleIdx="0" presStyleCnt="3"/>
      <dgm:spPr/>
      <dgm:t>
        <a:bodyPr/>
        <a:lstStyle/>
        <a:p>
          <a:endParaRPr lang="en-US"/>
        </a:p>
      </dgm:t>
    </dgm:pt>
    <dgm:pt modelId="{88268B66-5760-4063-AAD9-D2940ABBC6EE}" type="pres">
      <dgm:prSet presAssocID="{677BC7D5-B0AC-4946-B969-E355A51C2283}" presName="hierRoot2" presStyleCnt="0">
        <dgm:presLayoutVars>
          <dgm:hierBranch val="init"/>
        </dgm:presLayoutVars>
      </dgm:prSet>
      <dgm:spPr/>
    </dgm:pt>
    <dgm:pt modelId="{996DDBBA-A190-4F5B-8495-22ED8F166623}" type="pres">
      <dgm:prSet presAssocID="{677BC7D5-B0AC-4946-B969-E355A51C2283}" presName="rootComposite" presStyleCnt="0"/>
      <dgm:spPr/>
    </dgm:pt>
    <dgm:pt modelId="{490B00CA-15B9-4BAF-B531-774DA8B9F049}" type="pres">
      <dgm:prSet presAssocID="{677BC7D5-B0AC-4946-B969-E355A51C2283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25D2CA3-DF62-438C-B190-F9EA6C79413F}" type="pres">
      <dgm:prSet presAssocID="{677BC7D5-B0AC-4946-B969-E355A51C2283}" presName="rootConnector" presStyleLbl="node2" presStyleIdx="0" presStyleCnt="3"/>
      <dgm:spPr/>
      <dgm:t>
        <a:bodyPr/>
        <a:lstStyle/>
        <a:p>
          <a:endParaRPr lang="en-US"/>
        </a:p>
      </dgm:t>
    </dgm:pt>
    <dgm:pt modelId="{7CF2BF5E-6C1B-44D4-8258-42EEC7D650E8}" type="pres">
      <dgm:prSet presAssocID="{677BC7D5-B0AC-4946-B969-E355A51C2283}" presName="hierChild4" presStyleCnt="0"/>
      <dgm:spPr/>
    </dgm:pt>
    <dgm:pt modelId="{6BC1ABC2-77DF-4B08-889B-9246EE922439}" type="pres">
      <dgm:prSet presAssocID="{677BC7D5-B0AC-4946-B969-E355A51C2283}" presName="hierChild5" presStyleCnt="0"/>
      <dgm:spPr/>
    </dgm:pt>
    <dgm:pt modelId="{BCCDC420-18E7-425F-AC18-8050B98C0C5E}" type="pres">
      <dgm:prSet presAssocID="{6D59794A-392B-4087-A1EA-8ECFB4E3D89B}" presName="Name64" presStyleLbl="parChTrans1D2" presStyleIdx="1" presStyleCnt="3"/>
      <dgm:spPr/>
      <dgm:t>
        <a:bodyPr/>
        <a:lstStyle/>
        <a:p>
          <a:endParaRPr lang="en-US"/>
        </a:p>
      </dgm:t>
    </dgm:pt>
    <dgm:pt modelId="{B8EC36D4-82CB-47A3-9BB8-CE7867CBF095}" type="pres">
      <dgm:prSet presAssocID="{D194762B-FE74-4D5F-9E1E-3E76669E66A6}" presName="hierRoot2" presStyleCnt="0">
        <dgm:presLayoutVars>
          <dgm:hierBranch val="init"/>
        </dgm:presLayoutVars>
      </dgm:prSet>
      <dgm:spPr/>
    </dgm:pt>
    <dgm:pt modelId="{70AE4F81-F766-4F1B-A150-ED87E201CD03}" type="pres">
      <dgm:prSet presAssocID="{D194762B-FE74-4D5F-9E1E-3E76669E66A6}" presName="rootComposite" presStyleCnt="0"/>
      <dgm:spPr/>
    </dgm:pt>
    <dgm:pt modelId="{785EF431-7230-4B9E-A7CF-5CC8C0596859}" type="pres">
      <dgm:prSet presAssocID="{D194762B-FE74-4D5F-9E1E-3E76669E66A6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2550510-62D7-419F-892C-F9B0F6C5807E}" type="pres">
      <dgm:prSet presAssocID="{D194762B-FE74-4D5F-9E1E-3E76669E66A6}" presName="rootConnector" presStyleLbl="node2" presStyleIdx="1" presStyleCnt="3"/>
      <dgm:spPr/>
      <dgm:t>
        <a:bodyPr/>
        <a:lstStyle/>
        <a:p>
          <a:endParaRPr lang="en-US"/>
        </a:p>
      </dgm:t>
    </dgm:pt>
    <dgm:pt modelId="{C874C50E-2331-46AE-ABA9-BB3CEC693F5A}" type="pres">
      <dgm:prSet presAssocID="{D194762B-FE74-4D5F-9E1E-3E76669E66A6}" presName="hierChild4" presStyleCnt="0"/>
      <dgm:spPr/>
    </dgm:pt>
    <dgm:pt modelId="{D27C4044-751C-4B22-856F-2DAD3BDC38BE}" type="pres">
      <dgm:prSet presAssocID="{D194762B-FE74-4D5F-9E1E-3E76669E66A6}" presName="hierChild5" presStyleCnt="0"/>
      <dgm:spPr/>
    </dgm:pt>
    <dgm:pt modelId="{42A77680-CDFC-424E-9938-796653D227AE}" type="pres">
      <dgm:prSet presAssocID="{22A604E2-9D21-49CF-9031-644F05326E34}" presName="Name64" presStyleLbl="parChTrans1D2" presStyleIdx="2" presStyleCnt="3"/>
      <dgm:spPr/>
      <dgm:t>
        <a:bodyPr/>
        <a:lstStyle/>
        <a:p>
          <a:endParaRPr lang="en-US"/>
        </a:p>
      </dgm:t>
    </dgm:pt>
    <dgm:pt modelId="{5B830C0B-CF08-4203-B5AC-2F3DC1188D0C}" type="pres">
      <dgm:prSet presAssocID="{F514BC0B-14DD-4CB7-8C34-B43F3FD61F26}" presName="hierRoot2" presStyleCnt="0">
        <dgm:presLayoutVars>
          <dgm:hierBranch val="init"/>
        </dgm:presLayoutVars>
      </dgm:prSet>
      <dgm:spPr/>
    </dgm:pt>
    <dgm:pt modelId="{48E346E7-4E7F-4267-AC63-E5746B0F95B2}" type="pres">
      <dgm:prSet presAssocID="{F514BC0B-14DD-4CB7-8C34-B43F3FD61F26}" presName="rootComposite" presStyleCnt="0"/>
      <dgm:spPr/>
    </dgm:pt>
    <dgm:pt modelId="{02E12596-1A8A-459A-80B0-B41263D652F3}" type="pres">
      <dgm:prSet presAssocID="{F514BC0B-14DD-4CB7-8C34-B43F3FD61F26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AF76BD7-05F8-4209-A8FA-2D896B7EA9F6}" type="pres">
      <dgm:prSet presAssocID="{F514BC0B-14DD-4CB7-8C34-B43F3FD61F26}" presName="rootConnector" presStyleLbl="node2" presStyleIdx="2" presStyleCnt="3"/>
      <dgm:spPr/>
      <dgm:t>
        <a:bodyPr/>
        <a:lstStyle/>
        <a:p>
          <a:endParaRPr lang="en-US"/>
        </a:p>
      </dgm:t>
    </dgm:pt>
    <dgm:pt modelId="{F77BEBE6-EEC3-42BE-8431-6DBDC6A464D7}" type="pres">
      <dgm:prSet presAssocID="{F514BC0B-14DD-4CB7-8C34-B43F3FD61F26}" presName="hierChild4" presStyleCnt="0"/>
      <dgm:spPr/>
    </dgm:pt>
    <dgm:pt modelId="{A5B9E80C-7DCF-45E9-9315-7547263533D6}" type="pres">
      <dgm:prSet presAssocID="{F514BC0B-14DD-4CB7-8C34-B43F3FD61F26}" presName="hierChild5" presStyleCnt="0"/>
      <dgm:spPr/>
    </dgm:pt>
    <dgm:pt modelId="{0D01C00E-B67C-4652-A6D4-08008C1B7741}" type="pres">
      <dgm:prSet presAssocID="{0F6A4686-A0A1-413C-888E-1108C5220A6F}" presName="hierChild3" presStyleCnt="0"/>
      <dgm:spPr/>
    </dgm:pt>
  </dgm:ptLst>
  <dgm:cxnLst>
    <dgm:cxn modelId="{D1E2A6A0-514C-4E38-9D0D-90D37C2B6556}" type="presOf" srcId="{CDE7E45C-94AE-4759-87F7-EB1F400FDB77}" destId="{B188316B-C781-4723-9492-C85CB845A478}" srcOrd="0" destOrd="0" presId="urn:microsoft.com/office/officeart/2009/3/layout/HorizontalOrganizationChart"/>
    <dgm:cxn modelId="{2F53432A-820F-4E38-ABC4-D8977E8E9E27}" srcId="{0F6A4686-A0A1-413C-888E-1108C5220A6F}" destId="{F514BC0B-14DD-4CB7-8C34-B43F3FD61F26}" srcOrd="2" destOrd="0" parTransId="{22A604E2-9D21-49CF-9031-644F05326E34}" sibTransId="{6ED58046-E006-4945-9A1A-F0B79EE0DDB7}"/>
    <dgm:cxn modelId="{ADC9A750-B770-4101-93EC-523CE477A520}" type="presOf" srcId="{0F6A4686-A0A1-413C-888E-1108C5220A6F}" destId="{B04A359F-5FC0-480D-A553-7E0862555199}" srcOrd="0" destOrd="0" presId="urn:microsoft.com/office/officeart/2009/3/layout/HorizontalOrganizationChart"/>
    <dgm:cxn modelId="{21B1CA1B-4C24-4A59-BA47-9248E80503FD}" type="presOf" srcId="{D194762B-FE74-4D5F-9E1E-3E76669E66A6}" destId="{785EF431-7230-4B9E-A7CF-5CC8C0596859}" srcOrd="0" destOrd="0" presId="urn:microsoft.com/office/officeart/2009/3/layout/HorizontalOrganizationChart"/>
    <dgm:cxn modelId="{8514C8FD-4672-4AD8-AC4D-AD744BE8C579}" type="presOf" srcId="{22A604E2-9D21-49CF-9031-644F05326E34}" destId="{42A77680-CDFC-424E-9938-796653D227AE}" srcOrd="0" destOrd="0" presId="urn:microsoft.com/office/officeart/2009/3/layout/HorizontalOrganizationChart"/>
    <dgm:cxn modelId="{9A4DAF53-AA94-471A-B4D6-4829F9E9CE19}" srcId="{0F6A4686-A0A1-413C-888E-1108C5220A6F}" destId="{677BC7D5-B0AC-4946-B969-E355A51C2283}" srcOrd="0" destOrd="0" parTransId="{24BDC249-F8EF-4D21-8C33-9307CF73F8BF}" sibTransId="{9D6DFC10-F793-4836-BF88-10386565BB12}"/>
    <dgm:cxn modelId="{C597B185-1B98-4CDE-A066-EF8064D34E53}" type="presOf" srcId="{D194762B-FE74-4D5F-9E1E-3E76669E66A6}" destId="{32550510-62D7-419F-892C-F9B0F6C5807E}" srcOrd="1" destOrd="0" presId="urn:microsoft.com/office/officeart/2009/3/layout/HorizontalOrganizationChart"/>
    <dgm:cxn modelId="{E4D88BD1-B4EF-4764-B30D-88A4CF6B90EA}" type="presOf" srcId="{677BC7D5-B0AC-4946-B969-E355A51C2283}" destId="{490B00CA-15B9-4BAF-B531-774DA8B9F049}" srcOrd="0" destOrd="0" presId="urn:microsoft.com/office/officeart/2009/3/layout/HorizontalOrganizationChart"/>
    <dgm:cxn modelId="{FAC5960D-097A-4247-91A1-FF78A0BB9AA9}" type="presOf" srcId="{F514BC0B-14DD-4CB7-8C34-B43F3FD61F26}" destId="{02E12596-1A8A-459A-80B0-B41263D652F3}" srcOrd="0" destOrd="0" presId="urn:microsoft.com/office/officeart/2009/3/layout/HorizontalOrganizationChart"/>
    <dgm:cxn modelId="{48CCAE83-AE3D-4039-97C3-CE26BF4C7CAC}" srcId="{0F6A4686-A0A1-413C-888E-1108C5220A6F}" destId="{D194762B-FE74-4D5F-9E1E-3E76669E66A6}" srcOrd="1" destOrd="0" parTransId="{6D59794A-392B-4087-A1EA-8ECFB4E3D89B}" sibTransId="{6FF7FAB3-CE99-4F33-8CE5-FB8B5C489010}"/>
    <dgm:cxn modelId="{D2EB958B-DDFD-4437-A5D7-41FDA9E3E62E}" type="presOf" srcId="{24BDC249-F8EF-4D21-8C33-9307CF73F8BF}" destId="{A1DF6DA3-5ED9-406B-B4F0-3934FEF338B6}" srcOrd="0" destOrd="0" presId="urn:microsoft.com/office/officeart/2009/3/layout/HorizontalOrganizationChart"/>
    <dgm:cxn modelId="{05DA1CF9-A120-4DD7-8470-A3E7D213F860}" srcId="{CDE7E45C-94AE-4759-87F7-EB1F400FDB77}" destId="{0F6A4686-A0A1-413C-888E-1108C5220A6F}" srcOrd="0" destOrd="0" parTransId="{3734C62E-BDC0-49DD-B94C-755D2B124991}" sibTransId="{3692E2C2-F453-48BE-9B08-E5C2CCEF1A49}"/>
    <dgm:cxn modelId="{E51122F7-AF7F-4D61-8BBB-6E7C1A1E1727}" type="presOf" srcId="{0F6A4686-A0A1-413C-888E-1108C5220A6F}" destId="{9CA19921-00EF-4174-AB3E-0B80B9317A7E}" srcOrd="1" destOrd="0" presId="urn:microsoft.com/office/officeart/2009/3/layout/HorizontalOrganizationChart"/>
    <dgm:cxn modelId="{9A934622-F38E-4AC9-9A71-14A773965316}" type="presOf" srcId="{6D59794A-392B-4087-A1EA-8ECFB4E3D89B}" destId="{BCCDC420-18E7-425F-AC18-8050B98C0C5E}" srcOrd="0" destOrd="0" presId="urn:microsoft.com/office/officeart/2009/3/layout/HorizontalOrganizationChart"/>
    <dgm:cxn modelId="{B45382BC-5475-4F8B-A98A-025738E967FF}" type="presOf" srcId="{677BC7D5-B0AC-4946-B969-E355A51C2283}" destId="{925D2CA3-DF62-438C-B190-F9EA6C79413F}" srcOrd="1" destOrd="0" presId="urn:microsoft.com/office/officeart/2009/3/layout/HorizontalOrganizationChart"/>
    <dgm:cxn modelId="{843B3F6B-F9E0-4882-8C88-AE729C920D19}" type="presOf" srcId="{F514BC0B-14DD-4CB7-8C34-B43F3FD61F26}" destId="{AAF76BD7-05F8-4209-A8FA-2D896B7EA9F6}" srcOrd="1" destOrd="0" presId="urn:microsoft.com/office/officeart/2009/3/layout/HorizontalOrganizationChart"/>
    <dgm:cxn modelId="{EAF00422-C68B-4DC3-97A9-A4B9C2FA304B}" type="presParOf" srcId="{B188316B-C781-4723-9492-C85CB845A478}" destId="{11268FBC-7D15-4B24-BE4E-4AF5139D8845}" srcOrd="0" destOrd="0" presId="urn:microsoft.com/office/officeart/2009/3/layout/HorizontalOrganizationChart"/>
    <dgm:cxn modelId="{5F2DABAE-EABE-401C-B90D-751F2AB43F65}" type="presParOf" srcId="{11268FBC-7D15-4B24-BE4E-4AF5139D8845}" destId="{9FBCE8F0-58B7-4271-868A-A17D11C1BBDE}" srcOrd="0" destOrd="0" presId="urn:microsoft.com/office/officeart/2009/3/layout/HorizontalOrganizationChart"/>
    <dgm:cxn modelId="{7AA30ED8-C11B-4EDA-922E-CDFDE6764846}" type="presParOf" srcId="{9FBCE8F0-58B7-4271-868A-A17D11C1BBDE}" destId="{B04A359F-5FC0-480D-A553-7E0862555199}" srcOrd="0" destOrd="0" presId="urn:microsoft.com/office/officeart/2009/3/layout/HorizontalOrganizationChart"/>
    <dgm:cxn modelId="{660E96BF-A2C0-48C5-A0DC-A18F34FE91EE}" type="presParOf" srcId="{9FBCE8F0-58B7-4271-868A-A17D11C1BBDE}" destId="{9CA19921-00EF-4174-AB3E-0B80B9317A7E}" srcOrd="1" destOrd="0" presId="urn:microsoft.com/office/officeart/2009/3/layout/HorizontalOrganizationChart"/>
    <dgm:cxn modelId="{2B933B87-3724-4265-AF35-BBF773BA4666}" type="presParOf" srcId="{11268FBC-7D15-4B24-BE4E-4AF5139D8845}" destId="{5A4E03A3-BE60-48E3-98FA-C490721C96FA}" srcOrd="1" destOrd="0" presId="urn:microsoft.com/office/officeart/2009/3/layout/HorizontalOrganizationChart"/>
    <dgm:cxn modelId="{8CC31003-1D91-48CB-8445-97A8A58D0A72}" type="presParOf" srcId="{5A4E03A3-BE60-48E3-98FA-C490721C96FA}" destId="{A1DF6DA3-5ED9-406B-B4F0-3934FEF338B6}" srcOrd="0" destOrd="0" presId="urn:microsoft.com/office/officeart/2009/3/layout/HorizontalOrganizationChart"/>
    <dgm:cxn modelId="{4567AA98-87BB-4C0D-BC50-258D51CE55C7}" type="presParOf" srcId="{5A4E03A3-BE60-48E3-98FA-C490721C96FA}" destId="{88268B66-5760-4063-AAD9-D2940ABBC6EE}" srcOrd="1" destOrd="0" presId="urn:microsoft.com/office/officeart/2009/3/layout/HorizontalOrganizationChart"/>
    <dgm:cxn modelId="{5668A89F-71B0-40D5-8BE2-72B76213AAFC}" type="presParOf" srcId="{88268B66-5760-4063-AAD9-D2940ABBC6EE}" destId="{996DDBBA-A190-4F5B-8495-22ED8F166623}" srcOrd="0" destOrd="0" presId="urn:microsoft.com/office/officeart/2009/3/layout/HorizontalOrganizationChart"/>
    <dgm:cxn modelId="{FC83A5FE-B8B4-4327-87BF-5F374D2B62DD}" type="presParOf" srcId="{996DDBBA-A190-4F5B-8495-22ED8F166623}" destId="{490B00CA-15B9-4BAF-B531-774DA8B9F049}" srcOrd="0" destOrd="0" presId="urn:microsoft.com/office/officeart/2009/3/layout/HorizontalOrganizationChart"/>
    <dgm:cxn modelId="{9BE31192-30D8-454C-8EF3-601B5ADF89F9}" type="presParOf" srcId="{996DDBBA-A190-4F5B-8495-22ED8F166623}" destId="{925D2CA3-DF62-438C-B190-F9EA6C79413F}" srcOrd="1" destOrd="0" presId="urn:microsoft.com/office/officeart/2009/3/layout/HorizontalOrganizationChart"/>
    <dgm:cxn modelId="{431AEAEF-1DE4-4924-91A3-2D6146DA9BDD}" type="presParOf" srcId="{88268B66-5760-4063-AAD9-D2940ABBC6EE}" destId="{7CF2BF5E-6C1B-44D4-8258-42EEC7D650E8}" srcOrd="1" destOrd="0" presId="urn:microsoft.com/office/officeart/2009/3/layout/HorizontalOrganizationChart"/>
    <dgm:cxn modelId="{E60AD36C-3582-438E-A573-DD0E7C0E3937}" type="presParOf" srcId="{88268B66-5760-4063-AAD9-D2940ABBC6EE}" destId="{6BC1ABC2-77DF-4B08-889B-9246EE922439}" srcOrd="2" destOrd="0" presId="urn:microsoft.com/office/officeart/2009/3/layout/HorizontalOrganizationChart"/>
    <dgm:cxn modelId="{C82DDAC5-D860-423D-98B9-3B6FD5122A88}" type="presParOf" srcId="{5A4E03A3-BE60-48E3-98FA-C490721C96FA}" destId="{BCCDC420-18E7-425F-AC18-8050B98C0C5E}" srcOrd="2" destOrd="0" presId="urn:microsoft.com/office/officeart/2009/3/layout/HorizontalOrganizationChart"/>
    <dgm:cxn modelId="{12E1F643-6881-4C46-98CA-61B2B5973D98}" type="presParOf" srcId="{5A4E03A3-BE60-48E3-98FA-C490721C96FA}" destId="{B8EC36D4-82CB-47A3-9BB8-CE7867CBF095}" srcOrd="3" destOrd="0" presId="urn:microsoft.com/office/officeart/2009/3/layout/HorizontalOrganizationChart"/>
    <dgm:cxn modelId="{1FF33335-6B07-438C-A799-69D26638A159}" type="presParOf" srcId="{B8EC36D4-82CB-47A3-9BB8-CE7867CBF095}" destId="{70AE4F81-F766-4F1B-A150-ED87E201CD03}" srcOrd="0" destOrd="0" presId="urn:microsoft.com/office/officeart/2009/3/layout/HorizontalOrganizationChart"/>
    <dgm:cxn modelId="{748A4532-4B77-43D1-823E-0891058F5B42}" type="presParOf" srcId="{70AE4F81-F766-4F1B-A150-ED87E201CD03}" destId="{785EF431-7230-4B9E-A7CF-5CC8C0596859}" srcOrd="0" destOrd="0" presId="urn:microsoft.com/office/officeart/2009/3/layout/HorizontalOrganizationChart"/>
    <dgm:cxn modelId="{4D5BA055-8382-4C3E-9F4D-215C3C545828}" type="presParOf" srcId="{70AE4F81-F766-4F1B-A150-ED87E201CD03}" destId="{32550510-62D7-419F-892C-F9B0F6C5807E}" srcOrd="1" destOrd="0" presId="urn:microsoft.com/office/officeart/2009/3/layout/HorizontalOrganizationChart"/>
    <dgm:cxn modelId="{88572132-7A64-43CE-9C55-015521602DE9}" type="presParOf" srcId="{B8EC36D4-82CB-47A3-9BB8-CE7867CBF095}" destId="{C874C50E-2331-46AE-ABA9-BB3CEC693F5A}" srcOrd="1" destOrd="0" presId="urn:microsoft.com/office/officeart/2009/3/layout/HorizontalOrganizationChart"/>
    <dgm:cxn modelId="{B969DBC0-3152-4D37-9E3A-E0A34320755D}" type="presParOf" srcId="{B8EC36D4-82CB-47A3-9BB8-CE7867CBF095}" destId="{D27C4044-751C-4B22-856F-2DAD3BDC38BE}" srcOrd="2" destOrd="0" presId="urn:microsoft.com/office/officeart/2009/3/layout/HorizontalOrganizationChart"/>
    <dgm:cxn modelId="{F822656F-6C88-4122-9E41-473D331C6C70}" type="presParOf" srcId="{5A4E03A3-BE60-48E3-98FA-C490721C96FA}" destId="{42A77680-CDFC-424E-9938-796653D227AE}" srcOrd="4" destOrd="0" presId="urn:microsoft.com/office/officeart/2009/3/layout/HorizontalOrganizationChart"/>
    <dgm:cxn modelId="{EFB94131-51F7-4CDD-A188-4C20D5786A0D}" type="presParOf" srcId="{5A4E03A3-BE60-48E3-98FA-C490721C96FA}" destId="{5B830C0B-CF08-4203-B5AC-2F3DC1188D0C}" srcOrd="5" destOrd="0" presId="urn:microsoft.com/office/officeart/2009/3/layout/HorizontalOrganizationChart"/>
    <dgm:cxn modelId="{6255B11A-BA0E-4E2B-86D5-A54C82213827}" type="presParOf" srcId="{5B830C0B-CF08-4203-B5AC-2F3DC1188D0C}" destId="{48E346E7-4E7F-4267-AC63-E5746B0F95B2}" srcOrd="0" destOrd="0" presId="urn:microsoft.com/office/officeart/2009/3/layout/HorizontalOrganizationChart"/>
    <dgm:cxn modelId="{23A849CF-55A8-4D3E-A801-EE130A95A1C1}" type="presParOf" srcId="{48E346E7-4E7F-4267-AC63-E5746B0F95B2}" destId="{02E12596-1A8A-459A-80B0-B41263D652F3}" srcOrd="0" destOrd="0" presId="urn:microsoft.com/office/officeart/2009/3/layout/HorizontalOrganizationChart"/>
    <dgm:cxn modelId="{1BA8C006-3233-43C2-8223-7F9497544BD6}" type="presParOf" srcId="{48E346E7-4E7F-4267-AC63-E5746B0F95B2}" destId="{AAF76BD7-05F8-4209-A8FA-2D896B7EA9F6}" srcOrd="1" destOrd="0" presId="urn:microsoft.com/office/officeart/2009/3/layout/HorizontalOrganizationChart"/>
    <dgm:cxn modelId="{D70DA49A-3C36-4027-8456-1F9AAF175CAA}" type="presParOf" srcId="{5B830C0B-CF08-4203-B5AC-2F3DC1188D0C}" destId="{F77BEBE6-EEC3-42BE-8431-6DBDC6A464D7}" srcOrd="1" destOrd="0" presId="urn:microsoft.com/office/officeart/2009/3/layout/HorizontalOrganizationChart"/>
    <dgm:cxn modelId="{588E1A65-730C-4202-A1B6-5078A62251CA}" type="presParOf" srcId="{5B830C0B-CF08-4203-B5AC-2F3DC1188D0C}" destId="{A5B9E80C-7DCF-45E9-9315-7547263533D6}" srcOrd="2" destOrd="0" presId="urn:microsoft.com/office/officeart/2009/3/layout/HorizontalOrganizationChart"/>
    <dgm:cxn modelId="{02A9F9F4-F0AC-4C4C-A368-990001F6C91F}" type="presParOf" srcId="{11268FBC-7D15-4B24-BE4E-4AF5139D8845}" destId="{0D01C00E-B67C-4652-A6D4-08008C1B7741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BAB93A-1E27-4F7D-9BEE-D46BED63371F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8CB8226-5B3F-4F93-BA88-B83F76911E76}">
      <dgm:prSet phldrT="[Texto]"/>
      <dgm:spPr/>
      <dgm:t>
        <a:bodyPr/>
        <a:lstStyle/>
        <a:p>
          <a:r>
            <a:rPr lang="en-US"/>
            <a:t>Projetos</a:t>
          </a:r>
        </a:p>
        <a:p>
          <a:r>
            <a:rPr lang="en-US"/>
            <a:t>P{anoProjeto}{sequencialNoAno}NomeProjeto</a:t>
          </a:r>
        </a:p>
      </dgm:t>
    </dgm:pt>
    <dgm:pt modelId="{549B2EEE-9F6C-4C80-BFFE-EA6E5F3D10AB}" type="parTrans" cxnId="{1D8D166C-3C86-4960-95DE-87B3AD2E3230}">
      <dgm:prSet/>
      <dgm:spPr/>
      <dgm:t>
        <a:bodyPr/>
        <a:lstStyle/>
        <a:p>
          <a:endParaRPr lang="en-US"/>
        </a:p>
      </dgm:t>
    </dgm:pt>
    <dgm:pt modelId="{0A58AE1E-CFBF-450D-A4DC-2CD44D61981E}" type="sibTrans" cxnId="{1D8D166C-3C86-4960-95DE-87B3AD2E3230}">
      <dgm:prSet/>
      <dgm:spPr/>
      <dgm:t>
        <a:bodyPr/>
        <a:lstStyle/>
        <a:p>
          <a:endParaRPr lang="en-US"/>
        </a:p>
      </dgm:t>
    </dgm:pt>
    <dgm:pt modelId="{F64F891F-50FA-41D2-A48D-15B55E4309FE}">
      <dgm:prSet phldrT="[Texto]"/>
      <dgm:spPr/>
      <dgm:t>
        <a:bodyPr/>
        <a:lstStyle/>
        <a:p>
          <a:r>
            <a:rPr lang="en-US"/>
            <a:t>01_Requisitos</a:t>
          </a:r>
        </a:p>
      </dgm:t>
    </dgm:pt>
    <dgm:pt modelId="{36898E8B-AA66-4083-8ACA-1765C4203E1E}" type="parTrans" cxnId="{485DF5CA-F015-42D4-90B6-5041D04F377F}">
      <dgm:prSet/>
      <dgm:spPr/>
      <dgm:t>
        <a:bodyPr/>
        <a:lstStyle/>
        <a:p>
          <a:endParaRPr lang="en-US"/>
        </a:p>
      </dgm:t>
    </dgm:pt>
    <dgm:pt modelId="{941D1F0E-9155-4460-98D6-950308185D1F}" type="sibTrans" cxnId="{485DF5CA-F015-42D4-90B6-5041D04F377F}">
      <dgm:prSet/>
      <dgm:spPr/>
      <dgm:t>
        <a:bodyPr/>
        <a:lstStyle/>
        <a:p>
          <a:endParaRPr lang="en-US"/>
        </a:p>
      </dgm:t>
    </dgm:pt>
    <dgm:pt modelId="{03ABEFE2-7850-43E8-BE64-6F14AF1A040B}">
      <dgm:prSet phldrT="[Texto]"/>
      <dgm:spPr/>
      <dgm:t>
        <a:bodyPr/>
        <a:lstStyle/>
        <a:p>
          <a:r>
            <a:rPr lang="en-US"/>
            <a:t>02_Desenvolvimento</a:t>
          </a:r>
        </a:p>
      </dgm:t>
    </dgm:pt>
    <dgm:pt modelId="{2CB536D5-867A-498D-9609-8818F54FB7C8}" type="parTrans" cxnId="{E7457FFA-48F5-47B4-A3FE-AB79AEA6FC5A}">
      <dgm:prSet/>
      <dgm:spPr/>
      <dgm:t>
        <a:bodyPr/>
        <a:lstStyle/>
        <a:p>
          <a:endParaRPr lang="en-US"/>
        </a:p>
      </dgm:t>
    </dgm:pt>
    <dgm:pt modelId="{98AC3101-499F-473A-A9C2-0171A805BF99}" type="sibTrans" cxnId="{E7457FFA-48F5-47B4-A3FE-AB79AEA6FC5A}">
      <dgm:prSet/>
      <dgm:spPr/>
      <dgm:t>
        <a:bodyPr/>
        <a:lstStyle/>
        <a:p>
          <a:endParaRPr lang="en-US"/>
        </a:p>
      </dgm:t>
    </dgm:pt>
    <dgm:pt modelId="{AFC78F44-EB5B-486A-A506-4D8D62C74CC5}">
      <dgm:prSet phldrT="[Texto]"/>
      <dgm:spPr/>
      <dgm:t>
        <a:bodyPr/>
        <a:lstStyle/>
        <a:p>
          <a:r>
            <a:rPr lang="en-US"/>
            <a:t>03_Testes</a:t>
          </a:r>
        </a:p>
      </dgm:t>
    </dgm:pt>
    <dgm:pt modelId="{14AC2447-3F1B-4FD5-8974-1D5CCCE83264}" type="parTrans" cxnId="{AA22CEFD-A4A0-475E-A2D2-ADB755E5BCD5}">
      <dgm:prSet/>
      <dgm:spPr/>
      <dgm:t>
        <a:bodyPr/>
        <a:lstStyle/>
        <a:p>
          <a:endParaRPr lang="en-US"/>
        </a:p>
      </dgm:t>
    </dgm:pt>
    <dgm:pt modelId="{AFF31A17-A436-42D9-BBEE-B5CF6B88E8D3}" type="sibTrans" cxnId="{AA22CEFD-A4A0-475E-A2D2-ADB755E5BCD5}">
      <dgm:prSet/>
      <dgm:spPr/>
      <dgm:t>
        <a:bodyPr/>
        <a:lstStyle/>
        <a:p>
          <a:endParaRPr lang="en-US"/>
        </a:p>
      </dgm:t>
    </dgm:pt>
    <dgm:pt modelId="{AB55E8E0-F854-4EF9-B600-4C9B7055D56E}">
      <dgm:prSet/>
      <dgm:spPr/>
      <dgm:t>
        <a:bodyPr/>
        <a:lstStyle/>
        <a:p>
          <a:r>
            <a:rPr lang="en-US"/>
            <a:t>Anexos</a:t>
          </a:r>
        </a:p>
      </dgm:t>
    </dgm:pt>
    <dgm:pt modelId="{AD9F1068-7FE4-496B-A8B2-530C845654B1}" type="parTrans" cxnId="{CAFDBF78-5348-4405-AB82-45EB3E58F60C}">
      <dgm:prSet/>
      <dgm:spPr/>
      <dgm:t>
        <a:bodyPr/>
        <a:lstStyle/>
        <a:p>
          <a:endParaRPr lang="en-US"/>
        </a:p>
      </dgm:t>
    </dgm:pt>
    <dgm:pt modelId="{DDE3738A-C8AA-411C-8681-BF46F019FB26}" type="sibTrans" cxnId="{CAFDBF78-5348-4405-AB82-45EB3E58F60C}">
      <dgm:prSet/>
      <dgm:spPr/>
      <dgm:t>
        <a:bodyPr/>
        <a:lstStyle/>
        <a:p>
          <a:endParaRPr lang="en-US"/>
        </a:p>
      </dgm:t>
    </dgm:pt>
    <dgm:pt modelId="{9B8D015E-C6B5-4C9D-80D7-7D8FACFF4C43}">
      <dgm:prSet/>
      <dgm:spPr/>
      <dgm:t>
        <a:bodyPr/>
        <a:lstStyle/>
        <a:p>
          <a:r>
            <a:rPr lang="en-US"/>
            <a:t>Casos de Uso</a:t>
          </a:r>
        </a:p>
      </dgm:t>
    </dgm:pt>
    <dgm:pt modelId="{7EA905D5-762F-46A9-81DA-5D51D787898F}" type="parTrans" cxnId="{29BFF38E-EC35-4B3F-B99B-63FB03B41B2F}">
      <dgm:prSet/>
      <dgm:spPr/>
      <dgm:t>
        <a:bodyPr/>
        <a:lstStyle/>
        <a:p>
          <a:endParaRPr lang="en-US"/>
        </a:p>
      </dgm:t>
    </dgm:pt>
    <dgm:pt modelId="{5A00A966-B787-49AE-B431-E61FEE4BFAFB}" type="sibTrans" cxnId="{29BFF38E-EC35-4B3F-B99B-63FB03B41B2F}">
      <dgm:prSet/>
      <dgm:spPr/>
      <dgm:t>
        <a:bodyPr/>
        <a:lstStyle/>
        <a:p>
          <a:endParaRPr lang="en-US"/>
        </a:p>
      </dgm:t>
    </dgm:pt>
    <dgm:pt modelId="{640D508B-6015-4A48-9725-BF715B3F13AB}">
      <dgm:prSet/>
      <dgm:spPr/>
      <dgm:t>
        <a:bodyPr/>
        <a:lstStyle/>
        <a:p>
          <a:r>
            <a:rPr lang="en-US"/>
            <a:t>Interfaces Softwre</a:t>
          </a:r>
        </a:p>
      </dgm:t>
    </dgm:pt>
    <dgm:pt modelId="{AA7C8BBC-A607-4A09-A667-57311ED8D799}" type="parTrans" cxnId="{95E327B4-7B03-43F5-AC5A-0AD95F10204D}">
      <dgm:prSet/>
      <dgm:spPr/>
      <dgm:t>
        <a:bodyPr/>
        <a:lstStyle/>
        <a:p>
          <a:endParaRPr lang="en-US"/>
        </a:p>
      </dgm:t>
    </dgm:pt>
    <dgm:pt modelId="{E3F0565C-E665-45B0-A821-CDE4C78B8D0E}" type="sibTrans" cxnId="{95E327B4-7B03-43F5-AC5A-0AD95F10204D}">
      <dgm:prSet/>
      <dgm:spPr/>
      <dgm:t>
        <a:bodyPr/>
        <a:lstStyle/>
        <a:p>
          <a:endParaRPr lang="en-US"/>
        </a:p>
      </dgm:t>
    </dgm:pt>
    <dgm:pt modelId="{1BDF1BB9-46BE-4B3C-A4E0-30421BC82038}">
      <dgm:prSet/>
      <dgm:spPr/>
      <dgm:t>
        <a:bodyPr/>
        <a:lstStyle/>
        <a:p>
          <a:r>
            <a:rPr lang="en-US"/>
            <a:t>Modelos Relatorio</a:t>
          </a:r>
        </a:p>
      </dgm:t>
    </dgm:pt>
    <dgm:pt modelId="{E3219212-5985-4D68-983C-97D7783C941A}" type="parTrans" cxnId="{C8C5138B-43B1-43FE-880B-08554332260C}">
      <dgm:prSet/>
      <dgm:spPr/>
      <dgm:t>
        <a:bodyPr/>
        <a:lstStyle/>
        <a:p>
          <a:endParaRPr lang="en-US"/>
        </a:p>
      </dgm:t>
    </dgm:pt>
    <dgm:pt modelId="{6DBED694-F9EA-45AF-8642-4FED6E00DF72}" type="sibTrans" cxnId="{C8C5138B-43B1-43FE-880B-08554332260C}">
      <dgm:prSet/>
      <dgm:spPr/>
      <dgm:t>
        <a:bodyPr/>
        <a:lstStyle/>
        <a:p>
          <a:endParaRPr lang="en-US"/>
        </a:p>
      </dgm:t>
    </dgm:pt>
    <dgm:pt modelId="{7B049FC6-B676-4CEC-8163-F25550B084AB}">
      <dgm:prSet/>
      <dgm:spPr/>
      <dgm:t>
        <a:bodyPr/>
        <a:lstStyle/>
        <a:p>
          <a:r>
            <a:rPr lang="en-US"/>
            <a:t>{NomeDoModulo}</a:t>
          </a:r>
        </a:p>
      </dgm:t>
    </dgm:pt>
    <dgm:pt modelId="{74B0CD96-CBB8-4FFA-AB91-6180F1DC425F}" type="parTrans" cxnId="{22B6B4FA-D05F-4979-94B7-7C5F40DA3DA0}">
      <dgm:prSet/>
      <dgm:spPr/>
      <dgm:t>
        <a:bodyPr/>
        <a:lstStyle/>
        <a:p>
          <a:endParaRPr lang="en-US"/>
        </a:p>
      </dgm:t>
    </dgm:pt>
    <dgm:pt modelId="{953D5A48-9C08-4C0B-8E95-201F3979936A}" type="sibTrans" cxnId="{22B6B4FA-D05F-4979-94B7-7C5F40DA3DA0}">
      <dgm:prSet/>
      <dgm:spPr/>
      <dgm:t>
        <a:bodyPr/>
        <a:lstStyle/>
        <a:p>
          <a:endParaRPr lang="en-US"/>
        </a:p>
      </dgm:t>
    </dgm:pt>
    <dgm:pt modelId="{E07A1A4D-F866-43F2-BE05-494EC3884538}">
      <dgm:prSet/>
      <dgm:spPr/>
      <dgm:t>
        <a:bodyPr/>
        <a:lstStyle/>
        <a:p>
          <a:r>
            <a:rPr lang="en-US"/>
            <a:t>Estrutura Maven</a:t>
          </a:r>
        </a:p>
      </dgm:t>
    </dgm:pt>
    <dgm:pt modelId="{06B79BD9-D930-4DDB-BB46-EBA8673437CD}" type="parTrans" cxnId="{D76FBC5D-7B88-4247-88C5-4DD79AF5331F}">
      <dgm:prSet/>
      <dgm:spPr/>
      <dgm:t>
        <a:bodyPr/>
        <a:lstStyle/>
        <a:p>
          <a:endParaRPr lang="en-US"/>
        </a:p>
      </dgm:t>
    </dgm:pt>
    <dgm:pt modelId="{EA68D4EC-6695-418E-B1BE-A6F81F7B7399}" type="sibTrans" cxnId="{D76FBC5D-7B88-4247-88C5-4DD79AF5331F}">
      <dgm:prSet/>
      <dgm:spPr/>
      <dgm:t>
        <a:bodyPr/>
        <a:lstStyle/>
        <a:p>
          <a:endParaRPr lang="en-US"/>
        </a:p>
      </dgm:t>
    </dgm:pt>
    <dgm:pt modelId="{9F2E7B60-205C-4FC4-AB42-B61CC4677645}">
      <dgm:prSet/>
      <dgm:spPr/>
      <dgm:t>
        <a:bodyPr/>
        <a:lstStyle/>
        <a:p>
          <a:r>
            <a:rPr lang="en-US"/>
            <a:t>Caso de Teste</a:t>
          </a:r>
        </a:p>
      </dgm:t>
    </dgm:pt>
    <dgm:pt modelId="{57EC9F02-B740-47A0-AF45-810B5ADAF792}" type="parTrans" cxnId="{F9F0CFE7-78FE-45F3-AAC7-1741173BCC96}">
      <dgm:prSet/>
      <dgm:spPr/>
      <dgm:t>
        <a:bodyPr/>
        <a:lstStyle/>
        <a:p>
          <a:endParaRPr lang="en-US"/>
        </a:p>
      </dgm:t>
    </dgm:pt>
    <dgm:pt modelId="{F530C98C-7758-4184-838C-A01B0E089EF3}" type="sibTrans" cxnId="{F9F0CFE7-78FE-45F3-AAC7-1741173BCC96}">
      <dgm:prSet/>
      <dgm:spPr/>
      <dgm:t>
        <a:bodyPr/>
        <a:lstStyle/>
        <a:p>
          <a:endParaRPr lang="en-US"/>
        </a:p>
      </dgm:t>
    </dgm:pt>
    <dgm:pt modelId="{C72492CC-AE36-4440-8F59-DFFA6F2E0952}">
      <dgm:prSet/>
      <dgm:spPr/>
      <dgm:t>
        <a:bodyPr/>
        <a:lstStyle/>
        <a:p>
          <a:r>
            <a:rPr lang="en-US"/>
            <a:t>Resultado dos Testes</a:t>
          </a:r>
        </a:p>
      </dgm:t>
    </dgm:pt>
    <dgm:pt modelId="{B7947EEF-3D81-4A9F-87CC-30CD696CF14F}" type="parTrans" cxnId="{18B37646-4ADE-44AD-9591-8E3CEF451147}">
      <dgm:prSet/>
      <dgm:spPr/>
      <dgm:t>
        <a:bodyPr/>
        <a:lstStyle/>
        <a:p>
          <a:endParaRPr lang="en-US"/>
        </a:p>
      </dgm:t>
    </dgm:pt>
    <dgm:pt modelId="{83394E0B-6EB2-426C-B1AC-9D63D42A3B8C}" type="sibTrans" cxnId="{18B37646-4ADE-44AD-9591-8E3CEF451147}">
      <dgm:prSet/>
      <dgm:spPr/>
      <dgm:t>
        <a:bodyPr/>
        <a:lstStyle/>
        <a:p>
          <a:endParaRPr lang="en-US"/>
        </a:p>
      </dgm:t>
    </dgm:pt>
    <dgm:pt modelId="{72556490-D5A3-4F1B-8F68-38C8B2551573}">
      <dgm:prSet/>
      <dgm:spPr/>
      <dgm:t>
        <a:bodyPr/>
        <a:lstStyle/>
        <a:p>
          <a:r>
            <a:rPr lang="en-US"/>
            <a:t>Scripts de Teste</a:t>
          </a:r>
        </a:p>
      </dgm:t>
    </dgm:pt>
    <dgm:pt modelId="{DAC50A63-4036-418B-8D95-03420C55D959}" type="parTrans" cxnId="{E3E91E17-9BA2-45C2-B170-F639B716AEA3}">
      <dgm:prSet/>
      <dgm:spPr/>
      <dgm:t>
        <a:bodyPr/>
        <a:lstStyle/>
        <a:p>
          <a:endParaRPr lang="en-US"/>
        </a:p>
      </dgm:t>
    </dgm:pt>
    <dgm:pt modelId="{8B514C16-625E-4D23-967A-C31176F47D1C}" type="sibTrans" cxnId="{E3E91E17-9BA2-45C2-B170-F639B716AEA3}">
      <dgm:prSet/>
      <dgm:spPr/>
      <dgm:t>
        <a:bodyPr/>
        <a:lstStyle/>
        <a:p>
          <a:endParaRPr lang="en-US"/>
        </a:p>
      </dgm:t>
    </dgm:pt>
    <dgm:pt modelId="{4DBECCED-08B5-43A5-BEEC-211E76B97049}">
      <dgm:prSet/>
      <dgm:spPr/>
      <dgm:t>
        <a:bodyPr/>
        <a:lstStyle/>
        <a:p>
          <a:r>
            <a:rPr lang="en-US"/>
            <a:t>04_Gestão</a:t>
          </a:r>
        </a:p>
      </dgm:t>
    </dgm:pt>
    <dgm:pt modelId="{D8E1A602-9A0F-4D15-9B8A-0C69E6249693}" type="parTrans" cxnId="{4353B901-49EA-4BAF-9919-7B72056A4F16}">
      <dgm:prSet/>
      <dgm:spPr/>
      <dgm:t>
        <a:bodyPr/>
        <a:lstStyle/>
        <a:p>
          <a:endParaRPr lang="en-US"/>
        </a:p>
      </dgm:t>
    </dgm:pt>
    <dgm:pt modelId="{219EF779-E8B6-4AA8-8D90-42BABE25A8DA}" type="sibTrans" cxnId="{4353B901-49EA-4BAF-9919-7B72056A4F16}">
      <dgm:prSet/>
      <dgm:spPr/>
      <dgm:t>
        <a:bodyPr/>
        <a:lstStyle/>
        <a:p>
          <a:endParaRPr lang="en-US"/>
        </a:p>
      </dgm:t>
    </dgm:pt>
    <dgm:pt modelId="{2F1FF657-201E-419E-8D14-61A337F65FCC}">
      <dgm:prSet/>
      <dgm:spPr/>
      <dgm:t>
        <a:bodyPr/>
        <a:lstStyle/>
        <a:p>
          <a:r>
            <a:rPr lang="en-US"/>
            <a:t>05_Qualidade</a:t>
          </a:r>
        </a:p>
      </dgm:t>
    </dgm:pt>
    <dgm:pt modelId="{4483431E-DF4E-4A95-98D8-88773B4F4E0B}" type="parTrans" cxnId="{42DCD882-27AD-4360-B4B0-1EFA598DC9BD}">
      <dgm:prSet/>
      <dgm:spPr/>
      <dgm:t>
        <a:bodyPr/>
        <a:lstStyle/>
        <a:p>
          <a:endParaRPr lang="en-US"/>
        </a:p>
      </dgm:t>
    </dgm:pt>
    <dgm:pt modelId="{493625C1-73D3-4AA2-8403-3A5208E4E907}" type="sibTrans" cxnId="{42DCD882-27AD-4360-B4B0-1EFA598DC9BD}">
      <dgm:prSet/>
      <dgm:spPr/>
      <dgm:t>
        <a:bodyPr/>
        <a:lstStyle/>
        <a:p>
          <a:endParaRPr lang="en-US"/>
        </a:p>
      </dgm:t>
    </dgm:pt>
    <dgm:pt modelId="{030457C1-50EB-4848-9784-D52EEE2D4033}">
      <dgm:prSet/>
      <dgm:spPr/>
      <dgm:t>
        <a:bodyPr/>
        <a:lstStyle/>
        <a:p>
          <a:r>
            <a:rPr lang="en-US"/>
            <a:t>Planejamento</a:t>
          </a:r>
        </a:p>
      </dgm:t>
    </dgm:pt>
    <dgm:pt modelId="{C803D3F0-E609-47AE-8709-689393CD3E82}" type="parTrans" cxnId="{4F754C05-F4BB-40DB-9660-8B616ED203B4}">
      <dgm:prSet/>
      <dgm:spPr/>
      <dgm:t>
        <a:bodyPr/>
        <a:lstStyle/>
        <a:p>
          <a:endParaRPr lang="en-US"/>
        </a:p>
      </dgm:t>
    </dgm:pt>
    <dgm:pt modelId="{50449CCD-C7C7-4746-BA23-06F48D310943}" type="sibTrans" cxnId="{4F754C05-F4BB-40DB-9660-8B616ED203B4}">
      <dgm:prSet/>
      <dgm:spPr/>
      <dgm:t>
        <a:bodyPr/>
        <a:lstStyle/>
        <a:p>
          <a:endParaRPr lang="en-US"/>
        </a:p>
      </dgm:t>
    </dgm:pt>
    <dgm:pt modelId="{6112FFFF-1636-4C23-8223-6A495C5BA6FE}">
      <dgm:prSet/>
      <dgm:spPr/>
      <dgm:t>
        <a:bodyPr/>
        <a:lstStyle/>
        <a:p>
          <a:r>
            <a:rPr lang="en-US"/>
            <a:t>Outros</a:t>
          </a:r>
        </a:p>
      </dgm:t>
    </dgm:pt>
    <dgm:pt modelId="{8EEFE1E6-10C2-4993-8A29-09956135F1BA}" type="parTrans" cxnId="{F7232FFF-3A64-4606-977C-05898C1F857C}">
      <dgm:prSet/>
      <dgm:spPr/>
      <dgm:t>
        <a:bodyPr/>
        <a:lstStyle/>
        <a:p>
          <a:endParaRPr lang="en-US"/>
        </a:p>
      </dgm:t>
    </dgm:pt>
    <dgm:pt modelId="{95C0D21D-A24C-481E-87A6-1FA3AF247A49}" type="sibTrans" cxnId="{F7232FFF-3A64-4606-977C-05898C1F857C}">
      <dgm:prSet/>
      <dgm:spPr/>
      <dgm:t>
        <a:bodyPr/>
        <a:lstStyle/>
        <a:p>
          <a:endParaRPr lang="en-US"/>
        </a:p>
      </dgm:t>
    </dgm:pt>
    <dgm:pt modelId="{04EAB1F5-9937-4DBF-9BA9-682DC63EAE2D}" type="pres">
      <dgm:prSet presAssocID="{08BAB93A-1E27-4F7D-9BEE-D46BED63371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72A011F-6298-490F-847C-CB41698D49A1}" type="pres">
      <dgm:prSet presAssocID="{28CB8226-5B3F-4F93-BA88-B83F76911E76}" presName="hierRoot1" presStyleCnt="0">
        <dgm:presLayoutVars>
          <dgm:hierBranch val="init"/>
        </dgm:presLayoutVars>
      </dgm:prSet>
      <dgm:spPr/>
    </dgm:pt>
    <dgm:pt modelId="{071B40B6-A469-4C6D-9187-726738AD694F}" type="pres">
      <dgm:prSet presAssocID="{28CB8226-5B3F-4F93-BA88-B83F76911E76}" presName="rootComposite1" presStyleCnt="0"/>
      <dgm:spPr/>
    </dgm:pt>
    <dgm:pt modelId="{63011818-7A50-4391-8F65-B5FB3294D547}" type="pres">
      <dgm:prSet presAssocID="{28CB8226-5B3F-4F93-BA88-B83F76911E76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417E4E2-85D8-4D1D-B8DC-77470CC834EA}" type="pres">
      <dgm:prSet presAssocID="{28CB8226-5B3F-4F93-BA88-B83F76911E76}" presName="rootConnector1" presStyleLbl="node1" presStyleIdx="0" presStyleCnt="0"/>
      <dgm:spPr/>
      <dgm:t>
        <a:bodyPr/>
        <a:lstStyle/>
        <a:p>
          <a:endParaRPr lang="en-US"/>
        </a:p>
      </dgm:t>
    </dgm:pt>
    <dgm:pt modelId="{85C30E99-2797-4AE0-8237-8DBF5775CBE5}" type="pres">
      <dgm:prSet presAssocID="{28CB8226-5B3F-4F93-BA88-B83F76911E76}" presName="hierChild2" presStyleCnt="0"/>
      <dgm:spPr/>
    </dgm:pt>
    <dgm:pt modelId="{264D4D21-B755-4514-BA98-661676145089}" type="pres">
      <dgm:prSet presAssocID="{36898E8B-AA66-4083-8ACA-1765C4203E1E}" presName="Name64" presStyleLbl="parChTrans1D2" presStyleIdx="0" presStyleCnt="5"/>
      <dgm:spPr/>
      <dgm:t>
        <a:bodyPr/>
        <a:lstStyle/>
        <a:p>
          <a:endParaRPr lang="en-US"/>
        </a:p>
      </dgm:t>
    </dgm:pt>
    <dgm:pt modelId="{CF0496FE-E6CF-4273-8506-9336B80965E4}" type="pres">
      <dgm:prSet presAssocID="{F64F891F-50FA-41D2-A48D-15B55E4309FE}" presName="hierRoot2" presStyleCnt="0">
        <dgm:presLayoutVars>
          <dgm:hierBranch val="init"/>
        </dgm:presLayoutVars>
      </dgm:prSet>
      <dgm:spPr/>
    </dgm:pt>
    <dgm:pt modelId="{A2B79969-7F80-4C4D-9BFE-33674D19618A}" type="pres">
      <dgm:prSet presAssocID="{F64F891F-50FA-41D2-A48D-15B55E4309FE}" presName="rootComposite" presStyleCnt="0"/>
      <dgm:spPr/>
    </dgm:pt>
    <dgm:pt modelId="{8B9336D7-43D0-4922-82E9-4C1A7A48FC49}" type="pres">
      <dgm:prSet presAssocID="{F64F891F-50FA-41D2-A48D-15B55E4309FE}" presName="rootText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4FD19BF-0999-4A5E-BC8F-276BCD2E1C6C}" type="pres">
      <dgm:prSet presAssocID="{F64F891F-50FA-41D2-A48D-15B55E4309FE}" presName="rootConnector" presStyleLbl="node2" presStyleIdx="0" presStyleCnt="5"/>
      <dgm:spPr/>
      <dgm:t>
        <a:bodyPr/>
        <a:lstStyle/>
        <a:p>
          <a:endParaRPr lang="en-US"/>
        </a:p>
      </dgm:t>
    </dgm:pt>
    <dgm:pt modelId="{9D2AADB2-4396-4091-BA20-64B84ACCB64D}" type="pres">
      <dgm:prSet presAssocID="{F64F891F-50FA-41D2-A48D-15B55E4309FE}" presName="hierChild4" presStyleCnt="0"/>
      <dgm:spPr/>
    </dgm:pt>
    <dgm:pt modelId="{8860398C-DD3E-499D-9E98-35994DD735A8}" type="pres">
      <dgm:prSet presAssocID="{AD9F1068-7FE4-496B-A8B2-530C845654B1}" presName="Name64" presStyleLbl="parChTrans1D3" presStyleIdx="0" presStyleCnt="10"/>
      <dgm:spPr/>
      <dgm:t>
        <a:bodyPr/>
        <a:lstStyle/>
        <a:p>
          <a:endParaRPr lang="en-US"/>
        </a:p>
      </dgm:t>
    </dgm:pt>
    <dgm:pt modelId="{5CFC9261-8FB8-4143-BBAB-242B737E623B}" type="pres">
      <dgm:prSet presAssocID="{AB55E8E0-F854-4EF9-B600-4C9B7055D56E}" presName="hierRoot2" presStyleCnt="0">
        <dgm:presLayoutVars>
          <dgm:hierBranch val="init"/>
        </dgm:presLayoutVars>
      </dgm:prSet>
      <dgm:spPr/>
    </dgm:pt>
    <dgm:pt modelId="{4F3B9AC7-9EE6-44D4-969F-6FA42B4D5D4C}" type="pres">
      <dgm:prSet presAssocID="{AB55E8E0-F854-4EF9-B600-4C9B7055D56E}" presName="rootComposite" presStyleCnt="0"/>
      <dgm:spPr/>
    </dgm:pt>
    <dgm:pt modelId="{EAEA1A85-6EA6-418C-BB1F-8CEF5223F04A}" type="pres">
      <dgm:prSet presAssocID="{AB55E8E0-F854-4EF9-B600-4C9B7055D56E}" presName="rootText" presStyleLbl="node3" presStyleIdx="0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59829DA-5AD2-4C48-919C-F5F189F38451}" type="pres">
      <dgm:prSet presAssocID="{AB55E8E0-F854-4EF9-B600-4C9B7055D56E}" presName="rootConnector" presStyleLbl="node3" presStyleIdx="0" presStyleCnt="10"/>
      <dgm:spPr/>
      <dgm:t>
        <a:bodyPr/>
        <a:lstStyle/>
        <a:p>
          <a:endParaRPr lang="en-US"/>
        </a:p>
      </dgm:t>
    </dgm:pt>
    <dgm:pt modelId="{0A14549E-B182-48A7-AEC7-EF894D9B5F92}" type="pres">
      <dgm:prSet presAssocID="{AB55E8E0-F854-4EF9-B600-4C9B7055D56E}" presName="hierChild4" presStyleCnt="0"/>
      <dgm:spPr/>
    </dgm:pt>
    <dgm:pt modelId="{D3D4A45C-CE63-45A3-95AD-5EEEFE93AD5A}" type="pres">
      <dgm:prSet presAssocID="{AB55E8E0-F854-4EF9-B600-4C9B7055D56E}" presName="hierChild5" presStyleCnt="0"/>
      <dgm:spPr/>
    </dgm:pt>
    <dgm:pt modelId="{5C4EF67E-147B-4BFB-9DF6-825D3523C4FE}" type="pres">
      <dgm:prSet presAssocID="{7EA905D5-762F-46A9-81DA-5D51D787898F}" presName="Name64" presStyleLbl="parChTrans1D3" presStyleIdx="1" presStyleCnt="10"/>
      <dgm:spPr/>
      <dgm:t>
        <a:bodyPr/>
        <a:lstStyle/>
        <a:p>
          <a:endParaRPr lang="en-US"/>
        </a:p>
      </dgm:t>
    </dgm:pt>
    <dgm:pt modelId="{811A2B80-E254-43B4-95A4-4BBE102CE2EB}" type="pres">
      <dgm:prSet presAssocID="{9B8D015E-C6B5-4C9D-80D7-7D8FACFF4C43}" presName="hierRoot2" presStyleCnt="0">
        <dgm:presLayoutVars>
          <dgm:hierBranch val="init"/>
        </dgm:presLayoutVars>
      </dgm:prSet>
      <dgm:spPr/>
    </dgm:pt>
    <dgm:pt modelId="{997F36E4-4619-44BE-AAAD-B35650544DF6}" type="pres">
      <dgm:prSet presAssocID="{9B8D015E-C6B5-4C9D-80D7-7D8FACFF4C43}" presName="rootComposite" presStyleCnt="0"/>
      <dgm:spPr/>
    </dgm:pt>
    <dgm:pt modelId="{AED936AD-8030-4A6F-94B7-344CF0C300FE}" type="pres">
      <dgm:prSet presAssocID="{9B8D015E-C6B5-4C9D-80D7-7D8FACFF4C43}" presName="rootText" presStyleLbl="node3" presStyleIdx="1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F0E6D12-FB75-49E4-9AFD-B3495A201EF1}" type="pres">
      <dgm:prSet presAssocID="{9B8D015E-C6B5-4C9D-80D7-7D8FACFF4C43}" presName="rootConnector" presStyleLbl="node3" presStyleIdx="1" presStyleCnt="10"/>
      <dgm:spPr/>
      <dgm:t>
        <a:bodyPr/>
        <a:lstStyle/>
        <a:p>
          <a:endParaRPr lang="en-US"/>
        </a:p>
      </dgm:t>
    </dgm:pt>
    <dgm:pt modelId="{F2327CFC-DC2D-480C-87CF-90F3DAFD4159}" type="pres">
      <dgm:prSet presAssocID="{9B8D015E-C6B5-4C9D-80D7-7D8FACFF4C43}" presName="hierChild4" presStyleCnt="0"/>
      <dgm:spPr/>
    </dgm:pt>
    <dgm:pt modelId="{8A854A4C-E35E-4B5D-A555-0F4EB7C5012D}" type="pres">
      <dgm:prSet presAssocID="{9B8D015E-C6B5-4C9D-80D7-7D8FACFF4C43}" presName="hierChild5" presStyleCnt="0"/>
      <dgm:spPr/>
    </dgm:pt>
    <dgm:pt modelId="{84FCDD15-355C-4062-82BD-047473689330}" type="pres">
      <dgm:prSet presAssocID="{AA7C8BBC-A607-4A09-A667-57311ED8D799}" presName="Name64" presStyleLbl="parChTrans1D3" presStyleIdx="2" presStyleCnt="10"/>
      <dgm:spPr/>
      <dgm:t>
        <a:bodyPr/>
        <a:lstStyle/>
        <a:p>
          <a:endParaRPr lang="en-US"/>
        </a:p>
      </dgm:t>
    </dgm:pt>
    <dgm:pt modelId="{48C3E15B-E66B-4E03-8E07-02AE64D35A3E}" type="pres">
      <dgm:prSet presAssocID="{640D508B-6015-4A48-9725-BF715B3F13AB}" presName="hierRoot2" presStyleCnt="0">
        <dgm:presLayoutVars>
          <dgm:hierBranch val="init"/>
        </dgm:presLayoutVars>
      </dgm:prSet>
      <dgm:spPr/>
    </dgm:pt>
    <dgm:pt modelId="{72C28462-369A-43AD-A6E8-766C54DBDB6E}" type="pres">
      <dgm:prSet presAssocID="{640D508B-6015-4A48-9725-BF715B3F13AB}" presName="rootComposite" presStyleCnt="0"/>
      <dgm:spPr/>
    </dgm:pt>
    <dgm:pt modelId="{3018533F-8CCF-4E1C-8ACE-31E7A3D715B2}" type="pres">
      <dgm:prSet presAssocID="{640D508B-6015-4A48-9725-BF715B3F13AB}" presName="rootText" presStyleLbl="node3" presStyleIdx="2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79F3A0F-C2F8-465C-B44C-AF82FADEA387}" type="pres">
      <dgm:prSet presAssocID="{640D508B-6015-4A48-9725-BF715B3F13AB}" presName="rootConnector" presStyleLbl="node3" presStyleIdx="2" presStyleCnt="10"/>
      <dgm:spPr/>
      <dgm:t>
        <a:bodyPr/>
        <a:lstStyle/>
        <a:p>
          <a:endParaRPr lang="en-US"/>
        </a:p>
      </dgm:t>
    </dgm:pt>
    <dgm:pt modelId="{602EFBFA-D855-4144-9EC7-C5ADE01B32D3}" type="pres">
      <dgm:prSet presAssocID="{640D508B-6015-4A48-9725-BF715B3F13AB}" presName="hierChild4" presStyleCnt="0"/>
      <dgm:spPr/>
    </dgm:pt>
    <dgm:pt modelId="{0B12E015-F212-44FC-9107-05E6921943EB}" type="pres">
      <dgm:prSet presAssocID="{640D508B-6015-4A48-9725-BF715B3F13AB}" presName="hierChild5" presStyleCnt="0"/>
      <dgm:spPr/>
    </dgm:pt>
    <dgm:pt modelId="{9DFBD287-9915-4CF3-BEE1-E0CDCD2C5774}" type="pres">
      <dgm:prSet presAssocID="{E3219212-5985-4D68-983C-97D7783C941A}" presName="Name64" presStyleLbl="parChTrans1D3" presStyleIdx="3" presStyleCnt="10"/>
      <dgm:spPr/>
      <dgm:t>
        <a:bodyPr/>
        <a:lstStyle/>
        <a:p>
          <a:endParaRPr lang="en-US"/>
        </a:p>
      </dgm:t>
    </dgm:pt>
    <dgm:pt modelId="{09E1DAA1-D85F-4DC5-A2E4-1E2EB8995A61}" type="pres">
      <dgm:prSet presAssocID="{1BDF1BB9-46BE-4B3C-A4E0-30421BC82038}" presName="hierRoot2" presStyleCnt="0">
        <dgm:presLayoutVars>
          <dgm:hierBranch val="init"/>
        </dgm:presLayoutVars>
      </dgm:prSet>
      <dgm:spPr/>
    </dgm:pt>
    <dgm:pt modelId="{8A408A93-7388-4DB5-B35E-F8D02E85A209}" type="pres">
      <dgm:prSet presAssocID="{1BDF1BB9-46BE-4B3C-A4E0-30421BC82038}" presName="rootComposite" presStyleCnt="0"/>
      <dgm:spPr/>
    </dgm:pt>
    <dgm:pt modelId="{988C8F29-C969-4A91-AD8D-4F1996D1B529}" type="pres">
      <dgm:prSet presAssocID="{1BDF1BB9-46BE-4B3C-A4E0-30421BC82038}" presName="rootText" presStyleLbl="node3" presStyleIdx="3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6A3B864-1B5B-476D-B3BF-27B4BAD4E31E}" type="pres">
      <dgm:prSet presAssocID="{1BDF1BB9-46BE-4B3C-A4E0-30421BC82038}" presName="rootConnector" presStyleLbl="node3" presStyleIdx="3" presStyleCnt="10"/>
      <dgm:spPr/>
      <dgm:t>
        <a:bodyPr/>
        <a:lstStyle/>
        <a:p>
          <a:endParaRPr lang="en-US"/>
        </a:p>
      </dgm:t>
    </dgm:pt>
    <dgm:pt modelId="{A28500EC-9CBF-4707-9FEC-F5854C5EEC3E}" type="pres">
      <dgm:prSet presAssocID="{1BDF1BB9-46BE-4B3C-A4E0-30421BC82038}" presName="hierChild4" presStyleCnt="0"/>
      <dgm:spPr/>
    </dgm:pt>
    <dgm:pt modelId="{26C8DDFB-12C0-4931-8569-D7BC882DB07C}" type="pres">
      <dgm:prSet presAssocID="{1BDF1BB9-46BE-4B3C-A4E0-30421BC82038}" presName="hierChild5" presStyleCnt="0"/>
      <dgm:spPr/>
    </dgm:pt>
    <dgm:pt modelId="{9823A597-AB57-4519-ABD9-CE93AF047C3C}" type="pres">
      <dgm:prSet presAssocID="{F64F891F-50FA-41D2-A48D-15B55E4309FE}" presName="hierChild5" presStyleCnt="0"/>
      <dgm:spPr/>
    </dgm:pt>
    <dgm:pt modelId="{20116D36-5E7A-4331-A686-5A34492EE3E3}" type="pres">
      <dgm:prSet presAssocID="{2CB536D5-867A-498D-9609-8818F54FB7C8}" presName="Name64" presStyleLbl="parChTrans1D2" presStyleIdx="1" presStyleCnt="5"/>
      <dgm:spPr/>
      <dgm:t>
        <a:bodyPr/>
        <a:lstStyle/>
        <a:p>
          <a:endParaRPr lang="en-US"/>
        </a:p>
      </dgm:t>
    </dgm:pt>
    <dgm:pt modelId="{4C2CFA33-A115-4651-8785-2975DFFD787D}" type="pres">
      <dgm:prSet presAssocID="{03ABEFE2-7850-43E8-BE64-6F14AF1A040B}" presName="hierRoot2" presStyleCnt="0">
        <dgm:presLayoutVars>
          <dgm:hierBranch val="init"/>
        </dgm:presLayoutVars>
      </dgm:prSet>
      <dgm:spPr/>
    </dgm:pt>
    <dgm:pt modelId="{EE010CAD-AD37-43EB-AE44-E09EBE0E4465}" type="pres">
      <dgm:prSet presAssocID="{03ABEFE2-7850-43E8-BE64-6F14AF1A040B}" presName="rootComposite" presStyleCnt="0"/>
      <dgm:spPr/>
    </dgm:pt>
    <dgm:pt modelId="{F36DE499-D0C6-4955-B571-84797F8A0035}" type="pres">
      <dgm:prSet presAssocID="{03ABEFE2-7850-43E8-BE64-6F14AF1A040B}" presName="rootText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95E4F72-FFB2-480B-A1A1-39279A5044E7}" type="pres">
      <dgm:prSet presAssocID="{03ABEFE2-7850-43E8-BE64-6F14AF1A040B}" presName="rootConnector" presStyleLbl="node2" presStyleIdx="1" presStyleCnt="5"/>
      <dgm:spPr/>
      <dgm:t>
        <a:bodyPr/>
        <a:lstStyle/>
        <a:p>
          <a:endParaRPr lang="en-US"/>
        </a:p>
      </dgm:t>
    </dgm:pt>
    <dgm:pt modelId="{594AB558-AD10-4148-B96F-548A99DBC559}" type="pres">
      <dgm:prSet presAssocID="{03ABEFE2-7850-43E8-BE64-6F14AF1A040B}" presName="hierChild4" presStyleCnt="0"/>
      <dgm:spPr/>
    </dgm:pt>
    <dgm:pt modelId="{F36DD1C8-AEE4-4256-9DB3-A06199CA9F3D}" type="pres">
      <dgm:prSet presAssocID="{74B0CD96-CBB8-4FFA-AB91-6180F1DC425F}" presName="Name64" presStyleLbl="parChTrans1D3" presStyleIdx="4" presStyleCnt="10"/>
      <dgm:spPr/>
      <dgm:t>
        <a:bodyPr/>
        <a:lstStyle/>
        <a:p>
          <a:endParaRPr lang="en-US"/>
        </a:p>
      </dgm:t>
    </dgm:pt>
    <dgm:pt modelId="{B6A3263F-BE7B-4A33-A5F2-F4B08FB6BD55}" type="pres">
      <dgm:prSet presAssocID="{7B049FC6-B676-4CEC-8163-F25550B084AB}" presName="hierRoot2" presStyleCnt="0">
        <dgm:presLayoutVars>
          <dgm:hierBranch val="init"/>
        </dgm:presLayoutVars>
      </dgm:prSet>
      <dgm:spPr/>
    </dgm:pt>
    <dgm:pt modelId="{006C0CBB-8B2E-415B-A5B1-8B746F423F59}" type="pres">
      <dgm:prSet presAssocID="{7B049FC6-B676-4CEC-8163-F25550B084AB}" presName="rootComposite" presStyleCnt="0"/>
      <dgm:spPr/>
    </dgm:pt>
    <dgm:pt modelId="{D2B0EA74-C3CA-488A-8C5B-45966F9BF429}" type="pres">
      <dgm:prSet presAssocID="{7B049FC6-B676-4CEC-8163-F25550B084AB}" presName="rootText" presStyleLbl="node3" presStyleIdx="4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38A4D77-FD09-4590-A92F-85795E99D14B}" type="pres">
      <dgm:prSet presAssocID="{7B049FC6-B676-4CEC-8163-F25550B084AB}" presName="rootConnector" presStyleLbl="node3" presStyleIdx="4" presStyleCnt="10"/>
      <dgm:spPr/>
      <dgm:t>
        <a:bodyPr/>
        <a:lstStyle/>
        <a:p>
          <a:endParaRPr lang="en-US"/>
        </a:p>
      </dgm:t>
    </dgm:pt>
    <dgm:pt modelId="{26775FB9-6FE3-4D39-99BF-64037AC256F7}" type="pres">
      <dgm:prSet presAssocID="{7B049FC6-B676-4CEC-8163-F25550B084AB}" presName="hierChild4" presStyleCnt="0"/>
      <dgm:spPr/>
    </dgm:pt>
    <dgm:pt modelId="{7C43F1E6-9395-4C77-9704-E3CC67C24C7F}" type="pres">
      <dgm:prSet presAssocID="{06B79BD9-D930-4DDB-BB46-EBA8673437CD}" presName="Name64" presStyleLbl="parChTrans1D4" presStyleIdx="0" presStyleCnt="1"/>
      <dgm:spPr/>
      <dgm:t>
        <a:bodyPr/>
        <a:lstStyle/>
        <a:p>
          <a:endParaRPr lang="en-US"/>
        </a:p>
      </dgm:t>
    </dgm:pt>
    <dgm:pt modelId="{DB2A07DB-91C2-433B-9613-E02F5CC040E7}" type="pres">
      <dgm:prSet presAssocID="{E07A1A4D-F866-43F2-BE05-494EC3884538}" presName="hierRoot2" presStyleCnt="0">
        <dgm:presLayoutVars>
          <dgm:hierBranch val="init"/>
        </dgm:presLayoutVars>
      </dgm:prSet>
      <dgm:spPr/>
    </dgm:pt>
    <dgm:pt modelId="{4F6E8168-6A66-4BDE-9FF1-1E16ACE1D23B}" type="pres">
      <dgm:prSet presAssocID="{E07A1A4D-F866-43F2-BE05-494EC3884538}" presName="rootComposite" presStyleCnt="0"/>
      <dgm:spPr/>
    </dgm:pt>
    <dgm:pt modelId="{6CBFF65C-11F2-4B1B-817A-36EB8003301F}" type="pres">
      <dgm:prSet presAssocID="{E07A1A4D-F866-43F2-BE05-494EC3884538}" presName="rootText" presStyleLbl="node4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1D990F2-CF6D-4EAA-9397-3B2F0551D5C9}" type="pres">
      <dgm:prSet presAssocID="{E07A1A4D-F866-43F2-BE05-494EC3884538}" presName="rootConnector" presStyleLbl="node4" presStyleIdx="0" presStyleCnt="1"/>
      <dgm:spPr/>
      <dgm:t>
        <a:bodyPr/>
        <a:lstStyle/>
        <a:p>
          <a:endParaRPr lang="en-US"/>
        </a:p>
      </dgm:t>
    </dgm:pt>
    <dgm:pt modelId="{B1A905B7-3552-4FEA-8425-D0B93D7DC4FA}" type="pres">
      <dgm:prSet presAssocID="{E07A1A4D-F866-43F2-BE05-494EC3884538}" presName="hierChild4" presStyleCnt="0"/>
      <dgm:spPr/>
    </dgm:pt>
    <dgm:pt modelId="{DF410321-715C-4306-8AFA-B2C9B9F7828B}" type="pres">
      <dgm:prSet presAssocID="{E07A1A4D-F866-43F2-BE05-494EC3884538}" presName="hierChild5" presStyleCnt="0"/>
      <dgm:spPr/>
    </dgm:pt>
    <dgm:pt modelId="{630E94E0-83FF-4843-8A6C-CCBA757ED22D}" type="pres">
      <dgm:prSet presAssocID="{7B049FC6-B676-4CEC-8163-F25550B084AB}" presName="hierChild5" presStyleCnt="0"/>
      <dgm:spPr/>
    </dgm:pt>
    <dgm:pt modelId="{2B54A5DC-1562-4EF2-A88C-E7DFCB17C4AE}" type="pres">
      <dgm:prSet presAssocID="{03ABEFE2-7850-43E8-BE64-6F14AF1A040B}" presName="hierChild5" presStyleCnt="0"/>
      <dgm:spPr/>
    </dgm:pt>
    <dgm:pt modelId="{20D6BE6F-C973-4F27-8BA2-BFD796DF6F10}" type="pres">
      <dgm:prSet presAssocID="{14AC2447-3F1B-4FD5-8974-1D5CCCE83264}" presName="Name64" presStyleLbl="parChTrans1D2" presStyleIdx="2" presStyleCnt="5"/>
      <dgm:spPr/>
      <dgm:t>
        <a:bodyPr/>
        <a:lstStyle/>
        <a:p>
          <a:endParaRPr lang="en-US"/>
        </a:p>
      </dgm:t>
    </dgm:pt>
    <dgm:pt modelId="{1AABAD5D-7BBF-4B3A-901F-7F1DAE5D788F}" type="pres">
      <dgm:prSet presAssocID="{AFC78F44-EB5B-486A-A506-4D8D62C74CC5}" presName="hierRoot2" presStyleCnt="0">
        <dgm:presLayoutVars>
          <dgm:hierBranch val="init"/>
        </dgm:presLayoutVars>
      </dgm:prSet>
      <dgm:spPr/>
    </dgm:pt>
    <dgm:pt modelId="{4EBC0A99-1D56-4FC4-B0A1-F858E6FED86C}" type="pres">
      <dgm:prSet presAssocID="{AFC78F44-EB5B-486A-A506-4D8D62C74CC5}" presName="rootComposite" presStyleCnt="0"/>
      <dgm:spPr/>
    </dgm:pt>
    <dgm:pt modelId="{FEDFA3F0-F9A3-494B-9954-32B342FA360B}" type="pres">
      <dgm:prSet presAssocID="{AFC78F44-EB5B-486A-A506-4D8D62C74CC5}" presName="rootText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BB91AD0-A334-4564-A31E-8D4A4B2A0D0B}" type="pres">
      <dgm:prSet presAssocID="{AFC78F44-EB5B-486A-A506-4D8D62C74CC5}" presName="rootConnector" presStyleLbl="node2" presStyleIdx="2" presStyleCnt="5"/>
      <dgm:spPr/>
      <dgm:t>
        <a:bodyPr/>
        <a:lstStyle/>
        <a:p>
          <a:endParaRPr lang="en-US"/>
        </a:p>
      </dgm:t>
    </dgm:pt>
    <dgm:pt modelId="{E9B82A99-51A8-4963-AF8F-0B1A7F68C96D}" type="pres">
      <dgm:prSet presAssocID="{AFC78F44-EB5B-486A-A506-4D8D62C74CC5}" presName="hierChild4" presStyleCnt="0"/>
      <dgm:spPr/>
    </dgm:pt>
    <dgm:pt modelId="{3F237C4E-826C-4597-9013-A339AD53707A}" type="pres">
      <dgm:prSet presAssocID="{57EC9F02-B740-47A0-AF45-810B5ADAF792}" presName="Name64" presStyleLbl="parChTrans1D3" presStyleIdx="5" presStyleCnt="10"/>
      <dgm:spPr/>
      <dgm:t>
        <a:bodyPr/>
        <a:lstStyle/>
        <a:p>
          <a:endParaRPr lang="en-US"/>
        </a:p>
      </dgm:t>
    </dgm:pt>
    <dgm:pt modelId="{0B7D11D5-FF87-41EA-8737-CB972AFA337F}" type="pres">
      <dgm:prSet presAssocID="{9F2E7B60-205C-4FC4-AB42-B61CC4677645}" presName="hierRoot2" presStyleCnt="0">
        <dgm:presLayoutVars>
          <dgm:hierBranch val="init"/>
        </dgm:presLayoutVars>
      </dgm:prSet>
      <dgm:spPr/>
    </dgm:pt>
    <dgm:pt modelId="{292FEF31-BE8A-43D9-9389-AE42A486E23F}" type="pres">
      <dgm:prSet presAssocID="{9F2E7B60-205C-4FC4-AB42-B61CC4677645}" presName="rootComposite" presStyleCnt="0"/>
      <dgm:spPr/>
    </dgm:pt>
    <dgm:pt modelId="{99E23FE6-385E-4E34-BFBE-A62B8CF8ACBE}" type="pres">
      <dgm:prSet presAssocID="{9F2E7B60-205C-4FC4-AB42-B61CC4677645}" presName="rootText" presStyleLbl="node3" presStyleIdx="5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71759AD-972F-4589-A718-3AE4BA90740E}" type="pres">
      <dgm:prSet presAssocID="{9F2E7B60-205C-4FC4-AB42-B61CC4677645}" presName="rootConnector" presStyleLbl="node3" presStyleIdx="5" presStyleCnt="10"/>
      <dgm:spPr/>
      <dgm:t>
        <a:bodyPr/>
        <a:lstStyle/>
        <a:p>
          <a:endParaRPr lang="en-US"/>
        </a:p>
      </dgm:t>
    </dgm:pt>
    <dgm:pt modelId="{7D54D002-ED10-49BB-9D98-8C83CF94E2F7}" type="pres">
      <dgm:prSet presAssocID="{9F2E7B60-205C-4FC4-AB42-B61CC4677645}" presName="hierChild4" presStyleCnt="0"/>
      <dgm:spPr/>
    </dgm:pt>
    <dgm:pt modelId="{79804B2B-555C-4AC9-9339-F631526EB90D}" type="pres">
      <dgm:prSet presAssocID="{9F2E7B60-205C-4FC4-AB42-B61CC4677645}" presName="hierChild5" presStyleCnt="0"/>
      <dgm:spPr/>
    </dgm:pt>
    <dgm:pt modelId="{A710E2AF-484A-479A-AD1B-A4BF559917EA}" type="pres">
      <dgm:prSet presAssocID="{B7947EEF-3D81-4A9F-87CC-30CD696CF14F}" presName="Name64" presStyleLbl="parChTrans1D3" presStyleIdx="6" presStyleCnt="10"/>
      <dgm:spPr/>
      <dgm:t>
        <a:bodyPr/>
        <a:lstStyle/>
        <a:p>
          <a:endParaRPr lang="en-US"/>
        </a:p>
      </dgm:t>
    </dgm:pt>
    <dgm:pt modelId="{7D0E94AF-E7D8-4AF9-B729-7AAD21B1BE84}" type="pres">
      <dgm:prSet presAssocID="{C72492CC-AE36-4440-8F59-DFFA6F2E0952}" presName="hierRoot2" presStyleCnt="0">
        <dgm:presLayoutVars>
          <dgm:hierBranch val="init"/>
        </dgm:presLayoutVars>
      </dgm:prSet>
      <dgm:spPr/>
    </dgm:pt>
    <dgm:pt modelId="{F19CA16A-BBE3-4375-B90F-B1632570707E}" type="pres">
      <dgm:prSet presAssocID="{C72492CC-AE36-4440-8F59-DFFA6F2E0952}" presName="rootComposite" presStyleCnt="0"/>
      <dgm:spPr/>
    </dgm:pt>
    <dgm:pt modelId="{1B262A52-E94E-490E-934A-E42FAB35C9AA}" type="pres">
      <dgm:prSet presAssocID="{C72492CC-AE36-4440-8F59-DFFA6F2E0952}" presName="rootText" presStyleLbl="node3" presStyleIdx="6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BED93F7-AA21-44FB-8DCB-94A748B0D3F8}" type="pres">
      <dgm:prSet presAssocID="{C72492CC-AE36-4440-8F59-DFFA6F2E0952}" presName="rootConnector" presStyleLbl="node3" presStyleIdx="6" presStyleCnt="10"/>
      <dgm:spPr/>
      <dgm:t>
        <a:bodyPr/>
        <a:lstStyle/>
        <a:p>
          <a:endParaRPr lang="en-US"/>
        </a:p>
      </dgm:t>
    </dgm:pt>
    <dgm:pt modelId="{0D293024-9D46-4B7F-8956-7F423D8BB1C9}" type="pres">
      <dgm:prSet presAssocID="{C72492CC-AE36-4440-8F59-DFFA6F2E0952}" presName="hierChild4" presStyleCnt="0"/>
      <dgm:spPr/>
    </dgm:pt>
    <dgm:pt modelId="{04C24AE6-5572-4F5F-AAD5-3527BF6A81FD}" type="pres">
      <dgm:prSet presAssocID="{C72492CC-AE36-4440-8F59-DFFA6F2E0952}" presName="hierChild5" presStyleCnt="0"/>
      <dgm:spPr/>
    </dgm:pt>
    <dgm:pt modelId="{66A9D786-5C02-45D2-8402-8A1A3FF9870F}" type="pres">
      <dgm:prSet presAssocID="{DAC50A63-4036-418B-8D95-03420C55D959}" presName="Name64" presStyleLbl="parChTrans1D3" presStyleIdx="7" presStyleCnt="10"/>
      <dgm:spPr/>
      <dgm:t>
        <a:bodyPr/>
        <a:lstStyle/>
        <a:p>
          <a:endParaRPr lang="en-US"/>
        </a:p>
      </dgm:t>
    </dgm:pt>
    <dgm:pt modelId="{01882271-EB2A-4EA7-812A-C2807F675CE9}" type="pres">
      <dgm:prSet presAssocID="{72556490-D5A3-4F1B-8F68-38C8B2551573}" presName="hierRoot2" presStyleCnt="0">
        <dgm:presLayoutVars>
          <dgm:hierBranch val="init"/>
        </dgm:presLayoutVars>
      </dgm:prSet>
      <dgm:spPr/>
    </dgm:pt>
    <dgm:pt modelId="{A109CE39-C82E-44DA-A882-01A9FC719D1E}" type="pres">
      <dgm:prSet presAssocID="{72556490-D5A3-4F1B-8F68-38C8B2551573}" presName="rootComposite" presStyleCnt="0"/>
      <dgm:spPr/>
    </dgm:pt>
    <dgm:pt modelId="{E3DCF47C-2B0D-423E-B161-6669EEDC86B9}" type="pres">
      <dgm:prSet presAssocID="{72556490-D5A3-4F1B-8F68-38C8B2551573}" presName="rootText" presStyleLbl="node3" presStyleIdx="7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5808F2A-D53B-4088-8E05-FD4AEB1F9402}" type="pres">
      <dgm:prSet presAssocID="{72556490-D5A3-4F1B-8F68-38C8B2551573}" presName="rootConnector" presStyleLbl="node3" presStyleIdx="7" presStyleCnt="10"/>
      <dgm:spPr/>
      <dgm:t>
        <a:bodyPr/>
        <a:lstStyle/>
        <a:p>
          <a:endParaRPr lang="en-US"/>
        </a:p>
      </dgm:t>
    </dgm:pt>
    <dgm:pt modelId="{6191D301-2C49-4349-A0AB-1713188F39A1}" type="pres">
      <dgm:prSet presAssocID="{72556490-D5A3-4F1B-8F68-38C8B2551573}" presName="hierChild4" presStyleCnt="0"/>
      <dgm:spPr/>
    </dgm:pt>
    <dgm:pt modelId="{6FF5146D-F960-47A5-A0AC-F3AEAE0242E3}" type="pres">
      <dgm:prSet presAssocID="{72556490-D5A3-4F1B-8F68-38C8B2551573}" presName="hierChild5" presStyleCnt="0"/>
      <dgm:spPr/>
    </dgm:pt>
    <dgm:pt modelId="{7D706DFE-2560-4815-82AC-6144D279FB85}" type="pres">
      <dgm:prSet presAssocID="{AFC78F44-EB5B-486A-A506-4D8D62C74CC5}" presName="hierChild5" presStyleCnt="0"/>
      <dgm:spPr/>
    </dgm:pt>
    <dgm:pt modelId="{C30E3602-69A9-4946-BF49-32556481178A}" type="pres">
      <dgm:prSet presAssocID="{D8E1A602-9A0F-4D15-9B8A-0C69E6249693}" presName="Name64" presStyleLbl="parChTrans1D2" presStyleIdx="3" presStyleCnt="5"/>
      <dgm:spPr/>
      <dgm:t>
        <a:bodyPr/>
        <a:lstStyle/>
        <a:p>
          <a:endParaRPr lang="en-US"/>
        </a:p>
      </dgm:t>
    </dgm:pt>
    <dgm:pt modelId="{B4947A2C-F404-493C-A4AB-737C92DFA0B2}" type="pres">
      <dgm:prSet presAssocID="{4DBECCED-08B5-43A5-BEEC-211E76B97049}" presName="hierRoot2" presStyleCnt="0">
        <dgm:presLayoutVars>
          <dgm:hierBranch val="init"/>
        </dgm:presLayoutVars>
      </dgm:prSet>
      <dgm:spPr/>
    </dgm:pt>
    <dgm:pt modelId="{637A3021-2CB0-4E79-AA43-A4C5BCBCEDA4}" type="pres">
      <dgm:prSet presAssocID="{4DBECCED-08B5-43A5-BEEC-211E76B97049}" presName="rootComposite" presStyleCnt="0"/>
      <dgm:spPr/>
    </dgm:pt>
    <dgm:pt modelId="{F586C0CC-61C7-47EA-B578-16AF0123A011}" type="pres">
      <dgm:prSet presAssocID="{4DBECCED-08B5-43A5-BEEC-211E76B97049}" presName="rootText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A85D8C3-3C17-4FAF-9ED8-D2EA91D4A008}" type="pres">
      <dgm:prSet presAssocID="{4DBECCED-08B5-43A5-BEEC-211E76B97049}" presName="rootConnector" presStyleLbl="node2" presStyleIdx="3" presStyleCnt="5"/>
      <dgm:spPr/>
      <dgm:t>
        <a:bodyPr/>
        <a:lstStyle/>
        <a:p>
          <a:endParaRPr lang="en-US"/>
        </a:p>
      </dgm:t>
    </dgm:pt>
    <dgm:pt modelId="{4B4ACC08-5261-435A-8A1B-2F0995D41D18}" type="pres">
      <dgm:prSet presAssocID="{4DBECCED-08B5-43A5-BEEC-211E76B97049}" presName="hierChild4" presStyleCnt="0"/>
      <dgm:spPr/>
    </dgm:pt>
    <dgm:pt modelId="{48A53C4C-6150-4025-B87E-F61F72244830}" type="pres">
      <dgm:prSet presAssocID="{C803D3F0-E609-47AE-8709-689393CD3E82}" presName="Name64" presStyleLbl="parChTrans1D3" presStyleIdx="8" presStyleCnt="10"/>
      <dgm:spPr/>
      <dgm:t>
        <a:bodyPr/>
        <a:lstStyle/>
        <a:p>
          <a:endParaRPr lang="en-US"/>
        </a:p>
      </dgm:t>
    </dgm:pt>
    <dgm:pt modelId="{A77CE422-FE5B-4F5E-8FB8-2757CAE4BFAA}" type="pres">
      <dgm:prSet presAssocID="{030457C1-50EB-4848-9784-D52EEE2D4033}" presName="hierRoot2" presStyleCnt="0">
        <dgm:presLayoutVars>
          <dgm:hierBranch val="init"/>
        </dgm:presLayoutVars>
      </dgm:prSet>
      <dgm:spPr/>
    </dgm:pt>
    <dgm:pt modelId="{3AFC715B-236F-47C0-85ED-BED855888507}" type="pres">
      <dgm:prSet presAssocID="{030457C1-50EB-4848-9784-D52EEE2D4033}" presName="rootComposite" presStyleCnt="0"/>
      <dgm:spPr/>
    </dgm:pt>
    <dgm:pt modelId="{9F6EA439-3079-401A-A6B5-76D447838B5E}" type="pres">
      <dgm:prSet presAssocID="{030457C1-50EB-4848-9784-D52EEE2D4033}" presName="rootText" presStyleLbl="node3" presStyleIdx="8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28C9574-FCE6-4E6C-BF8C-D874BDEA4988}" type="pres">
      <dgm:prSet presAssocID="{030457C1-50EB-4848-9784-D52EEE2D4033}" presName="rootConnector" presStyleLbl="node3" presStyleIdx="8" presStyleCnt="10"/>
      <dgm:spPr/>
      <dgm:t>
        <a:bodyPr/>
        <a:lstStyle/>
        <a:p>
          <a:endParaRPr lang="en-US"/>
        </a:p>
      </dgm:t>
    </dgm:pt>
    <dgm:pt modelId="{F9809300-2DCA-49AC-A124-F8D339ED5A13}" type="pres">
      <dgm:prSet presAssocID="{030457C1-50EB-4848-9784-D52EEE2D4033}" presName="hierChild4" presStyleCnt="0"/>
      <dgm:spPr/>
    </dgm:pt>
    <dgm:pt modelId="{63265DC3-7068-426E-BA76-73F0B8C47573}" type="pres">
      <dgm:prSet presAssocID="{030457C1-50EB-4848-9784-D52EEE2D4033}" presName="hierChild5" presStyleCnt="0"/>
      <dgm:spPr/>
    </dgm:pt>
    <dgm:pt modelId="{6940C2F0-C14D-4DAD-B493-8102F557076E}" type="pres">
      <dgm:prSet presAssocID="{8EEFE1E6-10C2-4993-8A29-09956135F1BA}" presName="Name64" presStyleLbl="parChTrans1D3" presStyleIdx="9" presStyleCnt="10"/>
      <dgm:spPr/>
      <dgm:t>
        <a:bodyPr/>
        <a:lstStyle/>
        <a:p>
          <a:endParaRPr lang="en-US"/>
        </a:p>
      </dgm:t>
    </dgm:pt>
    <dgm:pt modelId="{EC875934-09A7-473C-B9FD-17FA77E81F92}" type="pres">
      <dgm:prSet presAssocID="{6112FFFF-1636-4C23-8223-6A495C5BA6FE}" presName="hierRoot2" presStyleCnt="0">
        <dgm:presLayoutVars>
          <dgm:hierBranch val="init"/>
        </dgm:presLayoutVars>
      </dgm:prSet>
      <dgm:spPr/>
    </dgm:pt>
    <dgm:pt modelId="{1C43A5A8-5721-47D6-8562-39BF3649410B}" type="pres">
      <dgm:prSet presAssocID="{6112FFFF-1636-4C23-8223-6A495C5BA6FE}" presName="rootComposite" presStyleCnt="0"/>
      <dgm:spPr/>
    </dgm:pt>
    <dgm:pt modelId="{A7668CB4-A929-442C-8BE4-4D1B0E5864D1}" type="pres">
      <dgm:prSet presAssocID="{6112FFFF-1636-4C23-8223-6A495C5BA6FE}" presName="rootText" presStyleLbl="node3" presStyleIdx="9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5F0CCE6-38F3-4B5D-ABEA-6B4AEF1DF106}" type="pres">
      <dgm:prSet presAssocID="{6112FFFF-1636-4C23-8223-6A495C5BA6FE}" presName="rootConnector" presStyleLbl="node3" presStyleIdx="9" presStyleCnt="10"/>
      <dgm:spPr/>
      <dgm:t>
        <a:bodyPr/>
        <a:lstStyle/>
        <a:p>
          <a:endParaRPr lang="en-US"/>
        </a:p>
      </dgm:t>
    </dgm:pt>
    <dgm:pt modelId="{C1DEC32E-EE34-4E80-93F8-BB839A091213}" type="pres">
      <dgm:prSet presAssocID="{6112FFFF-1636-4C23-8223-6A495C5BA6FE}" presName="hierChild4" presStyleCnt="0"/>
      <dgm:spPr/>
    </dgm:pt>
    <dgm:pt modelId="{3930FED5-A43F-47EA-A87D-2BD9634CFF88}" type="pres">
      <dgm:prSet presAssocID="{6112FFFF-1636-4C23-8223-6A495C5BA6FE}" presName="hierChild5" presStyleCnt="0"/>
      <dgm:spPr/>
    </dgm:pt>
    <dgm:pt modelId="{A98A5A6E-D554-4656-901A-F08C75E54E2F}" type="pres">
      <dgm:prSet presAssocID="{4DBECCED-08B5-43A5-BEEC-211E76B97049}" presName="hierChild5" presStyleCnt="0"/>
      <dgm:spPr/>
    </dgm:pt>
    <dgm:pt modelId="{732E3CC1-C147-4A4F-A594-F5B3A442F990}" type="pres">
      <dgm:prSet presAssocID="{4483431E-DF4E-4A95-98D8-88773B4F4E0B}" presName="Name64" presStyleLbl="parChTrans1D2" presStyleIdx="4" presStyleCnt="5"/>
      <dgm:spPr/>
      <dgm:t>
        <a:bodyPr/>
        <a:lstStyle/>
        <a:p>
          <a:endParaRPr lang="en-US"/>
        </a:p>
      </dgm:t>
    </dgm:pt>
    <dgm:pt modelId="{2667BFE7-8C0D-4740-8C01-909CE3FC1120}" type="pres">
      <dgm:prSet presAssocID="{2F1FF657-201E-419E-8D14-61A337F65FCC}" presName="hierRoot2" presStyleCnt="0">
        <dgm:presLayoutVars>
          <dgm:hierBranch val="init"/>
        </dgm:presLayoutVars>
      </dgm:prSet>
      <dgm:spPr/>
    </dgm:pt>
    <dgm:pt modelId="{F1896E4E-68BA-4588-AD60-999FC50177F4}" type="pres">
      <dgm:prSet presAssocID="{2F1FF657-201E-419E-8D14-61A337F65FCC}" presName="rootComposite" presStyleCnt="0"/>
      <dgm:spPr/>
    </dgm:pt>
    <dgm:pt modelId="{70FE8C67-1E91-4A4B-8D10-3FCC8E5A03C7}" type="pres">
      <dgm:prSet presAssocID="{2F1FF657-201E-419E-8D14-61A337F65FCC}" presName="rootText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6B8AFA-CE23-416F-88E8-10FD1110DD88}" type="pres">
      <dgm:prSet presAssocID="{2F1FF657-201E-419E-8D14-61A337F65FCC}" presName="rootConnector" presStyleLbl="node2" presStyleIdx="4" presStyleCnt="5"/>
      <dgm:spPr/>
      <dgm:t>
        <a:bodyPr/>
        <a:lstStyle/>
        <a:p>
          <a:endParaRPr lang="en-US"/>
        </a:p>
      </dgm:t>
    </dgm:pt>
    <dgm:pt modelId="{1D261A26-3606-484D-B317-7F3612997731}" type="pres">
      <dgm:prSet presAssocID="{2F1FF657-201E-419E-8D14-61A337F65FCC}" presName="hierChild4" presStyleCnt="0"/>
      <dgm:spPr/>
    </dgm:pt>
    <dgm:pt modelId="{AD71400D-4B12-4D4F-854E-7135CC0EB3D9}" type="pres">
      <dgm:prSet presAssocID="{2F1FF657-201E-419E-8D14-61A337F65FCC}" presName="hierChild5" presStyleCnt="0"/>
      <dgm:spPr/>
    </dgm:pt>
    <dgm:pt modelId="{338CBC5B-2997-4D0B-BBB5-F662CC08A52C}" type="pres">
      <dgm:prSet presAssocID="{28CB8226-5B3F-4F93-BA88-B83F76911E76}" presName="hierChild3" presStyleCnt="0"/>
      <dgm:spPr/>
    </dgm:pt>
  </dgm:ptLst>
  <dgm:cxnLst>
    <dgm:cxn modelId="{6999191F-C970-4E7A-85FC-ED2A131FA29E}" type="presOf" srcId="{C803D3F0-E609-47AE-8709-689393CD3E82}" destId="{48A53C4C-6150-4025-B87E-F61F72244830}" srcOrd="0" destOrd="0" presId="urn:microsoft.com/office/officeart/2009/3/layout/HorizontalOrganizationChart"/>
    <dgm:cxn modelId="{CC9B96B8-D94C-4337-B312-1CAA5725C626}" type="presOf" srcId="{2F1FF657-201E-419E-8D14-61A337F65FCC}" destId="{70FE8C67-1E91-4A4B-8D10-3FCC8E5A03C7}" srcOrd="0" destOrd="0" presId="urn:microsoft.com/office/officeart/2009/3/layout/HorizontalOrganizationChart"/>
    <dgm:cxn modelId="{D60E8475-A942-4B55-B206-7D15A917BD9A}" type="presOf" srcId="{1BDF1BB9-46BE-4B3C-A4E0-30421BC82038}" destId="{988C8F29-C969-4A91-AD8D-4F1996D1B529}" srcOrd="0" destOrd="0" presId="urn:microsoft.com/office/officeart/2009/3/layout/HorizontalOrganizationChart"/>
    <dgm:cxn modelId="{4E99A2E7-DB7C-43EA-9797-ABF1E747EEB7}" type="presOf" srcId="{2CB536D5-867A-498D-9609-8818F54FB7C8}" destId="{20116D36-5E7A-4331-A686-5A34492EE3E3}" srcOrd="0" destOrd="0" presId="urn:microsoft.com/office/officeart/2009/3/layout/HorizontalOrganizationChart"/>
    <dgm:cxn modelId="{D76FBC5D-7B88-4247-88C5-4DD79AF5331F}" srcId="{7B049FC6-B676-4CEC-8163-F25550B084AB}" destId="{E07A1A4D-F866-43F2-BE05-494EC3884538}" srcOrd="0" destOrd="0" parTransId="{06B79BD9-D930-4DDB-BB46-EBA8673437CD}" sibTransId="{EA68D4EC-6695-418E-B1BE-A6F81F7B7399}"/>
    <dgm:cxn modelId="{1879D880-DD2A-4ABA-83B8-68375ADE4921}" type="presOf" srcId="{2F1FF657-201E-419E-8D14-61A337F65FCC}" destId="{196B8AFA-CE23-416F-88E8-10FD1110DD88}" srcOrd="1" destOrd="0" presId="urn:microsoft.com/office/officeart/2009/3/layout/HorizontalOrganizationChart"/>
    <dgm:cxn modelId="{E7457FFA-48F5-47B4-A3FE-AB79AEA6FC5A}" srcId="{28CB8226-5B3F-4F93-BA88-B83F76911E76}" destId="{03ABEFE2-7850-43E8-BE64-6F14AF1A040B}" srcOrd="1" destOrd="0" parTransId="{2CB536D5-867A-498D-9609-8818F54FB7C8}" sibTransId="{98AC3101-499F-473A-A9C2-0171A805BF99}"/>
    <dgm:cxn modelId="{CAFDBF78-5348-4405-AB82-45EB3E58F60C}" srcId="{F64F891F-50FA-41D2-A48D-15B55E4309FE}" destId="{AB55E8E0-F854-4EF9-B600-4C9B7055D56E}" srcOrd="0" destOrd="0" parTransId="{AD9F1068-7FE4-496B-A8B2-530C845654B1}" sibTransId="{DDE3738A-C8AA-411C-8681-BF46F019FB26}"/>
    <dgm:cxn modelId="{4892D82C-8D8E-4505-9867-64DE5812B441}" type="presOf" srcId="{F64F891F-50FA-41D2-A48D-15B55E4309FE}" destId="{8B9336D7-43D0-4922-82E9-4C1A7A48FC49}" srcOrd="0" destOrd="0" presId="urn:microsoft.com/office/officeart/2009/3/layout/HorizontalOrganizationChart"/>
    <dgm:cxn modelId="{7B8E6E91-1B16-4697-A13A-1811F6C1D4CE}" type="presOf" srcId="{AB55E8E0-F854-4EF9-B600-4C9B7055D56E}" destId="{EAEA1A85-6EA6-418C-BB1F-8CEF5223F04A}" srcOrd="0" destOrd="0" presId="urn:microsoft.com/office/officeart/2009/3/layout/HorizontalOrganizationChart"/>
    <dgm:cxn modelId="{03251D9D-664D-4FF9-9193-EDEFEAD49139}" type="presOf" srcId="{4DBECCED-08B5-43A5-BEEC-211E76B97049}" destId="{F586C0CC-61C7-47EA-B578-16AF0123A011}" srcOrd="0" destOrd="0" presId="urn:microsoft.com/office/officeart/2009/3/layout/HorizontalOrganizationChart"/>
    <dgm:cxn modelId="{F2BC504A-E438-46C1-9A7C-ACCECD156CE3}" type="presOf" srcId="{640D508B-6015-4A48-9725-BF715B3F13AB}" destId="{3018533F-8CCF-4E1C-8ACE-31E7A3D715B2}" srcOrd="0" destOrd="0" presId="urn:microsoft.com/office/officeart/2009/3/layout/HorizontalOrganizationChart"/>
    <dgm:cxn modelId="{72DD3BB7-02F9-4A37-84F2-DA8A26BF1F8F}" type="presOf" srcId="{9B8D015E-C6B5-4C9D-80D7-7D8FACFF4C43}" destId="{AED936AD-8030-4A6F-94B7-344CF0C300FE}" srcOrd="0" destOrd="0" presId="urn:microsoft.com/office/officeart/2009/3/layout/HorizontalOrganizationChart"/>
    <dgm:cxn modelId="{B26AB2EC-7DFD-4526-9EBB-4F8AE5A0F9B6}" type="presOf" srcId="{9F2E7B60-205C-4FC4-AB42-B61CC4677645}" destId="{99E23FE6-385E-4E34-BFBE-A62B8CF8ACBE}" srcOrd="0" destOrd="0" presId="urn:microsoft.com/office/officeart/2009/3/layout/HorizontalOrganizationChart"/>
    <dgm:cxn modelId="{CBF55538-EC7A-4528-A1A9-42ADAB0D37A6}" type="presOf" srcId="{36898E8B-AA66-4083-8ACA-1765C4203E1E}" destId="{264D4D21-B755-4514-BA98-661676145089}" srcOrd="0" destOrd="0" presId="urn:microsoft.com/office/officeart/2009/3/layout/HorizontalOrganizationChart"/>
    <dgm:cxn modelId="{9D2E2B40-F6B3-41BA-B2F2-E9D890327A2C}" type="presOf" srcId="{06B79BD9-D930-4DDB-BB46-EBA8673437CD}" destId="{7C43F1E6-9395-4C77-9704-E3CC67C24C7F}" srcOrd="0" destOrd="0" presId="urn:microsoft.com/office/officeart/2009/3/layout/HorizontalOrganizationChart"/>
    <dgm:cxn modelId="{CCB85502-0484-411C-889C-22BAC98F7481}" type="presOf" srcId="{AA7C8BBC-A607-4A09-A667-57311ED8D799}" destId="{84FCDD15-355C-4062-82BD-047473689330}" srcOrd="0" destOrd="0" presId="urn:microsoft.com/office/officeart/2009/3/layout/HorizontalOrganizationChart"/>
    <dgm:cxn modelId="{2E30B353-A079-4147-80D9-8CB445677CFF}" type="presOf" srcId="{D8E1A602-9A0F-4D15-9B8A-0C69E6249693}" destId="{C30E3602-69A9-4946-BF49-32556481178A}" srcOrd="0" destOrd="0" presId="urn:microsoft.com/office/officeart/2009/3/layout/HorizontalOrganizationChart"/>
    <dgm:cxn modelId="{485DF5CA-F015-42D4-90B6-5041D04F377F}" srcId="{28CB8226-5B3F-4F93-BA88-B83F76911E76}" destId="{F64F891F-50FA-41D2-A48D-15B55E4309FE}" srcOrd="0" destOrd="0" parTransId="{36898E8B-AA66-4083-8ACA-1765C4203E1E}" sibTransId="{941D1F0E-9155-4460-98D6-950308185D1F}"/>
    <dgm:cxn modelId="{2E144020-482B-42BB-9C5F-9BF5EC9386AF}" type="presOf" srcId="{E07A1A4D-F866-43F2-BE05-494EC3884538}" destId="{6CBFF65C-11F2-4B1B-817A-36EB8003301F}" srcOrd="0" destOrd="0" presId="urn:microsoft.com/office/officeart/2009/3/layout/HorizontalOrganizationChart"/>
    <dgm:cxn modelId="{DFA11CD2-5D18-46EC-8D28-91C703670430}" type="presOf" srcId="{6112FFFF-1636-4C23-8223-6A495C5BA6FE}" destId="{85F0CCE6-38F3-4B5D-ABEA-6B4AEF1DF106}" srcOrd="1" destOrd="0" presId="urn:microsoft.com/office/officeart/2009/3/layout/HorizontalOrganizationChart"/>
    <dgm:cxn modelId="{B32D1DDF-41F6-4158-8C5B-5B1756B8AC89}" type="presOf" srcId="{AB55E8E0-F854-4EF9-B600-4C9B7055D56E}" destId="{B59829DA-5AD2-4C48-919C-F5F189F38451}" srcOrd="1" destOrd="0" presId="urn:microsoft.com/office/officeart/2009/3/layout/HorizontalOrganizationChart"/>
    <dgm:cxn modelId="{154FB046-6E84-44E7-8FB8-AE735D1496F8}" type="presOf" srcId="{72556490-D5A3-4F1B-8F68-38C8B2551573}" destId="{E3DCF47C-2B0D-423E-B161-6669EEDC86B9}" srcOrd="0" destOrd="0" presId="urn:microsoft.com/office/officeart/2009/3/layout/HorizontalOrganizationChart"/>
    <dgm:cxn modelId="{E244E33D-0BEE-4E0F-A9D8-2886EBC4F78E}" type="presOf" srcId="{E3219212-5985-4D68-983C-97D7783C941A}" destId="{9DFBD287-9915-4CF3-BEE1-E0CDCD2C5774}" srcOrd="0" destOrd="0" presId="urn:microsoft.com/office/officeart/2009/3/layout/HorizontalOrganizationChart"/>
    <dgm:cxn modelId="{61D7E234-34D5-4EFE-AA58-58FDC97C439B}" type="presOf" srcId="{03ABEFE2-7850-43E8-BE64-6F14AF1A040B}" destId="{F36DE499-D0C6-4955-B571-84797F8A0035}" srcOrd="0" destOrd="0" presId="urn:microsoft.com/office/officeart/2009/3/layout/HorizontalOrganizationChart"/>
    <dgm:cxn modelId="{F682000E-42C6-4BD3-9A25-FAA6FADFDE15}" type="presOf" srcId="{03ABEFE2-7850-43E8-BE64-6F14AF1A040B}" destId="{895E4F72-FFB2-480B-A1A1-39279A5044E7}" srcOrd="1" destOrd="0" presId="urn:microsoft.com/office/officeart/2009/3/layout/HorizontalOrganizationChart"/>
    <dgm:cxn modelId="{E47AEF77-6D0E-4846-AD82-7FC6930764A8}" type="presOf" srcId="{28CB8226-5B3F-4F93-BA88-B83F76911E76}" destId="{63011818-7A50-4391-8F65-B5FB3294D547}" srcOrd="0" destOrd="0" presId="urn:microsoft.com/office/officeart/2009/3/layout/HorizontalOrganizationChart"/>
    <dgm:cxn modelId="{41417A15-A3BE-4B62-8AAC-39022D2C1855}" type="presOf" srcId="{08BAB93A-1E27-4F7D-9BEE-D46BED63371F}" destId="{04EAB1F5-9937-4DBF-9BA9-682DC63EAE2D}" srcOrd="0" destOrd="0" presId="urn:microsoft.com/office/officeart/2009/3/layout/HorizontalOrganizationChart"/>
    <dgm:cxn modelId="{F3715A48-2000-4F4C-B858-BC1FE065E036}" type="presOf" srcId="{E07A1A4D-F866-43F2-BE05-494EC3884538}" destId="{C1D990F2-CF6D-4EAA-9397-3B2F0551D5C9}" srcOrd="1" destOrd="0" presId="urn:microsoft.com/office/officeart/2009/3/layout/HorizontalOrganizationChart"/>
    <dgm:cxn modelId="{B368AB0F-5232-463F-B4A2-B3A99492374D}" type="presOf" srcId="{AFC78F44-EB5B-486A-A506-4D8D62C74CC5}" destId="{1BB91AD0-A334-4564-A31E-8D4A4B2A0D0B}" srcOrd="1" destOrd="0" presId="urn:microsoft.com/office/officeart/2009/3/layout/HorizontalOrganizationChart"/>
    <dgm:cxn modelId="{7BCA0589-50BF-4CD9-A711-28FB785C1677}" type="presOf" srcId="{9B8D015E-C6B5-4C9D-80D7-7D8FACFF4C43}" destId="{EF0E6D12-FB75-49E4-9AFD-B3495A201EF1}" srcOrd="1" destOrd="0" presId="urn:microsoft.com/office/officeart/2009/3/layout/HorizontalOrganizationChart"/>
    <dgm:cxn modelId="{18B37646-4ADE-44AD-9591-8E3CEF451147}" srcId="{AFC78F44-EB5B-486A-A506-4D8D62C74CC5}" destId="{C72492CC-AE36-4440-8F59-DFFA6F2E0952}" srcOrd="1" destOrd="0" parTransId="{B7947EEF-3D81-4A9F-87CC-30CD696CF14F}" sibTransId="{83394E0B-6EB2-426C-B1AC-9D63D42A3B8C}"/>
    <dgm:cxn modelId="{81F2DABF-F897-4B44-A0B3-B38CAC20005A}" type="presOf" srcId="{9F2E7B60-205C-4FC4-AB42-B61CC4677645}" destId="{071759AD-972F-4589-A718-3AE4BA90740E}" srcOrd="1" destOrd="0" presId="urn:microsoft.com/office/officeart/2009/3/layout/HorizontalOrganizationChart"/>
    <dgm:cxn modelId="{AA22CEFD-A4A0-475E-A2D2-ADB755E5BCD5}" srcId="{28CB8226-5B3F-4F93-BA88-B83F76911E76}" destId="{AFC78F44-EB5B-486A-A506-4D8D62C74CC5}" srcOrd="2" destOrd="0" parTransId="{14AC2447-3F1B-4FD5-8974-1D5CCCE83264}" sibTransId="{AFF31A17-A436-42D9-BBEE-B5CF6B88E8D3}"/>
    <dgm:cxn modelId="{29BFF38E-EC35-4B3F-B99B-63FB03B41B2F}" srcId="{F64F891F-50FA-41D2-A48D-15B55E4309FE}" destId="{9B8D015E-C6B5-4C9D-80D7-7D8FACFF4C43}" srcOrd="1" destOrd="0" parTransId="{7EA905D5-762F-46A9-81DA-5D51D787898F}" sibTransId="{5A00A966-B787-49AE-B431-E61FEE4BFAFB}"/>
    <dgm:cxn modelId="{C52C3BD2-72D5-4070-922D-CCFBE7CB477D}" type="presOf" srcId="{8EEFE1E6-10C2-4993-8A29-09956135F1BA}" destId="{6940C2F0-C14D-4DAD-B493-8102F557076E}" srcOrd="0" destOrd="0" presId="urn:microsoft.com/office/officeart/2009/3/layout/HorizontalOrganizationChart"/>
    <dgm:cxn modelId="{7988B8AC-ADE4-4762-9C2A-FC4805B539EF}" type="presOf" srcId="{57EC9F02-B740-47A0-AF45-810B5ADAF792}" destId="{3F237C4E-826C-4597-9013-A339AD53707A}" srcOrd="0" destOrd="0" presId="urn:microsoft.com/office/officeart/2009/3/layout/HorizontalOrganizationChart"/>
    <dgm:cxn modelId="{33320E81-C675-409D-BE41-2DDC018000A6}" type="presOf" srcId="{72556490-D5A3-4F1B-8F68-38C8B2551573}" destId="{85808F2A-D53B-4088-8E05-FD4AEB1F9402}" srcOrd="1" destOrd="0" presId="urn:microsoft.com/office/officeart/2009/3/layout/HorizontalOrganizationChart"/>
    <dgm:cxn modelId="{16D4D10A-C8BD-4F87-9B35-395A29746E16}" type="presOf" srcId="{DAC50A63-4036-418B-8D95-03420C55D959}" destId="{66A9D786-5C02-45D2-8402-8A1A3FF9870F}" srcOrd="0" destOrd="0" presId="urn:microsoft.com/office/officeart/2009/3/layout/HorizontalOrganizationChart"/>
    <dgm:cxn modelId="{CD31CCC7-2434-4F9F-8FDA-C98ADBB9D614}" type="presOf" srcId="{030457C1-50EB-4848-9784-D52EEE2D4033}" destId="{028C9574-FCE6-4E6C-BF8C-D874BDEA4988}" srcOrd="1" destOrd="0" presId="urn:microsoft.com/office/officeart/2009/3/layout/HorizontalOrganizationChart"/>
    <dgm:cxn modelId="{37ABA769-2059-4162-94D1-D54CB24F3AA8}" type="presOf" srcId="{6112FFFF-1636-4C23-8223-6A495C5BA6FE}" destId="{A7668CB4-A929-442C-8BE4-4D1B0E5864D1}" srcOrd="0" destOrd="0" presId="urn:microsoft.com/office/officeart/2009/3/layout/HorizontalOrganizationChart"/>
    <dgm:cxn modelId="{A562DD2D-B623-4E77-B437-E695DCA5627F}" type="presOf" srcId="{AD9F1068-7FE4-496B-A8B2-530C845654B1}" destId="{8860398C-DD3E-499D-9E98-35994DD735A8}" srcOrd="0" destOrd="0" presId="urn:microsoft.com/office/officeart/2009/3/layout/HorizontalOrganizationChart"/>
    <dgm:cxn modelId="{F9F0CFE7-78FE-45F3-AAC7-1741173BCC96}" srcId="{AFC78F44-EB5B-486A-A506-4D8D62C74CC5}" destId="{9F2E7B60-205C-4FC4-AB42-B61CC4677645}" srcOrd="0" destOrd="0" parTransId="{57EC9F02-B740-47A0-AF45-810B5ADAF792}" sibTransId="{F530C98C-7758-4184-838C-A01B0E089EF3}"/>
    <dgm:cxn modelId="{DAEDE367-53E2-4294-B0B9-62C3BBFF34EF}" type="presOf" srcId="{C72492CC-AE36-4440-8F59-DFFA6F2E0952}" destId="{1BED93F7-AA21-44FB-8DCB-94A748B0D3F8}" srcOrd="1" destOrd="0" presId="urn:microsoft.com/office/officeart/2009/3/layout/HorizontalOrganizationChart"/>
    <dgm:cxn modelId="{13BE8A70-1DEE-44B2-87B2-6E3B159D11BD}" type="presOf" srcId="{640D508B-6015-4A48-9725-BF715B3F13AB}" destId="{979F3A0F-C2F8-465C-B44C-AF82FADEA387}" srcOrd="1" destOrd="0" presId="urn:microsoft.com/office/officeart/2009/3/layout/HorizontalOrganizationChart"/>
    <dgm:cxn modelId="{4F754C05-F4BB-40DB-9660-8B616ED203B4}" srcId="{4DBECCED-08B5-43A5-BEEC-211E76B97049}" destId="{030457C1-50EB-4848-9784-D52EEE2D4033}" srcOrd="0" destOrd="0" parTransId="{C803D3F0-E609-47AE-8709-689393CD3E82}" sibTransId="{50449CCD-C7C7-4746-BA23-06F48D310943}"/>
    <dgm:cxn modelId="{F7232FFF-3A64-4606-977C-05898C1F857C}" srcId="{4DBECCED-08B5-43A5-BEEC-211E76B97049}" destId="{6112FFFF-1636-4C23-8223-6A495C5BA6FE}" srcOrd="1" destOrd="0" parTransId="{8EEFE1E6-10C2-4993-8A29-09956135F1BA}" sibTransId="{95C0D21D-A24C-481E-87A6-1FA3AF247A49}"/>
    <dgm:cxn modelId="{4DACEDCE-EF55-4AA1-9026-91B4358063E8}" type="presOf" srcId="{74B0CD96-CBB8-4FFA-AB91-6180F1DC425F}" destId="{F36DD1C8-AEE4-4256-9DB3-A06199CA9F3D}" srcOrd="0" destOrd="0" presId="urn:microsoft.com/office/officeart/2009/3/layout/HorizontalOrganizationChart"/>
    <dgm:cxn modelId="{418AD46E-7964-41C6-B2C4-87CC513E0876}" type="presOf" srcId="{AFC78F44-EB5B-486A-A506-4D8D62C74CC5}" destId="{FEDFA3F0-F9A3-494B-9954-32B342FA360B}" srcOrd="0" destOrd="0" presId="urn:microsoft.com/office/officeart/2009/3/layout/HorizontalOrganizationChart"/>
    <dgm:cxn modelId="{22E7F36D-A328-4DB1-9CFD-772872BCBAF1}" type="presOf" srcId="{4DBECCED-08B5-43A5-BEEC-211E76B97049}" destId="{9A85D8C3-3C17-4FAF-9ED8-D2EA91D4A008}" srcOrd="1" destOrd="0" presId="urn:microsoft.com/office/officeart/2009/3/layout/HorizontalOrganizationChart"/>
    <dgm:cxn modelId="{A89787A1-BE3E-49DB-B182-E0D999546612}" type="presOf" srcId="{030457C1-50EB-4848-9784-D52EEE2D4033}" destId="{9F6EA439-3079-401A-A6B5-76D447838B5E}" srcOrd="0" destOrd="0" presId="urn:microsoft.com/office/officeart/2009/3/layout/HorizontalOrganizationChart"/>
    <dgm:cxn modelId="{1D8D166C-3C86-4960-95DE-87B3AD2E3230}" srcId="{08BAB93A-1E27-4F7D-9BEE-D46BED63371F}" destId="{28CB8226-5B3F-4F93-BA88-B83F76911E76}" srcOrd="0" destOrd="0" parTransId="{549B2EEE-9F6C-4C80-BFFE-EA6E5F3D10AB}" sibTransId="{0A58AE1E-CFBF-450D-A4DC-2CD44D61981E}"/>
    <dgm:cxn modelId="{22B6B4FA-D05F-4979-94B7-7C5F40DA3DA0}" srcId="{03ABEFE2-7850-43E8-BE64-6F14AF1A040B}" destId="{7B049FC6-B676-4CEC-8163-F25550B084AB}" srcOrd="0" destOrd="0" parTransId="{74B0CD96-CBB8-4FFA-AB91-6180F1DC425F}" sibTransId="{953D5A48-9C08-4C0B-8E95-201F3979936A}"/>
    <dgm:cxn modelId="{F96153B0-4490-43EE-8069-9EBF5FD757AE}" type="presOf" srcId="{7B049FC6-B676-4CEC-8163-F25550B084AB}" destId="{538A4D77-FD09-4590-A92F-85795E99D14B}" srcOrd="1" destOrd="0" presId="urn:microsoft.com/office/officeart/2009/3/layout/HorizontalOrganizationChart"/>
    <dgm:cxn modelId="{C1E73A93-57E2-4582-92F2-873ED3E917E8}" type="presOf" srcId="{14AC2447-3F1B-4FD5-8974-1D5CCCE83264}" destId="{20D6BE6F-C973-4F27-8BA2-BFD796DF6F10}" srcOrd="0" destOrd="0" presId="urn:microsoft.com/office/officeart/2009/3/layout/HorizontalOrganizationChart"/>
    <dgm:cxn modelId="{E3E77232-A391-4840-BFE6-7F7529B8FBF5}" type="presOf" srcId="{F64F891F-50FA-41D2-A48D-15B55E4309FE}" destId="{34FD19BF-0999-4A5E-BC8F-276BCD2E1C6C}" srcOrd="1" destOrd="0" presId="urn:microsoft.com/office/officeart/2009/3/layout/HorizontalOrganizationChart"/>
    <dgm:cxn modelId="{92F18413-A3CC-46DB-A1A8-B9B676CEE554}" type="presOf" srcId="{28CB8226-5B3F-4F93-BA88-B83F76911E76}" destId="{4417E4E2-85D8-4D1D-B8DC-77470CC834EA}" srcOrd="1" destOrd="0" presId="urn:microsoft.com/office/officeart/2009/3/layout/HorizontalOrganizationChart"/>
    <dgm:cxn modelId="{83805CFC-2B81-4370-917A-952FC8BF53CC}" type="presOf" srcId="{7EA905D5-762F-46A9-81DA-5D51D787898F}" destId="{5C4EF67E-147B-4BFB-9DF6-825D3523C4FE}" srcOrd="0" destOrd="0" presId="urn:microsoft.com/office/officeart/2009/3/layout/HorizontalOrganizationChart"/>
    <dgm:cxn modelId="{95E327B4-7B03-43F5-AC5A-0AD95F10204D}" srcId="{F64F891F-50FA-41D2-A48D-15B55E4309FE}" destId="{640D508B-6015-4A48-9725-BF715B3F13AB}" srcOrd="2" destOrd="0" parTransId="{AA7C8BBC-A607-4A09-A667-57311ED8D799}" sibTransId="{E3F0565C-E665-45B0-A821-CDE4C78B8D0E}"/>
    <dgm:cxn modelId="{5C917C51-481C-4322-8E09-E8BDEC3435B3}" type="presOf" srcId="{4483431E-DF4E-4A95-98D8-88773B4F4E0B}" destId="{732E3CC1-C147-4A4F-A594-F5B3A442F990}" srcOrd="0" destOrd="0" presId="urn:microsoft.com/office/officeart/2009/3/layout/HorizontalOrganizationChart"/>
    <dgm:cxn modelId="{015E9903-C71F-4FCE-9C16-2F9DD1985F56}" type="presOf" srcId="{7B049FC6-B676-4CEC-8163-F25550B084AB}" destId="{D2B0EA74-C3CA-488A-8C5B-45966F9BF429}" srcOrd="0" destOrd="0" presId="urn:microsoft.com/office/officeart/2009/3/layout/HorizontalOrganizationChart"/>
    <dgm:cxn modelId="{46BA59A0-0002-4F5C-9940-270A54114045}" type="presOf" srcId="{1BDF1BB9-46BE-4B3C-A4E0-30421BC82038}" destId="{06A3B864-1B5B-476D-B3BF-27B4BAD4E31E}" srcOrd="1" destOrd="0" presId="urn:microsoft.com/office/officeart/2009/3/layout/HorizontalOrganizationChart"/>
    <dgm:cxn modelId="{67DD4AE4-17A3-48F1-82F4-DD62B2CA9925}" type="presOf" srcId="{B7947EEF-3D81-4A9F-87CC-30CD696CF14F}" destId="{A710E2AF-484A-479A-AD1B-A4BF559917EA}" srcOrd="0" destOrd="0" presId="urn:microsoft.com/office/officeart/2009/3/layout/HorizontalOrganizationChart"/>
    <dgm:cxn modelId="{4353B901-49EA-4BAF-9919-7B72056A4F16}" srcId="{28CB8226-5B3F-4F93-BA88-B83F76911E76}" destId="{4DBECCED-08B5-43A5-BEEC-211E76B97049}" srcOrd="3" destOrd="0" parTransId="{D8E1A602-9A0F-4D15-9B8A-0C69E6249693}" sibTransId="{219EF779-E8B6-4AA8-8D90-42BABE25A8DA}"/>
    <dgm:cxn modelId="{C8C5138B-43B1-43FE-880B-08554332260C}" srcId="{F64F891F-50FA-41D2-A48D-15B55E4309FE}" destId="{1BDF1BB9-46BE-4B3C-A4E0-30421BC82038}" srcOrd="3" destOrd="0" parTransId="{E3219212-5985-4D68-983C-97D7783C941A}" sibTransId="{6DBED694-F9EA-45AF-8642-4FED6E00DF72}"/>
    <dgm:cxn modelId="{42DCD882-27AD-4360-B4B0-1EFA598DC9BD}" srcId="{28CB8226-5B3F-4F93-BA88-B83F76911E76}" destId="{2F1FF657-201E-419E-8D14-61A337F65FCC}" srcOrd="4" destOrd="0" parTransId="{4483431E-DF4E-4A95-98D8-88773B4F4E0B}" sibTransId="{493625C1-73D3-4AA2-8403-3A5208E4E907}"/>
    <dgm:cxn modelId="{8D9E6099-EA67-4CD4-BD6F-41D6173B165D}" type="presOf" srcId="{C72492CC-AE36-4440-8F59-DFFA6F2E0952}" destId="{1B262A52-E94E-490E-934A-E42FAB35C9AA}" srcOrd="0" destOrd="0" presId="urn:microsoft.com/office/officeart/2009/3/layout/HorizontalOrganizationChart"/>
    <dgm:cxn modelId="{E3E91E17-9BA2-45C2-B170-F639B716AEA3}" srcId="{AFC78F44-EB5B-486A-A506-4D8D62C74CC5}" destId="{72556490-D5A3-4F1B-8F68-38C8B2551573}" srcOrd="2" destOrd="0" parTransId="{DAC50A63-4036-418B-8D95-03420C55D959}" sibTransId="{8B514C16-625E-4D23-967A-C31176F47D1C}"/>
    <dgm:cxn modelId="{FCCD8C9D-64A6-4373-8DAE-26A186228038}" type="presParOf" srcId="{04EAB1F5-9937-4DBF-9BA9-682DC63EAE2D}" destId="{872A011F-6298-490F-847C-CB41698D49A1}" srcOrd="0" destOrd="0" presId="urn:microsoft.com/office/officeart/2009/3/layout/HorizontalOrganizationChart"/>
    <dgm:cxn modelId="{0BA0F204-2C18-4186-8F31-3FD8598AE7E9}" type="presParOf" srcId="{872A011F-6298-490F-847C-CB41698D49A1}" destId="{071B40B6-A469-4C6D-9187-726738AD694F}" srcOrd="0" destOrd="0" presId="urn:microsoft.com/office/officeart/2009/3/layout/HorizontalOrganizationChart"/>
    <dgm:cxn modelId="{515FDBA9-1AA4-42CA-A1CA-0023E8850CF2}" type="presParOf" srcId="{071B40B6-A469-4C6D-9187-726738AD694F}" destId="{63011818-7A50-4391-8F65-B5FB3294D547}" srcOrd="0" destOrd="0" presId="urn:microsoft.com/office/officeart/2009/3/layout/HorizontalOrganizationChart"/>
    <dgm:cxn modelId="{35708231-764E-46AE-8C67-8B72F7BED0A3}" type="presParOf" srcId="{071B40B6-A469-4C6D-9187-726738AD694F}" destId="{4417E4E2-85D8-4D1D-B8DC-77470CC834EA}" srcOrd="1" destOrd="0" presId="urn:microsoft.com/office/officeart/2009/3/layout/HorizontalOrganizationChart"/>
    <dgm:cxn modelId="{69EAF491-A468-48D3-8A15-CDAAEDBAEB8C}" type="presParOf" srcId="{872A011F-6298-490F-847C-CB41698D49A1}" destId="{85C30E99-2797-4AE0-8237-8DBF5775CBE5}" srcOrd="1" destOrd="0" presId="urn:microsoft.com/office/officeart/2009/3/layout/HorizontalOrganizationChart"/>
    <dgm:cxn modelId="{D49C7381-2B53-4119-B035-439B795D45AD}" type="presParOf" srcId="{85C30E99-2797-4AE0-8237-8DBF5775CBE5}" destId="{264D4D21-B755-4514-BA98-661676145089}" srcOrd="0" destOrd="0" presId="urn:microsoft.com/office/officeart/2009/3/layout/HorizontalOrganizationChart"/>
    <dgm:cxn modelId="{8C13E016-1CE9-47AC-B7C2-C78AF94C52C6}" type="presParOf" srcId="{85C30E99-2797-4AE0-8237-8DBF5775CBE5}" destId="{CF0496FE-E6CF-4273-8506-9336B80965E4}" srcOrd="1" destOrd="0" presId="urn:microsoft.com/office/officeart/2009/3/layout/HorizontalOrganizationChart"/>
    <dgm:cxn modelId="{7A358B3E-7B69-4695-93EB-CD6FB107DA3B}" type="presParOf" srcId="{CF0496FE-E6CF-4273-8506-9336B80965E4}" destId="{A2B79969-7F80-4C4D-9BFE-33674D19618A}" srcOrd="0" destOrd="0" presId="urn:microsoft.com/office/officeart/2009/3/layout/HorizontalOrganizationChart"/>
    <dgm:cxn modelId="{A993EE64-7CD6-44F1-A9A0-338830EEE5B7}" type="presParOf" srcId="{A2B79969-7F80-4C4D-9BFE-33674D19618A}" destId="{8B9336D7-43D0-4922-82E9-4C1A7A48FC49}" srcOrd="0" destOrd="0" presId="urn:microsoft.com/office/officeart/2009/3/layout/HorizontalOrganizationChart"/>
    <dgm:cxn modelId="{0FB2C8A1-FB10-4270-AE5A-B39DF923FA37}" type="presParOf" srcId="{A2B79969-7F80-4C4D-9BFE-33674D19618A}" destId="{34FD19BF-0999-4A5E-BC8F-276BCD2E1C6C}" srcOrd="1" destOrd="0" presId="urn:microsoft.com/office/officeart/2009/3/layout/HorizontalOrganizationChart"/>
    <dgm:cxn modelId="{3D935146-F8E4-467A-A816-6492B8F93D17}" type="presParOf" srcId="{CF0496FE-E6CF-4273-8506-9336B80965E4}" destId="{9D2AADB2-4396-4091-BA20-64B84ACCB64D}" srcOrd="1" destOrd="0" presId="urn:microsoft.com/office/officeart/2009/3/layout/HorizontalOrganizationChart"/>
    <dgm:cxn modelId="{67534CD8-E7DB-4417-BD35-3BF3A21C4E0B}" type="presParOf" srcId="{9D2AADB2-4396-4091-BA20-64B84ACCB64D}" destId="{8860398C-DD3E-499D-9E98-35994DD735A8}" srcOrd="0" destOrd="0" presId="urn:microsoft.com/office/officeart/2009/3/layout/HorizontalOrganizationChart"/>
    <dgm:cxn modelId="{5D986BD3-A801-4B9D-8CC6-7EF694C1088E}" type="presParOf" srcId="{9D2AADB2-4396-4091-BA20-64B84ACCB64D}" destId="{5CFC9261-8FB8-4143-BBAB-242B737E623B}" srcOrd="1" destOrd="0" presId="urn:microsoft.com/office/officeart/2009/3/layout/HorizontalOrganizationChart"/>
    <dgm:cxn modelId="{8B0C9D90-4E7C-4707-A62F-2C8927321A7E}" type="presParOf" srcId="{5CFC9261-8FB8-4143-BBAB-242B737E623B}" destId="{4F3B9AC7-9EE6-44D4-969F-6FA42B4D5D4C}" srcOrd="0" destOrd="0" presId="urn:microsoft.com/office/officeart/2009/3/layout/HorizontalOrganizationChart"/>
    <dgm:cxn modelId="{B9D7A0E4-1D19-45C6-8F1C-1B6438A8B9A0}" type="presParOf" srcId="{4F3B9AC7-9EE6-44D4-969F-6FA42B4D5D4C}" destId="{EAEA1A85-6EA6-418C-BB1F-8CEF5223F04A}" srcOrd="0" destOrd="0" presId="urn:microsoft.com/office/officeart/2009/3/layout/HorizontalOrganizationChart"/>
    <dgm:cxn modelId="{4C12A165-3C9A-4A42-AC0B-08B0AD843A6A}" type="presParOf" srcId="{4F3B9AC7-9EE6-44D4-969F-6FA42B4D5D4C}" destId="{B59829DA-5AD2-4C48-919C-F5F189F38451}" srcOrd="1" destOrd="0" presId="urn:microsoft.com/office/officeart/2009/3/layout/HorizontalOrganizationChart"/>
    <dgm:cxn modelId="{FFF3B52F-26CE-4737-8773-0A632C335142}" type="presParOf" srcId="{5CFC9261-8FB8-4143-BBAB-242B737E623B}" destId="{0A14549E-B182-48A7-AEC7-EF894D9B5F92}" srcOrd="1" destOrd="0" presId="urn:microsoft.com/office/officeart/2009/3/layout/HorizontalOrganizationChart"/>
    <dgm:cxn modelId="{CC09BC8F-F393-42BB-ABCD-0C75E9259B92}" type="presParOf" srcId="{5CFC9261-8FB8-4143-BBAB-242B737E623B}" destId="{D3D4A45C-CE63-45A3-95AD-5EEEFE93AD5A}" srcOrd="2" destOrd="0" presId="urn:microsoft.com/office/officeart/2009/3/layout/HorizontalOrganizationChart"/>
    <dgm:cxn modelId="{C6C9763E-F173-43BD-A127-E701319929E4}" type="presParOf" srcId="{9D2AADB2-4396-4091-BA20-64B84ACCB64D}" destId="{5C4EF67E-147B-4BFB-9DF6-825D3523C4FE}" srcOrd="2" destOrd="0" presId="urn:microsoft.com/office/officeart/2009/3/layout/HorizontalOrganizationChart"/>
    <dgm:cxn modelId="{C8D44430-6F01-45E1-AD45-3A7BFE3075FE}" type="presParOf" srcId="{9D2AADB2-4396-4091-BA20-64B84ACCB64D}" destId="{811A2B80-E254-43B4-95A4-4BBE102CE2EB}" srcOrd="3" destOrd="0" presId="urn:microsoft.com/office/officeart/2009/3/layout/HorizontalOrganizationChart"/>
    <dgm:cxn modelId="{4E8F6570-4995-43EC-B20C-22497A84C942}" type="presParOf" srcId="{811A2B80-E254-43B4-95A4-4BBE102CE2EB}" destId="{997F36E4-4619-44BE-AAAD-B35650544DF6}" srcOrd="0" destOrd="0" presId="urn:microsoft.com/office/officeart/2009/3/layout/HorizontalOrganizationChart"/>
    <dgm:cxn modelId="{7F99A117-A2A1-40CB-B84B-EFC30CA2F135}" type="presParOf" srcId="{997F36E4-4619-44BE-AAAD-B35650544DF6}" destId="{AED936AD-8030-4A6F-94B7-344CF0C300FE}" srcOrd="0" destOrd="0" presId="urn:microsoft.com/office/officeart/2009/3/layout/HorizontalOrganizationChart"/>
    <dgm:cxn modelId="{71371435-D39C-49D9-BEE2-C7D47CE74A23}" type="presParOf" srcId="{997F36E4-4619-44BE-AAAD-B35650544DF6}" destId="{EF0E6D12-FB75-49E4-9AFD-B3495A201EF1}" srcOrd="1" destOrd="0" presId="urn:microsoft.com/office/officeart/2009/3/layout/HorizontalOrganizationChart"/>
    <dgm:cxn modelId="{0A7551A8-5FEF-43E5-AACB-8F8921CD2E00}" type="presParOf" srcId="{811A2B80-E254-43B4-95A4-4BBE102CE2EB}" destId="{F2327CFC-DC2D-480C-87CF-90F3DAFD4159}" srcOrd="1" destOrd="0" presId="urn:microsoft.com/office/officeart/2009/3/layout/HorizontalOrganizationChart"/>
    <dgm:cxn modelId="{A457EEFA-FBA1-4BF9-81AA-E09D48C5CADC}" type="presParOf" srcId="{811A2B80-E254-43B4-95A4-4BBE102CE2EB}" destId="{8A854A4C-E35E-4B5D-A555-0F4EB7C5012D}" srcOrd="2" destOrd="0" presId="urn:microsoft.com/office/officeart/2009/3/layout/HorizontalOrganizationChart"/>
    <dgm:cxn modelId="{5D2B857F-FE32-446E-A310-F5AF95974568}" type="presParOf" srcId="{9D2AADB2-4396-4091-BA20-64B84ACCB64D}" destId="{84FCDD15-355C-4062-82BD-047473689330}" srcOrd="4" destOrd="0" presId="urn:microsoft.com/office/officeart/2009/3/layout/HorizontalOrganizationChart"/>
    <dgm:cxn modelId="{938C4E75-77AC-47BD-8ECD-930DD126D5C1}" type="presParOf" srcId="{9D2AADB2-4396-4091-BA20-64B84ACCB64D}" destId="{48C3E15B-E66B-4E03-8E07-02AE64D35A3E}" srcOrd="5" destOrd="0" presId="urn:microsoft.com/office/officeart/2009/3/layout/HorizontalOrganizationChart"/>
    <dgm:cxn modelId="{3CDE9401-0CAF-4D4B-81C5-D60BE7E8F92F}" type="presParOf" srcId="{48C3E15B-E66B-4E03-8E07-02AE64D35A3E}" destId="{72C28462-369A-43AD-A6E8-766C54DBDB6E}" srcOrd="0" destOrd="0" presId="urn:microsoft.com/office/officeart/2009/3/layout/HorizontalOrganizationChart"/>
    <dgm:cxn modelId="{828D9B8F-F426-45EA-A9B9-E12FB47A16EF}" type="presParOf" srcId="{72C28462-369A-43AD-A6E8-766C54DBDB6E}" destId="{3018533F-8CCF-4E1C-8ACE-31E7A3D715B2}" srcOrd="0" destOrd="0" presId="urn:microsoft.com/office/officeart/2009/3/layout/HorizontalOrganizationChart"/>
    <dgm:cxn modelId="{993A6EF9-564B-4402-B6C7-C29455E4B6ED}" type="presParOf" srcId="{72C28462-369A-43AD-A6E8-766C54DBDB6E}" destId="{979F3A0F-C2F8-465C-B44C-AF82FADEA387}" srcOrd="1" destOrd="0" presId="urn:microsoft.com/office/officeart/2009/3/layout/HorizontalOrganizationChart"/>
    <dgm:cxn modelId="{4FBFB796-1D53-4A3A-897D-F2281CD7D2D5}" type="presParOf" srcId="{48C3E15B-E66B-4E03-8E07-02AE64D35A3E}" destId="{602EFBFA-D855-4144-9EC7-C5ADE01B32D3}" srcOrd="1" destOrd="0" presId="urn:microsoft.com/office/officeart/2009/3/layout/HorizontalOrganizationChart"/>
    <dgm:cxn modelId="{945E5222-B1DB-4C97-BAFE-72B13501304C}" type="presParOf" srcId="{48C3E15B-E66B-4E03-8E07-02AE64D35A3E}" destId="{0B12E015-F212-44FC-9107-05E6921943EB}" srcOrd="2" destOrd="0" presId="urn:microsoft.com/office/officeart/2009/3/layout/HorizontalOrganizationChart"/>
    <dgm:cxn modelId="{671F0DA0-120C-420B-B3BD-F1BBA4ECCAC0}" type="presParOf" srcId="{9D2AADB2-4396-4091-BA20-64B84ACCB64D}" destId="{9DFBD287-9915-4CF3-BEE1-E0CDCD2C5774}" srcOrd="6" destOrd="0" presId="urn:microsoft.com/office/officeart/2009/3/layout/HorizontalOrganizationChart"/>
    <dgm:cxn modelId="{CA0C7BE8-9F44-4A7E-BEB0-EEA45EAEE4D1}" type="presParOf" srcId="{9D2AADB2-4396-4091-BA20-64B84ACCB64D}" destId="{09E1DAA1-D85F-4DC5-A2E4-1E2EB8995A61}" srcOrd="7" destOrd="0" presId="urn:microsoft.com/office/officeart/2009/3/layout/HorizontalOrganizationChart"/>
    <dgm:cxn modelId="{6FADF6EE-9892-4CFA-AB5F-973726FEA9D5}" type="presParOf" srcId="{09E1DAA1-D85F-4DC5-A2E4-1E2EB8995A61}" destId="{8A408A93-7388-4DB5-B35E-F8D02E85A209}" srcOrd="0" destOrd="0" presId="urn:microsoft.com/office/officeart/2009/3/layout/HorizontalOrganizationChart"/>
    <dgm:cxn modelId="{99E58CAD-7B2C-4F09-B275-EC4CAF791537}" type="presParOf" srcId="{8A408A93-7388-4DB5-B35E-F8D02E85A209}" destId="{988C8F29-C969-4A91-AD8D-4F1996D1B529}" srcOrd="0" destOrd="0" presId="urn:microsoft.com/office/officeart/2009/3/layout/HorizontalOrganizationChart"/>
    <dgm:cxn modelId="{ECF74713-DEF8-4017-BF6E-B300AE8B95C9}" type="presParOf" srcId="{8A408A93-7388-4DB5-B35E-F8D02E85A209}" destId="{06A3B864-1B5B-476D-B3BF-27B4BAD4E31E}" srcOrd="1" destOrd="0" presId="urn:microsoft.com/office/officeart/2009/3/layout/HorizontalOrganizationChart"/>
    <dgm:cxn modelId="{E81931E3-7B6B-4A59-B41A-E4DC0D3D5E64}" type="presParOf" srcId="{09E1DAA1-D85F-4DC5-A2E4-1E2EB8995A61}" destId="{A28500EC-9CBF-4707-9FEC-F5854C5EEC3E}" srcOrd="1" destOrd="0" presId="urn:microsoft.com/office/officeart/2009/3/layout/HorizontalOrganizationChart"/>
    <dgm:cxn modelId="{00C8E44D-08B9-47D6-A413-D32D1E95C278}" type="presParOf" srcId="{09E1DAA1-D85F-4DC5-A2E4-1E2EB8995A61}" destId="{26C8DDFB-12C0-4931-8569-D7BC882DB07C}" srcOrd="2" destOrd="0" presId="urn:microsoft.com/office/officeart/2009/3/layout/HorizontalOrganizationChart"/>
    <dgm:cxn modelId="{14B32261-DF57-4D09-AC73-6A50823B4EAD}" type="presParOf" srcId="{CF0496FE-E6CF-4273-8506-9336B80965E4}" destId="{9823A597-AB57-4519-ABD9-CE93AF047C3C}" srcOrd="2" destOrd="0" presId="urn:microsoft.com/office/officeart/2009/3/layout/HorizontalOrganizationChart"/>
    <dgm:cxn modelId="{DA9D2EBA-3997-4B17-B197-85F85A543ED9}" type="presParOf" srcId="{85C30E99-2797-4AE0-8237-8DBF5775CBE5}" destId="{20116D36-5E7A-4331-A686-5A34492EE3E3}" srcOrd="2" destOrd="0" presId="urn:microsoft.com/office/officeart/2009/3/layout/HorizontalOrganizationChart"/>
    <dgm:cxn modelId="{04A63971-A1B4-4681-BDB7-ECA2EE07A3C0}" type="presParOf" srcId="{85C30E99-2797-4AE0-8237-8DBF5775CBE5}" destId="{4C2CFA33-A115-4651-8785-2975DFFD787D}" srcOrd="3" destOrd="0" presId="urn:microsoft.com/office/officeart/2009/3/layout/HorizontalOrganizationChart"/>
    <dgm:cxn modelId="{6A11C6AE-CBCD-4AD3-AF4C-D258039A03BC}" type="presParOf" srcId="{4C2CFA33-A115-4651-8785-2975DFFD787D}" destId="{EE010CAD-AD37-43EB-AE44-E09EBE0E4465}" srcOrd="0" destOrd="0" presId="urn:microsoft.com/office/officeart/2009/3/layout/HorizontalOrganizationChart"/>
    <dgm:cxn modelId="{1203CA20-4CD9-4BB6-B1EE-03EEC4C1D874}" type="presParOf" srcId="{EE010CAD-AD37-43EB-AE44-E09EBE0E4465}" destId="{F36DE499-D0C6-4955-B571-84797F8A0035}" srcOrd="0" destOrd="0" presId="urn:microsoft.com/office/officeart/2009/3/layout/HorizontalOrganizationChart"/>
    <dgm:cxn modelId="{004AA851-0D53-47BC-8A95-F2AEA81F5E19}" type="presParOf" srcId="{EE010CAD-AD37-43EB-AE44-E09EBE0E4465}" destId="{895E4F72-FFB2-480B-A1A1-39279A5044E7}" srcOrd="1" destOrd="0" presId="urn:microsoft.com/office/officeart/2009/3/layout/HorizontalOrganizationChart"/>
    <dgm:cxn modelId="{B440CC7F-2A9C-4704-A4B9-D7DA6BB850C3}" type="presParOf" srcId="{4C2CFA33-A115-4651-8785-2975DFFD787D}" destId="{594AB558-AD10-4148-B96F-548A99DBC559}" srcOrd="1" destOrd="0" presId="urn:microsoft.com/office/officeart/2009/3/layout/HorizontalOrganizationChart"/>
    <dgm:cxn modelId="{34BD1D17-50E6-4DAA-8DE9-81B21A3B847B}" type="presParOf" srcId="{594AB558-AD10-4148-B96F-548A99DBC559}" destId="{F36DD1C8-AEE4-4256-9DB3-A06199CA9F3D}" srcOrd="0" destOrd="0" presId="urn:microsoft.com/office/officeart/2009/3/layout/HorizontalOrganizationChart"/>
    <dgm:cxn modelId="{29EEC6E1-9435-4F3C-92E0-A9A6854F331A}" type="presParOf" srcId="{594AB558-AD10-4148-B96F-548A99DBC559}" destId="{B6A3263F-BE7B-4A33-A5F2-F4B08FB6BD55}" srcOrd="1" destOrd="0" presId="urn:microsoft.com/office/officeart/2009/3/layout/HorizontalOrganizationChart"/>
    <dgm:cxn modelId="{8501D481-1A07-4054-A508-8EF3BBAA2B17}" type="presParOf" srcId="{B6A3263F-BE7B-4A33-A5F2-F4B08FB6BD55}" destId="{006C0CBB-8B2E-415B-A5B1-8B746F423F59}" srcOrd="0" destOrd="0" presId="urn:microsoft.com/office/officeart/2009/3/layout/HorizontalOrganizationChart"/>
    <dgm:cxn modelId="{446B2219-24A0-427B-8EEE-232A6FF84597}" type="presParOf" srcId="{006C0CBB-8B2E-415B-A5B1-8B746F423F59}" destId="{D2B0EA74-C3CA-488A-8C5B-45966F9BF429}" srcOrd="0" destOrd="0" presId="urn:microsoft.com/office/officeart/2009/3/layout/HorizontalOrganizationChart"/>
    <dgm:cxn modelId="{E0E5CE66-EA74-4F4C-99B5-5E5843C67B18}" type="presParOf" srcId="{006C0CBB-8B2E-415B-A5B1-8B746F423F59}" destId="{538A4D77-FD09-4590-A92F-85795E99D14B}" srcOrd="1" destOrd="0" presId="urn:microsoft.com/office/officeart/2009/3/layout/HorizontalOrganizationChart"/>
    <dgm:cxn modelId="{C6EFCF0C-935B-4F98-9092-9CDBF734EAE6}" type="presParOf" srcId="{B6A3263F-BE7B-4A33-A5F2-F4B08FB6BD55}" destId="{26775FB9-6FE3-4D39-99BF-64037AC256F7}" srcOrd="1" destOrd="0" presId="urn:microsoft.com/office/officeart/2009/3/layout/HorizontalOrganizationChart"/>
    <dgm:cxn modelId="{13414514-74E6-4B86-BFA9-0EB1B15A71CF}" type="presParOf" srcId="{26775FB9-6FE3-4D39-99BF-64037AC256F7}" destId="{7C43F1E6-9395-4C77-9704-E3CC67C24C7F}" srcOrd="0" destOrd="0" presId="urn:microsoft.com/office/officeart/2009/3/layout/HorizontalOrganizationChart"/>
    <dgm:cxn modelId="{F3136184-99AE-46C1-AED2-8FD148CD39AB}" type="presParOf" srcId="{26775FB9-6FE3-4D39-99BF-64037AC256F7}" destId="{DB2A07DB-91C2-433B-9613-E02F5CC040E7}" srcOrd="1" destOrd="0" presId="urn:microsoft.com/office/officeart/2009/3/layout/HorizontalOrganizationChart"/>
    <dgm:cxn modelId="{2B1A04D5-1A46-4787-B7A5-1A087AC3A12B}" type="presParOf" srcId="{DB2A07DB-91C2-433B-9613-E02F5CC040E7}" destId="{4F6E8168-6A66-4BDE-9FF1-1E16ACE1D23B}" srcOrd="0" destOrd="0" presId="urn:microsoft.com/office/officeart/2009/3/layout/HorizontalOrganizationChart"/>
    <dgm:cxn modelId="{BB7D9054-1082-47B0-9DDB-961FB294F539}" type="presParOf" srcId="{4F6E8168-6A66-4BDE-9FF1-1E16ACE1D23B}" destId="{6CBFF65C-11F2-4B1B-817A-36EB8003301F}" srcOrd="0" destOrd="0" presId="urn:microsoft.com/office/officeart/2009/3/layout/HorizontalOrganizationChart"/>
    <dgm:cxn modelId="{EB020CEE-8766-433E-8C13-C9E00A77D729}" type="presParOf" srcId="{4F6E8168-6A66-4BDE-9FF1-1E16ACE1D23B}" destId="{C1D990F2-CF6D-4EAA-9397-3B2F0551D5C9}" srcOrd="1" destOrd="0" presId="urn:microsoft.com/office/officeart/2009/3/layout/HorizontalOrganizationChart"/>
    <dgm:cxn modelId="{53D1B5BA-EC10-491E-89CD-CB86721A1EB3}" type="presParOf" srcId="{DB2A07DB-91C2-433B-9613-E02F5CC040E7}" destId="{B1A905B7-3552-4FEA-8425-D0B93D7DC4FA}" srcOrd="1" destOrd="0" presId="urn:microsoft.com/office/officeart/2009/3/layout/HorizontalOrganizationChart"/>
    <dgm:cxn modelId="{A27C32CD-DFC3-4835-A859-52D4FCB179F9}" type="presParOf" srcId="{DB2A07DB-91C2-433B-9613-E02F5CC040E7}" destId="{DF410321-715C-4306-8AFA-B2C9B9F7828B}" srcOrd="2" destOrd="0" presId="urn:microsoft.com/office/officeart/2009/3/layout/HorizontalOrganizationChart"/>
    <dgm:cxn modelId="{621D3C3D-33F2-4259-A224-6117424AC230}" type="presParOf" srcId="{B6A3263F-BE7B-4A33-A5F2-F4B08FB6BD55}" destId="{630E94E0-83FF-4843-8A6C-CCBA757ED22D}" srcOrd="2" destOrd="0" presId="urn:microsoft.com/office/officeart/2009/3/layout/HorizontalOrganizationChart"/>
    <dgm:cxn modelId="{0D6C2E7A-17DB-49FB-8220-0D57BFCD0200}" type="presParOf" srcId="{4C2CFA33-A115-4651-8785-2975DFFD787D}" destId="{2B54A5DC-1562-4EF2-A88C-E7DFCB17C4AE}" srcOrd="2" destOrd="0" presId="urn:microsoft.com/office/officeart/2009/3/layout/HorizontalOrganizationChart"/>
    <dgm:cxn modelId="{A5768EB8-BCB1-47C3-A3CA-ABA4AE4059E5}" type="presParOf" srcId="{85C30E99-2797-4AE0-8237-8DBF5775CBE5}" destId="{20D6BE6F-C973-4F27-8BA2-BFD796DF6F10}" srcOrd="4" destOrd="0" presId="urn:microsoft.com/office/officeart/2009/3/layout/HorizontalOrganizationChart"/>
    <dgm:cxn modelId="{02D7F523-F3BF-4E6A-83F9-B91408675593}" type="presParOf" srcId="{85C30E99-2797-4AE0-8237-8DBF5775CBE5}" destId="{1AABAD5D-7BBF-4B3A-901F-7F1DAE5D788F}" srcOrd="5" destOrd="0" presId="urn:microsoft.com/office/officeart/2009/3/layout/HorizontalOrganizationChart"/>
    <dgm:cxn modelId="{7427CDB6-E894-4928-9C4B-D6CC7E744481}" type="presParOf" srcId="{1AABAD5D-7BBF-4B3A-901F-7F1DAE5D788F}" destId="{4EBC0A99-1D56-4FC4-B0A1-F858E6FED86C}" srcOrd="0" destOrd="0" presId="urn:microsoft.com/office/officeart/2009/3/layout/HorizontalOrganizationChart"/>
    <dgm:cxn modelId="{C7ECE8DA-F8B1-4559-A52A-384D62479A5B}" type="presParOf" srcId="{4EBC0A99-1D56-4FC4-B0A1-F858E6FED86C}" destId="{FEDFA3F0-F9A3-494B-9954-32B342FA360B}" srcOrd="0" destOrd="0" presId="urn:microsoft.com/office/officeart/2009/3/layout/HorizontalOrganizationChart"/>
    <dgm:cxn modelId="{90FB2F84-0C14-4DF9-8E2C-62D70C3C14C4}" type="presParOf" srcId="{4EBC0A99-1D56-4FC4-B0A1-F858E6FED86C}" destId="{1BB91AD0-A334-4564-A31E-8D4A4B2A0D0B}" srcOrd="1" destOrd="0" presId="urn:microsoft.com/office/officeart/2009/3/layout/HorizontalOrganizationChart"/>
    <dgm:cxn modelId="{284AC6DD-5F78-4BA7-AFEC-BA1B79482AA9}" type="presParOf" srcId="{1AABAD5D-7BBF-4B3A-901F-7F1DAE5D788F}" destId="{E9B82A99-51A8-4963-AF8F-0B1A7F68C96D}" srcOrd="1" destOrd="0" presId="urn:microsoft.com/office/officeart/2009/3/layout/HorizontalOrganizationChart"/>
    <dgm:cxn modelId="{A6E1CE3D-EC5A-4AE3-A09B-79760AB7A214}" type="presParOf" srcId="{E9B82A99-51A8-4963-AF8F-0B1A7F68C96D}" destId="{3F237C4E-826C-4597-9013-A339AD53707A}" srcOrd="0" destOrd="0" presId="urn:microsoft.com/office/officeart/2009/3/layout/HorizontalOrganizationChart"/>
    <dgm:cxn modelId="{01C013D7-58CD-4F66-B3E4-D850C412B161}" type="presParOf" srcId="{E9B82A99-51A8-4963-AF8F-0B1A7F68C96D}" destId="{0B7D11D5-FF87-41EA-8737-CB972AFA337F}" srcOrd="1" destOrd="0" presId="urn:microsoft.com/office/officeart/2009/3/layout/HorizontalOrganizationChart"/>
    <dgm:cxn modelId="{3896DE08-9BE3-4C75-9DE3-58303184907B}" type="presParOf" srcId="{0B7D11D5-FF87-41EA-8737-CB972AFA337F}" destId="{292FEF31-BE8A-43D9-9389-AE42A486E23F}" srcOrd="0" destOrd="0" presId="urn:microsoft.com/office/officeart/2009/3/layout/HorizontalOrganizationChart"/>
    <dgm:cxn modelId="{81253E5D-BD83-4FFD-9278-BDC15A2CD5C9}" type="presParOf" srcId="{292FEF31-BE8A-43D9-9389-AE42A486E23F}" destId="{99E23FE6-385E-4E34-BFBE-A62B8CF8ACBE}" srcOrd="0" destOrd="0" presId="urn:microsoft.com/office/officeart/2009/3/layout/HorizontalOrganizationChart"/>
    <dgm:cxn modelId="{D0033F93-9013-40F7-BB86-D564394F960A}" type="presParOf" srcId="{292FEF31-BE8A-43D9-9389-AE42A486E23F}" destId="{071759AD-972F-4589-A718-3AE4BA90740E}" srcOrd="1" destOrd="0" presId="urn:microsoft.com/office/officeart/2009/3/layout/HorizontalOrganizationChart"/>
    <dgm:cxn modelId="{6AF98852-EAC3-4EA2-9934-E358C547AB60}" type="presParOf" srcId="{0B7D11D5-FF87-41EA-8737-CB972AFA337F}" destId="{7D54D002-ED10-49BB-9D98-8C83CF94E2F7}" srcOrd="1" destOrd="0" presId="urn:microsoft.com/office/officeart/2009/3/layout/HorizontalOrganizationChart"/>
    <dgm:cxn modelId="{2AAE508E-5A5C-42B2-923F-A75C133E2B52}" type="presParOf" srcId="{0B7D11D5-FF87-41EA-8737-CB972AFA337F}" destId="{79804B2B-555C-4AC9-9339-F631526EB90D}" srcOrd="2" destOrd="0" presId="urn:microsoft.com/office/officeart/2009/3/layout/HorizontalOrganizationChart"/>
    <dgm:cxn modelId="{E67FE892-0E03-4CBD-B5DA-F3B27AD47393}" type="presParOf" srcId="{E9B82A99-51A8-4963-AF8F-0B1A7F68C96D}" destId="{A710E2AF-484A-479A-AD1B-A4BF559917EA}" srcOrd="2" destOrd="0" presId="urn:microsoft.com/office/officeart/2009/3/layout/HorizontalOrganizationChart"/>
    <dgm:cxn modelId="{08D1A7EA-ABB3-442E-9F9D-61AD076B18CA}" type="presParOf" srcId="{E9B82A99-51A8-4963-AF8F-0B1A7F68C96D}" destId="{7D0E94AF-E7D8-4AF9-B729-7AAD21B1BE84}" srcOrd="3" destOrd="0" presId="urn:microsoft.com/office/officeart/2009/3/layout/HorizontalOrganizationChart"/>
    <dgm:cxn modelId="{2E600DEA-73B3-4E29-A5B5-580D15B86541}" type="presParOf" srcId="{7D0E94AF-E7D8-4AF9-B729-7AAD21B1BE84}" destId="{F19CA16A-BBE3-4375-B90F-B1632570707E}" srcOrd="0" destOrd="0" presId="urn:microsoft.com/office/officeart/2009/3/layout/HorizontalOrganizationChart"/>
    <dgm:cxn modelId="{92D731AF-632F-40EE-9ADC-BAC4BA8A306E}" type="presParOf" srcId="{F19CA16A-BBE3-4375-B90F-B1632570707E}" destId="{1B262A52-E94E-490E-934A-E42FAB35C9AA}" srcOrd="0" destOrd="0" presId="urn:microsoft.com/office/officeart/2009/3/layout/HorizontalOrganizationChart"/>
    <dgm:cxn modelId="{698E6D7B-1180-41E3-BBC9-6B3760FB4D96}" type="presParOf" srcId="{F19CA16A-BBE3-4375-B90F-B1632570707E}" destId="{1BED93F7-AA21-44FB-8DCB-94A748B0D3F8}" srcOrd="1" destOrd="0" presId="urn:microsoft.com/office/officeart/2009/3/layout/HorizontalOrganizationChart"/>
    <dgm:cxn modelId="{22EF87AF-5B90-4BFB-ABCB-7288CFCBEA65}" type="presParOf" srcId="{7D0E94AF-E7D8-4AF9-B729-7AAD21B1BE84}" destId="{0D293024-9D46-4B7F-8956-7F423D8BB1C9}" srcOrd="1" destOrd="0" presId="urn:microsoft.com/office/officeart/2009/3/layout/HorizontalOrganizationChart"/>
    <dgm:cxn modelId="{62AE5E4C-C290-40F0-8796-AC4A9C551734}" type="presParOf" srcId="{7D0E94AF-E7D8-4AF9-B729-7AAD21B1BE84}" destId="{04C24AE6-5572-4F5F-AAD5-3527BF6A81FD}" srcOrd="2" destOrd="0" presId="urn:microsoft.com/office/officeart/2009/3/layout/HorizontalOrganizationChart"/>
    <dgm:cxn modelId="{1B307921-19FA-4398-9088-3B5085F6900A}" type="presParOf" srcId="{E9B82A99-51A8-4963-AF8F-0B1A7F68C96D}" destId="{66A9D786-5C02-45D2-8402-8A1A3FF9870F}" srcOrd="4" destOrd="0" presId="urn:microsoft.com/office/officeart/2009/3/layout/HorizontalOrganizationChart"/>
    <dgm:cxn modelId="{53C6A1E2-253C-4164-884D-F2FDA70D2A10}" type="presParOf" srcId="{E9B82A99-51A8-4963-AF8F-0B1A7F68C96D}" destId="{01882271-EB2A-4EA7-812A-C2807F675CE9}" srcOrd="5" destOrd="0" presId="urn:microsoft.com/office/officeart/2009/3/layout/HorizontalOrganizationChart"/>
    <dgm:cxn modelId="{4A84A940-C736-44E9-96D9-C17C61698731}" type="presParOf" srcId="{01882271-EB2A-4EA7-812A-C2807F675CE9}" destId="{A109CE39-C82E-44DA-A882-01A9FC719D1E}" srcOrd="0" destOrd="0" presId="urn:microsoft.com/office/officeart/2009/3/layout/HorizontalOrganizationChart"/>
    <dgm:cxn modelId="{631759E3-8BDB-432C-8BAF-71E1C0274411}" type="presParOf" srcId="{A109CE39-C82E-44DA-A882-01A9FC719D1E}" destId="{E3DCF47C-2B0D-423E-B161-6669EEDC86B9}" srcOrd="0" destOrd="0" presId="urn:microsoft.com/office/officeart/2009/3/layout/HorizontalOrganizationChart"/>
    <dgm:cxn modelId="{1BD34CE4-437F-4907-A36D-905268AF3951}" type="presParOf" srcId="{A109CE39-C82E-44DA-A882-01A9FC719D1E}" destId="{85808F2A-D53B-4088-8E05-FD4AEB1F9402}" srcOrd="1" destOrd="0" presId="urn:microsoft.com/office/officeart/2009/3/layout/HorizontalOrganizationChart"/>
    <dgm:cxn modelId="{927AA053-CBF4-476D-8A38-08E12441CD2A}" type="presParOf" srcId="{01882271-EB2A-4EA7-812A-C2807F675CE9}" destId="{6191D301-2C49-4349-A0AB-1713188F39A1}" srcOrd="1" destOrd="0" presId="urn:microsoft.com/office/officeart/2009/3/layout/HorizontalOrganizationChart"/>
    <dgm:cxn modelId="{99C0717C-4D77-4BD2-9F89-1379AE433994}" type="presParOf" srcId="{01882271-EB2A-4EA7-812A-C2807F675CE9}" destId="{6FF5146D-F960-47A5-A0AC-F3AEAE0242E3}" srcOrd="2" destOrd="0" presId="urn:microsoft.com/office/officeart/2009/3/layout/HorizontalOrganizationChart"/>
    <dgm:cxn modelId="{7A4A9ED5-CEAC-4829-98DE-88F1237D3691}" type="presParOf" srcId="{1AABAD5D-7BBF-4B3A-901F-7F1DAE5D788F}" destId="{7D706DFE-2560-4815-82AC-6144D279FB85}" srcOrd="2" destOrd="0" presId="urn:microsoft.com/office/officeart/2009/3/layout/HorizontalOrganizationChart"/>
    <dgm:cxn modelId="{2FEB60C5-02DE-4174-A180-058D983238DC}" type="presParOf" srcId="{85C30E99-2797-4AE0-8237-8DBF5775CBE5}" destId="{C30E3602-69A9-4946-BF49-32556481178A}" srcOrd="6" destOrd="0" presId="urn:microsoft.com/office/officeart/2009/3/layout/HorizontalOrganizationChart"/>
    <dgm:cxn modelId="{FE19B89A-5ECF-45C7-864E-328CB5DC754C}" type="presParOf" srcId="{85C30E99-2797-4AE0-8237-8DBF5775CBE5}" destId="{B4947A2C-F404-493C-A4AB-737C92DFA0B2}" srcOrd="7" destOrd="0" presId="urn:microsoft.com/office/officeart/2009/3/layout/HorizontalOrganizationChart"/>
    <dgm:cxn modelId="{0C579E96-994A-49A7-8F6F-4FF4007A8AA1}" type="presParOf" srcId="{B4947A2C-F404-493C-A4AB-737C92DFA0B2}" destId="{637A3021-2CB0-4E79-AA43-A4C5BCBCEDA4}" srcOrd="0" destOrd="0" presId="urn:microsoft.com/office/officeart/2009/3/layout/HorizontalOrganizationChart"/>
    <dgm:cxn modelId="{0366214A-351F-4C91-89E6-92052864B171}" type="presParOf" srcId="{637A3021-2CB0-4E79-AA43-A4C5BCBCEDA4}" destId="{F586C0CC-61C7-47EA-B578-16AF0123A011}" srcOrd="0" destOrd="0" presId="urn:microsoft.com/office/officeart/2009/3/layout/HorizontalOrganizationChart"/>
    <dgm:cxn modelId="{4363BAB0-F426-4181-9935-2B41F59A4B9A}" type="presParOf" srcId="{637A3021-2CB0-4E79-AA43-A4C5BCBCEDA4}" destId="{9A85D8C3-3C17-4FAF-9ED8-D2EA91D4A008}" srcOrd="1" destOrd="0" presId="urn:microsoft.com/office/officeart/2009/3/layout/HorizontalOrganizationChart"/>
    <dgm:cxn modelId="{6BD368DC-7C6B-4D75-947E-65AF058ECCAC}" type="presParOf" srcId="{B4947A2C-F404-493C-A4AB-737C92DFA0B2}" destId="{4B4ACC08-5261-435A-8A1B-2F0995D41D18}" srcOrd="1" destOrd="0" presId="urn:microsoft.com/office/officeart/2009/3/layout/HorizontalOrganizationChart"/>
    <dgm:cxn modelId="{C9C9569E-30B8-4761-A478-A13A22D70BE8}" type="presParOf" srcId="{4B4ACC08-5261-435A-8A1B-2F0995D41D18}" destId="{48A53C4C-6150-4025-B87E-F61F72244830}" srcOrd="0" destOrd="0" presId="urn:microsoft.com/office/officeart/2009/3/layout/HorizontalOrganizationChart"/>
    <dgm:cxn modelId="{7C27DF27-7BE0-4D9B-8460-789ABAB10835}" type="presParOf" srcId="{4B4ACC08-5261-435A-8A1B-2F0995D41D18}" destId="{A77CE422-FE5B-4F5E-8FB8-2757CAE4BFAA}" srcOrd="1" destOrd="0" presId="urn:microsoft.com/office/officeart/2009/3/layout/HorizontalOrganizationChart"/>
    <dgm:cxn modelId="{055C9660-FBCA-4CF6-8F2A-05363D183C86}" type="presParOf" srcId="{A77CE422-FE5B-4F5E-8FB8-2757CAE4BFAA}" destId="{3AFC715B-236F-47C0-85ED-BED855888507}" srcOrd="0" destOrd="0" presId="urn:microsoft.com/office/officeart/2009/3/layout/HorizontalOrganizationChart"/>
    <dgm:cxn modelId="{3061A537-0A90-45DD-BABC-17BEFD6C0781}" type="presParOf" srcId="{3AFC715B-236F-47C0-85ED-BED855888507}" destId="{9F6EA439-3079-401A-A6B5-76D447838B5E}" srcOrd="0" destOrd="0" presId="urn:microsoft.com/office/officeart/2009/3/layout/HorizontalOrganizationChart"/>
    <dgm:cxn modelId="{7D66AA6A-D2A3-45E8-9644-CE9A243AACA9}" type="presParOf" srcId="{3AFC715B-236F-47C0-85ED-BED855888507}" destId="{028C9574-FCE6-4E6C-BF8C-D874BDEA4988}" srcOrd="1" destOrd="0" presId="urn:microsoft.com/office/officeart/2009/3/layout/HorizontalOrganizationChart"/>
    <dgm:cxn modelId="{B65A4852-A001-43BF-84B5-86815C13F2CB}" type="presParOf" srcId="{A77CE422-FE5B-4F5E-8FB8-2757CAE4BFAA}" destId="{F9809300-2DCA-49AC-A124-F8D339ED5A13}" srcOrd="1" destOrd="0" presId="urn:microsoft.com/office/officeart/2009/3/layout/HorizontalOrganizationChart"/>
    <dgm:cxn modelId="{16EC0A8A-A195-47B5-8269-52EA3EF502CE}" type="presParOf" srcId="{A77CE422-FE5B-4F5E-8FB8-2757CAE4BFAA}" destId="{63265DC3-7068-426E-BA76-73F0B8C47573}" srcOrd="2" destOrd="0" presId="urn:microsoft.com/office/officeart/2009/3/layout/HorizontalOrganizationChart"/>
    <dgm:cxn modelId="{D4F7B9A9-D2B7-44E5-A92E-6A87421512A4}" type="presParOf" srcId="{4B4ACC08-5261-435A-8A1B-2F0995D41D18}" destId="{6940C2F0-C14D-4DAD-B493-8102F557076E}" srcOrd="2" destOrd="0" presId="urn:microsoft.com/office/officeart/2009/3/layout/HorizontalOrganizationChart"/>
    <dgm:cxn modelId="{1C28C63D-7DD4-40F8-94FB-33711CB76BBB}" type="presParOf" srcId="{4B4ACC08-5261-435A-8A1B-2F0995D41D18}" destId="{EC875934-09A7-473C-B9FD-17FA77E81F92}" srcOrd="3" destOrd="0" presId="urn:microsoft.com/office/officeart/2009/3/layout/HorizontalOrganizationChart"/>
    <dgm:cxn modelId="{049E4260-8F5A-4458-BE8B-AB28F6BAD9E4}" type="presParOf" srcId="{EC875934-09A7-473C-B9FD-17FA77E81F92}" destId="{1C43A5A8-5721-47D6-8562-39BF3649410B}" srcOrd="0" destOrd="0" presId="urn:microsoft.com/office/officeart/2009/3/layout/HorizontalOrganizationChart"/>
    <dgm:cxn modelId="{2EF32222-4355-4CA9-9FF9-C36E7A00A0ED}" type="presParOf" srcId="{1C43A5A8-5721-47D6-8562-39BF3649410B}" destId="{A7668CB4-A929-442C-8BE4-4D1B0E5864D1}" srcOrd="0" destOrd="0" presId="urn:microsoft.com/office/officeart/2009/3/layout/HorizontalOrganizationChart"/>
    <dgm:cxn modelId="{2335252F-B99F-4417-820D-3C71DA8714FB}" type="presParOf" srcId="{1C43A5A8-5721-47D6-8562-39BF3649410B}" destId="{85F0CCE6-38F3-4B5D-ABEA-6B4AEF1DF106}" srcOrd="1" destOrd="0" presId="urn:microsoft.com/office/officeart/2009/3/layout/HorizontalOrganizationChart"/>
    <dgm:cxn modelId="{9C60C469-6608-4EF7-9AFF-E203BE2C0D94}" type="presParOf" srcId="{EC875934-09A7-473C-B9FD-17FA77E81F92}" destId="{C1DEC32E-EE34-4E80-93F8-BB839A091213}" srcOrd="1" destOrd="0" presId="urn:microsoft.com/office/officeart/2009/3/layout/HorizontalOrganizationChart"/>
    <dgm:cxn modelId="{F6C4EC22-2FA7-4D95-8146-0E7442A0EED4}" type="presParOf" srcId="{EC875934-09A7-473C-B9FD-17FA77E81F92}" destId="{3930FED5-A43F-47EA-A87D-2BD9634CFF88}" srcOrd="2" destOrd="0" presId="urn:microsoft.com/office/officeart/2009/3/layout/HorizontalOrganizationChart"/>
    <dgm:cxn modelId="{6E48A7F2-CE9D-4115-9C41-ACF0D996657C}" type="presParOf" srcId="{B4947A2C-F404-493C-A4AB-737C92DFA0B2}" destId="{A98A5A6E-D554-4656-901A-F08C75E54E2F}" srcOrd="2" destOrd="0" presId="urn:microsoft.com/office/officeart/2009/3/layout/HorizontalOrganizationChart"/>
    <dgm:cxn modelId="{690FA24F-B901-4D48-8C3D-59F4B997CA96}" type="presParOf" srcId="{85C30E99-2797-4AE0-8237-8DBF5775CBE5}" destId="{732E3CC1-C147-4A4F-A594-F5B3A442F990}" srcOrd="8" destOrd="0" presId="urn:microsoft.com/office/officeart/2009/3/layout/HorizontalOrganizationChart"/>
    <dgm:cxn modelId="{23F5B7D9-82EB-47BF-8736-F0E4F46E4480}" type="presParOf" srcId="{85C30E99-2797-4AE0-8237-8DBF5775CBE5}" destId="{2667BFE7-8C0D-4740-8C01-909CE3FC1120}" srcOrd="9" destOrd="0" presId="urn:microsoft.com/office/officeart/2009/3/layout/HorizontalOrganizationChart"/>
    <dgm:cxn modelId="{7D0EF81D-BD3E-476E-A465-D1DC1F61D161}" type="presParOf" srcId="{2667BFE7-8C0D-4740-8C01-909CE3FC1120}" destId="{F1896E4E-68BA-4588-AD60-999FC50177F4}" srcOrd="0" destOrd="0" presId="urn:microsoft.com/office/officeart/2009/3/layout/HorizontalOrganizationChart"/>
    <dgm:cxn modelId="{D91A87DC-DD97-476D-A855-6981E75D5D19}" type="presParOf" srcId="{F1896E4E-68BA-4588-AD60-999FC50177F4}" destId="{70FE8C67-1E91-4A4B-8D10-3FCC8E5A03C7}" srcOrd="0" destOrd="0" presId="urn:microsoft.com/office/officeart/2009/3/layout/HorizontalOrganizationChart"/>
    <dgm:cxn modelId="{CA2182D7-6FC1-42B3-80A0-62D9E1DADE27}" type="presParOf" srcId="{F1896E4E-68BA-4588-AD60-999FC50177F4}" destId="{196B8AFA-CE23-416F-88E8-10FD1110DD88}" srcOrd="1" destOrd="0" presId="urn:microsoft.com/office/officeart/2009/3/layout/HorizontalOrganizationChart"/>
    <dgm:cxn modelId="{2114A19E-67ED-4553-B2BB-A96C3A57E904}" type="presParOf" srcId="{2667BFE7-8C0D-4740-8C01-909CE3FC1120}" destId="{1D261A26-3606-484D-B317-7F3612997731}" srcOrd="1" destOrd="0" presId="urn:microsoft.com/office/officeart/2009/3/layout/HorizontalOrganizationChart"/>
    <dgm:cxn modelId="{14F316A1-5D8F-46D0-8E2B-52B33B22488B}" type="presParOf" srcId="{2667BFE7-8C0D-4740-8C01-909CE3FC1120}" destId="{AD71400D-4B12-4D4F-854E-7135CC0EB3D9}" srcOrd="2" destOrd="0" presId="urn:microsoft.com/office/officeart/2009/3/layout/HorizontalOrganizationChart"/>
    <dgm:cxn modelId="{126416A4-9379-4CFD-9D6D-F70B1860C0EF}" type="presParOf" srcId="{872A011F-6298-490F-847C-CB41698D49A1}" destId="{338CBC5B-2997-4D0B-BBB5-F662CC08A52C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BAB93A-1E27-4F7D-9BEE-D46BED63371F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8CB8226-5B3F-4F93-BA88-B83F76911E76}">
      <dgm:prSet phldrT="[Texto]"/>
      <dgm:spPr/>
      <dgm:t>
        <a:bodyPr/>
        <a:lstStyle/>
        <a:p>
          <a:r>
            <a:rPr lang="en-US" dirty="0" err="1"/>
            <a:t>Projetos</a:t>
          </a:r>
          <a:endParaRPr lang="en-US" dirty="0"/>
        </a:p>
        <a:p>
          <a:r>
            <a:rPr lang="en-US" dirty="0"/>
            <a:t>P{</a:t>
          </a:r>
          <a:r>
            <a:rPr lang="en-US" dirty="0" err="1"/>
            <a:t>anoProjeto</a:t>
          </a:r>
          <a:r>
            <a:rPr lang="en-US" dirty="0"/>
            <a:t>}{</a:t>
          </a:r>
          <a:r>
            <a:rPr lang="en-US" dirty="0" err="1"/>
            <a:t>sequencialNoAno</a:t>
          </a:r>
          <a:r>
            <a:rPr lang="en-US" dirty="0"/>
            <a:t>}</a:t>
          </a:r>
          <a:r>
            <a:rPr lang="en-US" dirty="0" err="1"/>
            <a:t>NomeProjeto</a:t>
          </a:r>
          <a:endParaRPr lang="en-US" dirty="0"/>
        </a:p>
      </dgm:t>
    </dgm:pt>
    <dgm:pt modelId="{549B2EEE-9F6C-4C80-BFFE-EA6E5F3D10AB}" type="parTrans" cxnId="{1D8D166C-3C86-4960-95DE-87B3AD2E3230}">
      <dgm:prSet/>
      <dgm:spPr/>
      <dgm:t>
        <a:bodyPr/>
        <a:lstStyle/>
        <a:p>
          <a:endParaRPr lang="en-US"/>
        </a:p>
      </dgm:t>
    </dgm:pt>
    <dgm:pt modelId="{0A58AE1E-CFBF-450D-A4DC-2CD44D61981E}" type="sibTrans" cxnId="{1D8D166C-3C86-4960-95DE-87B3AD2E3230}">
      <dgm:prSet/>
      <dgm:spPr/>
      <dgm:t>
        <a:bodyPr/>
        <a:lstStyle/>
        <a:p>
          <a:endParaRPr lang="en-US"/>
        </a:p>
      </dgm:t>
    </dgm:pt>
    <dgm:pt modelId="{3D59E3B3-4E6F-4A98-98D9-C7D5488C1B46}">
      <dgm:prSet/>
      <dgm:spPr/>
      <dgm:t>
        <a:bodyPr/>
        <a:lstStyle/>
        <a:p>
          <a:r>
            <a:rPr lang="en-US"/>
            <a:t>06_AnaliseProjeto</a:t>
          </a:r>
        </a:p>
      </dgm:t>
    </dgm:pt>
    <dgm:pt modelId="{0CFD1441-1702-4B55-B945-1A958602081F}" type="parTrans" cxnId="{5B0783EC-D08A-4389-AD02-495FEB5CE378}">
      <dgm:prSet/>
      <dgm:spPr/>
      <dgm:t>
        <a:bodyPr/>
        <a:lstStyle/>
        <a:p>
          <a:endParaRPr lang="en-US"/>
        </a:p>
      </dgm:t>
    </dgm:pt>
    <dgm:pt modelId="{B4353EF9-C575-4CD4-9D9A-DBAEEDFE9943}" type="sibTrans" cxnId="{5B0783EC-D08A-4389-AD02-495FEB5CE378}">
      <dgm:prSet/>
      <dgm:spPr/>
      <dgm:t>
        <a:bodyPr/>
        <a:lstStyle/>
        <a:p>
          <a:endParaRPr lang="en-US"/>
        </a:p>
      </dgm:t>
    </dgm:pt>
    <dgm:pt modelId="{EBF9FDB2-C696-431B-B476-F295C188433F}">
      <dgm:prSet/>
      <dgm:spPr/>
      <dgm:t>
        <a:bodyPr/>
        <a:lstStyle/>
        <a:p>
          <a:r>
            <a:rPr lang="en-US"/>
            <a:t>07_Reunioes</a:t>
          </a:r>
        </a:p>
      </dgm:t>
    </dgm:pt>
    <dgm:pt modelId="{F951202B-4DF5-4385-82CB-359A43215F56}" type="parTrans" cxnId="{A6FFA516-3675-45E8-8510-C95BD32903D3}">
      <dgm:prSet/>
      <dgm:spPr/>
      <dgm:t>
        <a:bodyPr/>
        <a:lstStyle/>
        <a:p>
          <a:endParaRPr lang="en-US"/>
        </a:p>
      </dgm:t>
    </dgm:pt>
    <dgm:pt modelId="{9FA94438-21ED-4442-B420-73AC8547398B}" type="sibTrans" cxnId="{A6FFA516-3675-45E8-8510-C95BD32903D3}">
      <dgm:prSet/>
      <dgm:spPr/>
      <dgm:t>
        <a:bodyPr/>
        <a:lstStyle/>
        <a:p>
          <a:endParaRPr lang="en-US"/>
        </a:p>
      </dgm:t>
    </dgm:pt>
    <dgm:pt modelId="{E125978C-C809-415D-A9BB-6EAED9E6B12C}">
      <dgm:prSet/>
      <dgm:spPr/>
      <dgm:t>
        <a:bodyPr/>
        <a:lstStyle/>
        <a:p>
          <a:r>
            <a:rPr lang="en-US"/>
            <a:t>08_Aceites</a:t>
          </a:r>
        </a:p>
      </dgm:t>
    </dgm:pt>
    <dgm:pt modelId="{B4300C07-B241-4BBE-8DF0-1C483A3F7D8F}" type="parTrans" cxnId="{21116827-A4A9-4F32-B2D6-7A6B77814B52}">
      <dgm:prSet/>
      <dgm:spPr/>
      <dgm:t>
        <a:bodyPr/>
        <a:lstStyle/>
        <a:p>
          <a:endParaRPr lang="en-US"/>
        </a:p>
      </dgm:t>
    </dgm:pt>
    <dgm:pt modelId="{F57382D1-2F1C-497A-AD9A-0B431BB4284A}" type="sibTrans" cxnId="{21116827-A4A9-4F32-B2D6-7A6B77814B52}">
      <dgm:prSet/>
      <dgm:spPr/>
      <dgm:t>
        <a:bodyPr/>
        <a:lstStyle/>
        <a:p>
          <a:endParaRPr lang="en-US"/>
        </a:p>
      </dgm:t>
    </dgm:pt>
    <dgm:pt modelId="{22E3F573-277A-423E-9FE8-9E19AE673770}">
      <dgm:prSet/>
      <dgm:spPr/>
      <dgm:t>
        <a:bodyPr/>
        <a:lstStyle/>
        <a:p>
          <a:r>
            <a:rPr lang="en-US"/>
            <a:t>09_Material_Extrav</a:t>
          </a:r>
        </a:p>
      </dgm:t>
    </dgm:pt>
    <dgm:pt modelId="{87838BE0-3F09-4407-9848-C703E30F58D5}" type="parTrans" cxnId="{F3025E13-2B2B-4F8D-BEE5-8EBA3F48AE02}">
      <dgm:prSet/>
      <dgm:spPr/>
      <dgm:t>
        <a:bodyPr/>
        <a:lstStyle/>
        <a:p>
          <a:endParaRPr lang="en-US"/>
        </a:p>
      </dgm:t>
    </dgm:pt>
    <dgm:pt modelId="{6C5BFFA9-F3F9-4F49-B485-41D43F28339C}" type="sibTrans" cxnId="{F3025E13-2B2B-4F8D-BEE5-8EBA3F48AE02}">
      <dgm:prSet/>
      <dgm:spPr/>
      <dgm:t>
        <a:bodyPr/>
        <a:lstStyle/>
        <a:p>
          <a:endParaRPr lang="en-US"/>
        </a:p>
      </dgm:t>
    </dgm:pt>
    <dgm:pt modelId="{5F3FF191-8722-4BF8-A65D-B329A0D363C8}">
      <dgm:prSet/>
      <dgm:spPr/>
      <dgm:t>
        <a:bodyPr/>
        <a:lstStyle/>
        <a:p>
          <a:r>
            <a:rPr lang="en-US"/>
            <a:t>11_Docs_Manuais</a:t>
          </a:r>
        </a:p>
      </dgm:t>
    </dgm:pt>
    <dgm:pt modelId="{C0F38EC6-A361-4A07-90D0-3755CF900748}" type="parTrans" cxnId="{D301A895-74EF-4BC7-ABCD-90D8EABF4615}">
      <dgm:prSet/>
      <dgm:spPr/>
      <dgm:t>
        <a:bodyPr/>
        <a:lstStyle/>
        <a:p>
          <a:endParaRPr lang="en-US"/>
        </a:p>
      </dgm:t>
    </dgm:pt>
    <dgm:pt modelId="{D2601C87-F06E-419A-8CD2-958A40179E97}" type="sibTrans" cxnId="{D301A895-74EF-4BC7-ABCD-90D8EABF4615}">
      <dgm:prSet/>
      <dgm:spPr/>
      <dgm:t>
        <a:bodyPr/>
        <a:lstStyle/>
        <a:p>
          <a:endParaRPr lang="en-US"/>
        </a:p>
      </dgm:t>
    </dgm:pt>
    <dgm:pt modelId="{FECD23E0-A746-4D9F-A7DF-8B3154CF31AE}">
      <dgm:prSet/>
      <dgm:spPr/>
      <dgm:t>
        <a:bodyPr/>
        <a:lstStyle/>
        <a:p>
          <a:r>
            <a:rPr lang="en-US"/>
            <a:t>10_Usuarios</a:t>
          </a:r>
        </a:p>
      </dgm:t>
    </dgm:pt>
    <dgm:pt modelId="{C730E604-044B-4D8B-B4FD-CEA936DFFBC3}" type="parTrans" cxnId="{C07C013F-B675-4AC5-BC0E-ED2960515002}">
      <dgm:prSet/>
      <dgm:spPr/>
      <dgm:t>
        <a:bodyPr/>
        <a:lstStyle/>
        <a:p>
          <a:endParaRPr lang="en-US"/>
        </a:p>
      </dgm:t>
    </dgm:pt>
    <dgm:pt modelId="{F7DF3908-B2AD-472D-9C43-F99CECD85EC8}" type="sibTrans" cxnId="{C07C013F-B675-4AC5-BC0E-ED2960515002}">
      <dgm:prSet/>
      <dgm:spPr/>
      <dgm:t>
        <a:bodyPr/>
        <a:lstStyle/>
        <a:p>
          <a:endParaRPr lang="en-US"/>
        </a:p>
      </dgm:t>
    </dgm:pt>
    <dgm:pt modelId="{2BD93FEF-D6D9-490F-A888-DBD57A5E57C8}">
      <dgm:prSet/>
      <dgm:spPr/>
      <dgm:t>
        <a:bodyPr/>
        <a:lstStyle/>
        <a:p>
          <a:r>
            <a:rPr lang="en-US"/>
            <a:t>12_Interface_Grafica</a:t>
          </a:r>
        </a:p>
      </dgm:t>
    </dgm:pt>
    <dgm:pt modelId="{C9C12F75-C7DE-41C6-A651-B482CCEBB114}" type="parTrans" cxnId="{8037F04D-AA0A-4842-99D9-4BA5ECAE0AE2}">
      <dgm:prSet/>
      <dgm:spPr/>
      <dgm:t>
        <a:bodyPr/>
        <a:lstStyle/>
        <a:p>
          <a:endParaRPr lang="en-US"/>
        </a:p>
      </dgm:t>
    </dgm:pt>
    <dgm:pt modelId="{E6FBA85C-1688-49D9-82B0-D5F22D754465}" type="sibTrans" cxnId="{8037F04D-AA0A-4842-99D9-4BA5ECAE0AE2}">
      <dgm:prSet/>
      <dgm:spPr/>
      <dgm:t>
        <a:bodyPr/>
        <a:lstStyle/>
        <a:p>
          <a:endParaRPr lang="en-US"/>
        </a:p>
      </dgm:t>
    </dgm:pt>
    <dgm:pt modelId="{145EED4E-928C-474E-B44A-5EEED64E5C24}">
      <dgm:prSet/>
      <dgm:spPr/>
      <dgm:t>
        <a:bodyPr/>
        <a:lstStyle/>
        <a:p>
          <a:r>
            <a:rPr lang="en-US"/>
            <a:t>Arquitetura</a:t>
          </a:r>
        </a:p>
      </dgm:t>
    </dgm:pt>
    <dgm:pt modelId="{6661AC4E-9393-433B-9A92-057961C5FA8E}" type="parTrans" cxnId="{58C4CF15-2EAD-4D02-9AAD-AC229D2FAEF1}">
      <dgm:prSet/>
      <dgm:spPr/>
      <dgm:t>
        <a:bodyPr/>
        <a:lstStyle/>
        <a:p>
          <a:endParaRPr lang="en-US"/>
        </a:p>
      </dgm:t>
    </dgm:pt>
    <dgm:pt modelId="{D9523D0D-883E-4ABA-BCD8-D01B2A5D8240}" type="sibTrans" cxnId="{58C4CF15-2EAD-4D02-9AAD-AC229D2FAEF1}">
      <dgm:prSet/>
      <dgm:spPr/>
      <dgm:t>
        <a:bodyPr/>
        <a:lstStyle/>
        <a:p>
          <a:endParaRPr lang="en-US"/>
        </a:p>
      </dgm:t>
    </dgm:pt>
    <dgm:pt modelId="{470C8EF2-90CA-4A5C-AAB8-064A0F92AFD2}">
      <dgm:prSet/>
      <dgm:spPr/>
      <dgm:t>
        <a:bodyPr/>
        <a:lstStyle/>
        <a:p>
          <a:r>
            <a:rPr lang="en-US"/>
            <a:t>Banco_Dados</a:t>
          </a:r>
        </a:p>
      </dgm:t>
    </dgm:pt>
    <dgm:pt modelId="{0B826270-7D30-442D-BA83-7259F0530942}" type="parTrans" cxnId="{FAD9243E-0C92-4588-9DA7-57924E160493}">
      <dgm:prSet/>
      <dgm:spPr/>
      <dgm:t>
        <a:bodyPr/>
        <a:lstStyle/>
        <a:p>
          <a:endParaRPr lang="en-US"/>
        </a:p>
      </dgm:t>
    </dgm:pt>
    <dgm:pt modelId="{55DAE9DC-3EAB-4EDC-AB4F-130B5B673C80}" type="sibTrans" cxnId="{FAD9243E-0C92-4588-9DA7-57924E160493}">
      <dgm:prSet/>
      <dgm:spPr/>
      <dgm:t>
        <a:bodyPr/>
        <a:lstStyle/>
        <a:p>
          <a:endParaRPr lang="en-US"/>
        </a:p>
      </dgm:t>
    </dgm:pt>
    <dgm:pt modelId="{C46FE4EF-187F-4851-8B56-D683F2592A9E}">
      <dgm:prSet/>
      <dgm:spPr/>
      <dgm:t>
        <a:bodyPr/>
        <a:lstStyle/>
        <a:p>
          <a:r>
            <a:rPr lang="en-US"/>
            <a:t>Integracao</a:t>
          </a:r>
        </a:p>
      </dgm:t>
    </dgm:pt>
    <dgm:pt modelId="{CE1A80AB-96CD-4704-91F4-BEF0492C5281}" type="parTrans" cxnId="{1A1E6FE9-85F4-4444-BFA7-DA2091D27C07}">
      <dgm:prSet/>
      <dgm:spPr/>
      <dgm:t>
        <a:bodyPr/>
        <a:lstStyle/>
        <a:p>
          <a:endParaRPr lang="en-US"/>
        </a:p>
      </dgm:t>
    </dgm:pt>
    <dgm:pt modelId="{685CE9B2-4DAD-4D01-9CEC-E663FD13A888}" type="sibTrans" cxnId="{1A1E6FE9-85F4-4444-BFA7-DA2091D27C07}">
      <dgm:prSet/>
      <dgm:spPr/>
      <dgm:t>
        <a:bodyPr/>
        <a:lstStyle/>
        <a:p>
          <a:endParaRPr lang="en-US"/>
        </a:p>
      </dgm:t>
    </dgm:pt>
    <dgm:pt modelId="{1174FB29-F834-4C36-B6FD-1F94279B2591}">
      <dgm:prSet/>
      <dgm:spPr/>
      <dgm:t>
        <a:bodyPr/>
        <a:lstStyle/>
        <a:p>
          <a:r>
            <a:rPr lang="en-US"/>
            <a:t>Atas</a:t>
          </a:r>
        </a:p>
      </dgm:t>
    </dgm:pt>
    <dgm:pt modelId="{9D6B5A56-C225-47D9-A997-CB5B0678F507}" type="parTrans" cxnId="{48B65518-4442-4AAF-8770-5F6112AD2BAA}">
      <dgm:prSet/>
      <dgm:spPr/>
      <dgm:t>
        <a:bodyPr/>
        <a:lstStyle/>
        <a:p>
          <a:endParaRPr lang="en-US"/>
        </a:p>
      </dgm:t>
    </dgm:pt>
    <dgm:pt modelId="{45665D1F-4B6A-4408-97F6-A842464AEBB8}" type="sibTrans" cxnId="{48B65518-4442-4AAF-8770-5F6112AD2BAA}">
      <dgm:prSet/>
      <dgm:spPr/>
      <dgm:t>
        <a:bodyPr/>
        <a:lstStyle/>
        <a:p>
          <a:endParaRPr lang="en-US"/>
        </a:p>
      </dgm:t>
    </dgm:pt>
    <dgm:pt modelId="{04EAB1F5-9937-4DBF-9BA9-682DC63EAE2D}" type="pres">
      <dgm:prSet presAssocID="{08BAB93A-1E27-4F7D-9BEE-D46BED63371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72A011F-6298-490F-847C-CB41698D49A1}" type="pres">
      <dgm:prSet presAssocID="{28CB8226-5B3F-4F93-BA88-B83F76911E76}" presName="hierRoot1" presStyleCnt="0">
        <dgm:presLayoutVars>
          <dgm:hierBranch val="init"/>
        </dgm:presLayoutVars>
      </dgm:prSet>
      <dgm:spPr/>
    </dgm:pt>
    <dgm:pt modelId="{071B40B6-A469-4C6D-9187-726738AD694F}" type="pres">
      <dgm:prSet presAssocID="{28CB8226-5B3F-4F93-BA88-B83F76911E76}" presName="rootComposite1" presStyleCnt="0"/>
      <dgm:spPr/>
    </dgm:pt>
    <dgm:pt modelId="{63011818-7A50-4391-8F65-B5FB3294D547}" type="pres">
      <dgm:prSet presAssocID="{28CB8226-5B3F-4F93-BA88-B83F76911E76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417E4E2-85D8-4D1D-B8DC-77470CC834EA}" type="pres">
      <dgm:prSet presAssocID="{28CB8226-5B3F-4F93-BA88-B83F76911E76}" presName="rootConnector1" presStyleLbl="node1" presStyleIdx="0" presStyleCnt="0"/>
      <dgm:spPr/>
      <dgm:t>
        <a:bodyPr/>
        <a:lstStyle/>
        <a:p>
          <a:endParaRPr lang="en-US"/>
        </a:p>
      </dgm:t>
    </dgm:pt>
    <dgm:pt modelId="{85C30E99-2797-4AE0-8237-8DBF5775CBE5}" type="pres">
      <dgm:prSet presAssocID="{28CB8226-5B3F-4F93-BA88-B83F76911E76}" presName="hierChild2" presStyleCnt="0"/>
      <dgm:spPr/>
    </dgm:pt>
    <dgm:pt modelId="{27FB43A9-3475-46D2-A05A-9BA767BB630E}" type="pres">
      <dgm:prSet presAssocID="{0CFD1441-1702-4B55-B945-1A958602081F}" presName="Name64" presStyleLbl="parChTrans1D2" presStyleIdx="0" presStyleCnt="7"/>
      <dgm:spPr/>
      <dgm:t>
        <a:bodyPr/>
        <a:lstStyle/>
        <a:p>
          <a:endParaRPr lang="en-US"/>
        </a:p>
      </dgm:t>
    </dgm:pt>
    <dgm:pt modelId="{BE6E8EA3-1146-4568-85F0-E8B3DE49A0C9}" type="pres">
      <dgm:prSet presAssocID="{3D59E3B3-4E6F-4A98-98D9-C7D5488C1B46}" presName="hierRoot2" presStyleCnt="0">
        <dgm:presLayoutVars>
          <dgm:hierBranch val="init"/>
        </dgm:presLayoutVars>
      </dgm:prSet>
      <dgm:spPr/>
    </dgm:pt>
    <dgm:pt modelId="{99248B87-BAD0-401F-B4BF-862F091A992A}" type="pres">
      <dgm:prSet presAssocID="{3D59E3B3-4E6F-4A98-98D9-C7D5488C1B46}" presName="rootComposite" presStyleCnt="0"/>
      <dgm:spPr/>
    </dgm:pt>
    <dgm:pt modelId="{751C93D8-0281-4710-ADF7-A44344BDA81F}" type="pres">
      <dgm:prSet presAssocID="{3D59E3B3-4E6F-4A98-98D9-C7D5488C1B46}" presName="rootText" presStyleLbl="node2" presStyleIdx="0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F7517A7-29B7-4B0E-9B65-E3C5901CD7C9}" type="pres">
      <dgm:prSet presAssocID="{3D59E3B3-4E6F-4A98-98D9-C7D5488C1B46}" presName="rootConnector" presStyleLbl="node2" presStyleIdx="0" presStyleCnt="7"/>
      <dgm:spPr/>
      <dgm:t>
        <a:bodyPr/>
        <a:lstStyle/>
        <a:p>
          <a:endParaRPr lang="en-US"/>
        </a:p>
      </dgm:t>
    </dgm:pt>
    <dgm:pt modelId="{16D773E2-7AFB-4196-856C-5E82F8699874}" type="pres">
      <dgm:prSet presAssocID="{3D59E3B3-4E6F-4A98-98D9-C7D5488C1B46}" presName="hierChild4" presStyleCnt="0"/>
      <dgm:spPr/>
    </dgm:pt>
    <dgm:pt modelId="{C6AD5D4E-6D8F-4E13-8B84-D4EA506AD763}" type="pres">
      <dgm:prSet presAssocID="{6661AC4E-9393-433B-9A92-057961C5FA8E}" presName="Name64" presStyleLbl="parChTrans1D3" presStyleIdx="0" presStyleCnt="4"/>
      <dgm:spPr/>
      <dgm:t>
        <a:bodyPr/>
        <a:lstStyle/>
        <a:p>
          <a:endParaRPr lang="en-US"/>
        </a:p>
      </dgm:t>
    </dgm:pt>
    <dgm:pt modelId="{666AABC7-E491-4B8B-938A-116AB1D22778}" type="pres">
      <dgm:prSet presAssocID="{145EED4E-928C-474E-B44A-5EEED64E5C24}" presName="hierRoot2" presStyleCnt="0">
        <dgm:presLayoutVars>
          <dgm:hierBranch val="init"/>
        </dgm:presLayoutVars>
      </dgm:prSet>
      <dgm:spPr/>
    </dgm:pt>
    <dgm:pt modelId="{9E75772A-E9CB-4DEB-8AED-88C16CC618B9}" type="pres">
      <dgm:prSet presAssocID="{145EED4E-928C-474E-B44A-5EEED64E5C24}" presName="rootComposite" presStyleCnt="0"/>
      <dgm:spPr/>
    </dgm:pt>
    <dgm:pt modelId="{B80DA910-4F28-4401-937A-2D496064164E}" type="pres">
      <dgm:prSet presAssocID="{145EED4E-928C-474E-B44A-5EEED64E5C24}" presName="rootText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E1B0D7F-CC9F-46F8-A110-E0826DD421D3}" type="pres">
      <dgm:prSet presAssocID="{145EED4E-928C-474E-B44A-5EEED64E5C24}" presName="rootConnector" presStyleLbl="node3" presStyleIdx="0" presStyleCnt="4"/>
      <dgm:spPr/>
      <dgm:t>
        <a:bodyPr/>
        <a:lstStyle/>
        <a:p>
          <a:endParaRPr lang="en-US"/>
        </a:p>
      </dgm:t>
    </dgm:pt>
    <dgm:pt modelId="{3EBD22A4-97A9-4290-847F-5D1E0B8949EA}" type="pres">
      <dgm:prSet presAssocID="{145EED4E-928C-474E-B44A-5EEED64E5C24}" presName="hierChild4" presStyleCnt="0"/>
      <dgm:spPr/>
    </dgm:pt>
    <dgm:pt modelId="{9BD8DB55-4B31-4801-B6BD-44F4F4D79DA1}" type="pres">
      <dgm:prSet presAssocID="{145EED4E-928C-474E-B44A-5EEED64E5C24}" presName="hierChild5" presStyleCnt="0"/>
      <dgm:spPr/>
    </dgm:pt>
    <dgm:pt modelId="{A3473D3C-2B77-4D7C-8E42-CE83FCF3E5F8}" type="pres">
      <dgm:prSet presAssocID="{0B826270-7D30-442D-BA83-7259F0530942}" presName="Name64" presStyleLbl="parChTrans1D3" presStyleIdx="1" presStyleCnt="4"/>
      <dgm:spPr/>
      <dgm:t>
        <a:bodyPr/>
        <a:lstStyle/>
        <a:p>
          <a:endParaRPr lang="en-US"/>
        </a:p>
      </dgm:t>
    </dgm:pt>
    <dgm:pt modelId="{75D6483B-4D2D-4691-93BD-E6EC45866C6B}" type="pres">
      <dgm:prSet presAssocID="{470C8EF2-90CA-4A5C-AAB8-064A0F92AFD2}" presName="hierRoot2" presStyleCnt="0">
        <dgm:presLayoutVars>
          <dgm:hierBranch val="init"/>
        </dgm:presLayoutVars>
      </dgm:prSet>
      <dgm:spPr/>
    </dgm:pt>
    <dgm:pt modelId="{085FFCDC-A552-497F-84BF-AC117B72A91D}" type="pres">
      <dgm:prSet presAssocID="{470C8EF2-90CA-4A5C-AAB8-064A0F92AFD2}" presName="rootComposite" presStyleCnt="0"/>
      <dgm:spPr/>
    </dgm:pt>
    <dgm:pt modelId="{0308871E-2E29-4496-8FFA-6C6861C8BC1E}" type="pres">
      <dgm:prSet presAssocID="{470C8EF2-90CA-4A5C-AAB8-064A0F92AFD2}" presName="rootText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F125A1E-B939-45BD-B7B1-DCC28BD40BA7}" type="pres">
      <dgm:prSet presAssocID="{470C8EF2-90CA-4A5C-AAB8-064A0F92AFD2}" presName="rootConnector" presStyleLbl="node3" presStyleIdx="1" presStyleCnt="4"/>
      <dgm:spPr/>
      <dgm:t>
        <a:bodyPr/>
        <a:lstStyle/>
        <a:p>
          <a:endParaRPr lang="en-US"/>
        </a:p>
      </dgm:t>
    </dgm:pt>
    <dgm:pt modelId="{7B1D5CB4-FFB9-4255-A5B0-68D434AA20D2}" type="pres">
      <dgm:prSet presAssocID="{470C8EF2-90CA-4A5C-AAB8-064A0F92AFD2}" presName="hierChild4" presStyleCnt="0"/>
      <dgm:spPr/>
    </dgm:pt>
    <dgm:pt modelId="{96F8E6B4-9A03-4C56-BB5B-3D07A1BA9510}" type="pres">
      <dgm:prSet presAssocID="{470C8EF2-90CA-4A5C-AAB8-064A0F92AFD2}" presName="hierChild5" presStyleCnt="0"/>
      <dgm:spPr/>
    </dgm:pt>
    <dgm:pt modelId="{57EB6C6C-0163-4C78-A924-369ABC67171A}" type="pres">
      <dgm:prSet presAssocID="{CE1A80AB-96CD-4704-91F4-BEF0492C5281}" presName="Name64" presStyleLbl="parChTrans1D3" presStyleIdx="2" presStyleCnt="4"/>
      <dgm:spPr/>
      <dgm:t>
        <a:bodyPr/>
        <a:lstStyle/>
        <a:p>
          <a:endParaRPr lang="en-US"/>
        </a:p>
      </dgm:t>
    </dgm:pt>
    <dgm:pt modelId="{F3D198E2-7423-4019-9E07-F2DAC75A0214}" type="pres">
      <dgm:prSet presAssocID="{C46FE4EF-187F-4851-8B56-D683F2592A9E}" presName="hierRoot2" presStyleCnt="0">
        <dgm:presLayoutVars>
          <dgm:hierBranch val="init"/>
        </dgm:presLayoutVars>
      </dgm:prSet>
      <dgm:spPr/>
    </dgm:pt>
    <dgm:pt modelId="{C6FDDAB8-123F-40F5-A98B-42D4656532B7}" type="pres">
      <dgm:prSet presAssocID="{C46FE4EF-187F-4851-8B56-D683F2592A9E}" presName="rootComposite" presStyleCnt="0"/>
      <dgm:spPr/>
    </dgm:pt>
    <dgm:pt modelId="{4770F65F-FC05-4D8D-B1BB-CC6EB02B192C}" type="pres">
      <dgm:prSet presAssocID="{C46FE4EF-187F-4851-8B56-D683F2592A9E}" presName="rootText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696FBE-C991-4136-8058-8E8CF7834D9D}" type="pres">
      <dgm:prSet presAssocID="{C46FE4EF-187F-4851-8B56-D683F2592A9E}" presName="rootConnector" presStyleLbl="node3" presStyleIdx="2" presStyleCnt="4"/>
      <dgm:spPr/>
      <dgm:t>
        <a:bodyPr/>
        <a:lstStyle/>
        <a:p>
          <a:endParaRPr lang="en-US"/>
        </a:p>
      </dgm:t>
    </dgm:pt>
    <dgm:pt modelId="{0D2D0D51-7D4C-4183-826B-3AAC07A9A525}" type="pres">
      <dgm:prSet presAssocID="{C46FE4EF-187F-4851-8B56-D683F2592A9E}" presName="hierChild4" presStyleCnt="0"/>
      <dgm:spPr/>
    </dgm:pt>
    <dgm:pt modelId="{D5681C06-F83D-4BD5-BE62-D03948921703}" type="pres">
      <dgm:prSet presAssocID="{C46FE4EF-187F-4851-8B56-D683F2592A9E}" presName="hierChild5" presStyleCnt="0"/>
      <dgm:spPr/>
    </dgm:pt>
    <dgm:pt modelId="{A5C9B189-989A-4AE0-82F6-B88A81C142FA}" type="pres">
      <dgm:prSet presAssocID="{3D59E3B3-4E6F-4A98-98D9-C7D5488C1B46}" presName="hierChild5" presStyleCnt="0"/>
      <dgm:spPr/>
    </dgm:pt>
    <dgm:pt modelId="{934A4476-F65C-413A-A097-66CD69F3F890}" type="pres">
      <dgm:prSet presAssocID="{F951202B-4DF5-4385-82CB-359A43215F56}" presName="Name64" presStyleLbl="parChTrans1D2" presStyleIdx="1" presStyleCnt="7"/>
      <dgm:spPr/>
      <dgm:t>
        <a:bodyPr/>
        <a:lstStyle/>
        <a:p>
          <a:endParaRPr lang="en-US"/>
        </a:p>
      </dgm:t>
    </dgm:pt>
    <dgm:pt modelId="{F38E3FDF-2593-4293-92E9-FD0EC1461950}" type="pres">
      <dgm:prSet presAssocID="{EBF9FDB2-C696-431B-B476-F295C188433F}" presName="hierRoot2" presStyleCnt="0">
        <dgm:presLayoutVars>
          <dgm:hierBranch val="init"/>
        </dgm:presLayoutVars>
      </dgm:prSet>
      <dgm:spPr/>
    </dgm:pt>
    <dgm:pt modelId="{BB918209-A884-4802-87EB-3C13A8E39CA0}" type="pres">
      <dgm:prSet presAssocID="{EBF9FDB2-C696-431B-B476-F295C188433F}" presName="rootComposite" presStyleCnt="0"/>
      <dgm:spPr/>
    </dgm:pt>
    <dgm:pt modelId="{D318C76D-2987-4809-A291-464FF0878245}" type="pres">
      <dgm:prSet presAssocID="{EBF9FDB2-C696-431B-B476-F295C188433F}" presName="rootText" presStyleLbl="node2" presStyleIdx="1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8512658-C31B-4004-8655-814EAA4AFAE7}" type="pres">
      <dgm:prSet presAssocID="{EBF9FDB2-C696-431B-B476-F295C188433F}" presName="rootConnector" presStyleLbl="node2" presStyleIdx="1" presStyleCnt="7"/>
      <dgm:spPr/>
      <dgm:t>
        <a:bodyPr/>
        <a:lstStyle/>
        <a:p>
          <a:endParaRPr lang="en-US"/>
        </a:p>
      </dgm:t>
    </dgm:pt>
    <dgm:pt modelId="{ECC13D90-598B-4062-99D6-EA8AFE8FEB6D}" type="pres">
      <dgm:prSet presAssocID="{EBF9FDB2-C696-431B-B476-F295C188433F}" presName="hierChild4" presStyleCnt="0"/>
      <dgm:spPr/>
    </dgm:pt>
    <dgm:pt modelId="{676B5625-FBE7-42DC-BECC-1652DECC12FE}" type="pres">
      <dgm:prSet presAssocID="{9D6B5A56-C225-47D9-A997-CB5B0678F507}" presName="Name64" presStyleLbl="parChTrans1D3" presStyleIdx="3" presStyleCnt="4"/>
      <dgm:spPr/>
      <dgm:t>
        <a:bodyPr/>
        <a:lstStyle/>
        <a:p>
          <a:endParaRPr lang="en-US"/>
        </a:p>
      </dgm:t>
    </dgm:pt>
    <dgm:pt modelId="{BBD6670E-3A7A-469A-8EF4-B574BDDF1521}" type="pres">
      <dgm:prSet presAssocID="{1174FB29-F834-4C36-B6FD-1F94279B2591}" presName="hierRoot2" presStyleCnt="0">
        <dgm:presLayoutVars>
          <dgm:hierBranch val="init"/>
        </dgm:presLayoutVars>
      </dgm:prSet>
      <dgm:spPr/>
    </dgm:pt>
    <dgm:pt modelId="{7D1B9892-709B-46A5-A2D9-8783D35F3215}" type="pres">
      <dgm:prSet presAssocID="{1174FB29-F834-4C36-B6FD-1F94279B2591}" presName="rootComposite" presStyleCnt="0"/>
      <dgm:spPr/>
    </dgm:pt>
    <dgm:pt modelId="{96ED2312-F825-483D-A5E2-65FBDAADD065}" type="pres">
      <dgm:prSet presAssocID="{1174FB29-F834-4C36-B6FD-1F94279B2591}" presName="rootText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25B3FAA-A221-4959-A2ED-1C3D24221538}" type="pres">
      <dgm:prSet presAssocID="{1174FB29-F834-4C36-B6FD-1F94279B2591}" presName="rootConnector" presStyleLbl="node3" presStyleIdx="3" presStyleCnt="4"/>
      <dgm:spPr/>
      <dgm:t>
        <a:bodyPr/>
        <a:lstStyle/>
        <a:p>
          <a:endParaRPr lang="en-US"/>
        </a:p>
      </dgm:t>
    </dgm:pt>
    <dgm:pt modelId="{92C43E71-15F9-4C34-95F6-65ADD9096ADA}" type="pres">
      <dgm:prSet presAssocID="{1174FB29-F834-4C36-B6FD-1F94279B2591}" presName="hierChild4" presStyleCnt="0"/>
      <dgm:spPr/>
    </dgm:pt>
    <dgm:pt modelId="{FFAF5DEA-2B1A-47AA-A1A8-23D14BC8847E}" type="pres">
      <dgm:prSet presAssocID="{1174FB29-F834-4C36-B6FD-1F94279B2591}" presName="hierChild5" presStyleCnt="0"/>
      <dgm:spPr/>
    </dgm:pt>
    <dgm:pt modelId="{D012336B-8DD7-4B70-AFFC-5671686F8D3A}" type="pres">
      <dgm:prSet presAssocID="{EBF9FDB2-C696-431B-B476-F295C188433F}" presName="hierChild5" presStyleCnt="0"/>
      <dgm:spPr/>
    </dgm:pt>
    <dgm:pt modelId="{655B2302-F50D-4503-8B24-27723A48E157}" type="pres">
      <dgm:prSet presAssocID="{B4300C07-B241-4BBE-8DF0-1C483A3F7D8F}" presName="Name64" presStyleLbl="parChTrans1D2" presStyleIdx="2" presStyleCnt="7"/>
      <dgm:spPr/>
      <dgm:t>
        <a:bodyPr/>
        <a:lstStyle/>
        <a:p>
          <a:endParaRPr lang="en-US"/>
        </a:p>
      </dgm:t>
    </dgm:pt>
    <dgm:pt modelId="{BD70CE1D-BCF2-4232-B244-1CCBFFFBA909}" type="pres">
      <dgm:prSet presAssocID="{E125978C-C809-415D-A9BB-6EAED9E6B12C}" presName="hierRoot2" presStyleCnt="0">
        <dgm:presLayoutVars>
          <dgm:hierBranch val="init"/>
        </dgm:presLayoutVars>
      </dgm:prSet>
      <dgm:spPr/>
    </dgm:pt>
    <dgm:pt modelId="{B88C4FD4-6F5B-4809-9C66-E58EB0C4BCA0}" type="pres">
      <dgm:prSet presAssocID="{E125978C-C809-415D-A9BB-6EAED9E6B12C}" presName="rootComposite" presStyleCnt="0"/>
      <dgm:spPr/>
    </dgm:pt>
    <dgm:pt modelId="{5D7CF3BD-E04A-4604-BAE9-4092AAE05485}" type="pres">
      <dgm:prSet presAssocID="{E125978C-C809-415D-A9BB-6EAED9E6B12C}" presName="rootText" presStyleLbl="node2" presStyleIdx="2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4696F3B-A79F-4A32-9BC3-F37F5049FB76}" type="pres">
      <dgm:prSet presAssocID="{E125978C-C809-415D-A9BB-6EAED9E6B12C}" presName="rootConnector" presStyleLbl="node2" presStyleIdx="2" presStyleCnt="7"/>
      <dgm:spPr/>
      <dgm:t>
        <a:bodyPr/>
        <a:lstStyle/>
        <a:p>
          <a:endParaRPr lang="en-US"/>
        </a:p>
      </dgm:t>
    </dgm:pt>
    <dgm:pt modelId="{7A37AEDA-FA4B-4CB0-9A3E-524D6A6EF87B}" type="pres">
      <dgm:prSet presAssocID="{E125978C-C809-415D-A9BB-6EAED9E6B12C}" presName="hierChild4" presStyleCnt="0"/>
      <dgm:spPr/>
    </dgm:pt>
    <dgm:pt modelId="{69995322-935A-4C31-8FFF-9A9C72D08D61}" type="pres">
      <dgm:prSet presAssocID="{E125978C-C809-415D-A9BB-6EAED9E6B12C}" presName="hierChild5" presStyleCnt="0"/>
      <dgm:spPr/>
    </dgm:pt>
    <dgm:pt modelId="{8A7F6AB7-7AC1-41C7-9AE4-B3B922BD24E1}" type="pres">
      <dgm:prSet presAssocID="{87838BE0-3F09-4407-9848-C703E30F58D5}" presName="Name64" presStyleLbl="parChTrans1D2" presStyleIdx="3" presStyleCnt="7"/>
      <dgm:spPr/>
      <dgm:t>
        <a:bodyPr/>
        <a:lstStyle/>
        <a:p>
          <a:endParaRPr lang="en-US"/>
        </a:p>
      </dgm:t>
    </dgm:pt>
    <dgm:pt modelId="{14E811A7-2557-46ED-8F2C-899A9043CA6B}" type="pres">
      <dgm:prSet presAssocID="{22E3F573-277A-423E-9FE8-9E19AE673770}" presName="hierRoot2" presStyleCnt="0">
        <dgm:presLayoutVars>
          <dgm:hierBranch val="init"/>
        </dgm:presLayoutVars>
      </dgm:prSet>
      <dgm:spPr/>
    </dgm:pt>
    <dgm:pt modelId="{1D5515E7-BBEF-4D51-B0F5-7405909F8F8C}" type="pres">
      <dgm:prSet presAssocID="{22E3F573-277A-423E-9FE8-9E19AE673770}" presName="rootComposite" presStyleCnt="0"/>
      <dgm:spPr/>
    </dgm:pt>
    <dgm:pt modelId="{F0F7C006-DA28-4050-9131-29F5B15786F9}" type="pres">
      <dgm:prSet presAssocID="{22E3F573-277A-423E-9FE8-9E19AE673770}" presName="rootText" presStyleLbl="node2" presStyleIdx="3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C489CEC-D064-4E0D-8A07-F8DDC534A47B}" type="pres">
      <dgm:prSet presAssocID="{22E3F573-277A-423E-9FE8-9E19AE673770}" presName="rootConnector" presStyleLbl="node2" presStyleIdx="3" presStyleCnt="7"/>
      <dgm:spPr/>
      <dgm:t>
        <a:bodyPr/>
        <a:lstStyle/>
        <a:p>
          <a:endParaRPr lang="en-US"/>
        </a:p>
      </dgm:t>
    </dgm:pt>
    <dgm:pt modelId="{7DCFFE95-9700-43AA-84E0-1174971F0446}" type="pres">
      <dgm:prSet presAssocID="{22E3F573-277A-423E-9FE8-9E19AE673770}" presName="hierChild4" presStyleCnt="0"/>
      <dgm:spPr/>
    </dgm:pt>
    <dgm:pt modelId="{D7F66694-9AF2-4E68-825A-51BF480CA59C}" type="pres">
      <dgm:prSet presAssocID="{22E3F573-277A-423E-9FE8-9E19AE673770}" presName="hierChild5" presStyleCnt="0"/>
      <dgm:spPr/>
    </dgm:pt>
    <dgm:pt modelId="{CEF53BD8-0FBA-41E5-8D89-8D07CBFD437D}" type="pres">
      <dgm:prSet presAssocID="{C730E604-044B-4D8B-B4FD-CEA936DFFBC3}" presName="Name64" presStyleLbl="parChTrans1D2" presStyleIdx="4" presStyleCnt="7"/>
      <dgm:spPr/>
      <dgm:t>
        <a:bodyPr/>
        <a:lstStyle/>
        <a:p>
          <a:endParaRPr lang="en-US"/>
        </a:p>
      </dgm:t>
    </dgm:pt>
    <dgm:pt modelId="{29858C37-BB4B-42B6-862C-2CC040EC7E21}" type="pres">
      <dgm:prSet presAssocID="{FECD23E0-A746-4D9F-A7DF-8B3154CF31AE}" presName="hierRoot2" presStyleCnt="0">
        <dgm:presLayoutVars>
          <dgm:hierBranch val="init"/>
        </dgm:presLayoutVars>
      </dgm:prSet>
      <dgm:spPr/>
    </dgm:pt>
    <dgm:pt modelId="{C21EE266-605F-4923-90B6-3F2FAEACFF02}" type="pres">
      <dgm:prSet presAssocID="{FECD23E0-A746-4D9F-A7DF-8B3154CF31AE}" presName="rootComposite" presStyleCnt="0"/>
      <dgm:spPr/>
    </dgm:pt>
    <dgm:pt modelId="{41D2D578-98AF-4A47-B49A-3C34FAC01F2E}" type="pres">
      <dgm:prSet presAssocID="{FECD23E0-A746-4D9F-A7DF-8B3154CF31AE}" presName="rootText" presStyleLbl="node2" presStyleIdx="4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C9A74E4-7AFA-4451-ACBF-30893F021E6A}" type="pres">
      <dgm:prSet presAssocID="{FECD23E0-A746-4D9F-A7DF-8B3154CF31AE}" presName="rootConnector" presStyleLbl="node2" presStyleIdx="4" presStyleCnt="7"/>
      <dgm:spPr/>
      <dgm:t>
        <a:bodyPr/>
        <a:lstStyle/>
        <a:p>
          <a:endParaRPr lang="en-US"/>
        </a:p>
      </dgm:t>
    </dgm:pt>
    <dgm:pt modelId="{E463BDD3-D42D-4034-BD70-8783F89A7508}" type="pres">
      <dgm:prSet presAssocID="{FECD23E0-A746-4D9F-A7DF-8B3154CF31AE}" presName="hierChild4" presStyleCnt="0"/>
      <dgm:spPr/>
    </dgm:pt>
    <dgm:pt modelId="{4EC767EF-1E1D-4355-8E36-A0D15D6465D7}" type="pres">
      <dgm:prSet presAssocID="{FECD23E0-A746-4D9F-A7DF-8B3154CF31AE}" presName="hierChild5" presStyleCnt="0"/>
      <dgm:spPr/>
    </dgm:pt>
    <dgm:pt modelId="{7EEC127D-3457-4523-9FEC-734A252EB5E0}" type="pres">
      <dgm:prSet presAssocID="{C0F38EC6-A361-4A07-90D0-3755CF900748}" presName="Name64" presStyleLbl="parChTrans1D2" presStyleIdx="5" presStyleCnt="7"/>
      <dgm:spPr/>
      <dgm:t>
        <a:bodyPr/>
        <a:lstStyle/>
        <a:p>
          <a:endParaRPr lang="en-US"/>
        </a:p>
      </dgm:t>
    </dgm:pt>
    <dgm:pt modelId="{BAC3C119-FDE7-4B05-B324-4C9F8E77D0BB}" type="pres">
      <dgm:prSet presAssocID="{5F3FF191-8722-4BF8-A65D-B329A0D363C8}" presName="hierRoot2" presStyleCnt="0">
        <dgm:presLayoutVars>
          <dgm:hierBranch val="init"/>
        </dgm:presLayoutVars>
      </dgm:prSet>
      <dgm:spPr/>
    </dgm:pt>
    <dgm:pt modelId="{2BE596FB-B992-4887-BD77-744E250FDCCA}" type="pres">
      <dgm:prSet presAssocID="{5F3FF191-8722-4BF8-A65D-B329A0D363C8}" presName="rootComposite" presStyleCnt="0"/>
      <dgm:spPr/>
    </dgm:pt>
    <dgm:pt modelId="{63BDCAB8-F155-4C4D-B33B-04D9378450BC}" type="pres">
      <dgm:prSet presAssocID="{5F3FF191-8722-4BF8-A65D-B329A0D363C8}" presName="rootText" presStyleLbl="node2" presStyleIdx="5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C7FF7F9-7D4F-4F46-850D-47C97D5E7A23}" type="pres">
      <dgm:prSet presAssocID="{5F3FF191-8722-4BF8-A65D-B329A0D363C8}" presName="rootConnector" presStyleLbl="node2" presStyleIdx="5" presStyleCnt="7"/>
      <dgm:spPr/>
      <dgm:t>
        <a:bodyPr/>
        <a:lstStyle/>
        <a:p>
          <a:endParaRPr lang="en-US"/>
        </a:p>
      </dgm:t>
    </dgm:pt>
    <dgm:pt modelId="{0E98EB35-6D5C-483D-8B8C-A2F935C12C64}" type="pres">
      <dgm:prSet presAssocID="{5F3FF191-8722-4BF8-A65D-B329A0D363C8}" presName="hierChild4" presStyleCnt="0"/>
      <dgm:spPr/>
    </dgm:pt>
    <dgm:pt modelId="{42B947F7-D50D-475E-BC22-EA9BB4263B9E}" type="pres">
      <dgm:prSet presAssocID="{5F3FF191-8722-4BF8-A65D-B329A0D363C8}" presName="hierChild5" presStyleCnt="0"/>
      <dgm:spPr/>
    </dgm:pt>
    <dgm:pt modelId="{C12B1949-936A-4396-8A13-C8CDA1CA82B1}" type="pres">
      <dgm:prSet presAssocID="{C9C12F75-C7DE-41C6-A651-B482CCEBB114}" presName="Name64" presStyleLbl="parChTrans1D2" presStyleIdx="6" presStyleCnt="7"/>
      <dgm:spPr/>
      <dgm:t>
        <a:bodyPr/>
        <a:lstStyle/>
        <a:p>
          <a:endParaRPr lang="en-US"/>
        </a:p>
      </dgm:t>
    </dgm:pt>
    <dgm:pt modelId="{1C73C4A4-7A8A-4229-A5A0-0EF828F42334}" type="pres">
      <dgm:prSet presAssocID="{2BD93FEF-D6D9-490F-A888-DBD57A5E57C8}" presName="hierRoot2" presStyleCnt="0">
        <dgm:presLayoutVars>
          <dgm:hierBranch val="init"/>
        </dgm:presLayoutVars>
      </dgm:prSet>
      <dgm:spPr/>
    </dgm:pt>
    <dgm:pt modelId="{5F0AE586-F0BD-4B84-8321-5AC12F49243D}" type="pres">
      <dgm:prSet presAssocID="{2BD93FEF-D6D9-490F-A888-DBD57A5E57C8}" presName="rootComposite" presStyleCnt="0"/>
      <dgm:spPr/>
    </dgm:pt>
    <dgm:pt modelId="{6F6AA93C-E82A-42F3-8E95-8C4192C450CA}" type="pres">
      <dgm:prSet presAssocID="{2BD93FEF-D6D9-490F-A888-DBD57A5E57C8}" presName="rootText" presStyleLbl="node2" presStyleIdx="6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53BEB02-FFF9-4D6E-A754-F1B2421DE62B}" type="pres">
      <dgm:prSet presAssocID="{2BD93FEF-D6D9-490F-A888-DBD57A5E57C8}" presName="rootConnector" presStyleLbl="node2" presStyleIdx="6" presStyleCnt="7"/>
      <dgm:spPr/>
      <dgm:t>
        <a:bodyPr/>
        <a:lstStyle/>
        <a:p>
          <a:endParaRPr lang="en-US"/>
        </a:p>
      </dgm:t>
    </dgm:pt>
    <dgm:pt modelId="{C07B550C-C264-4BA5-9D51-9FB2C5E02F99}" type="pres">
      <dgm:prSet presAssocID="{2BD93FEF-D6D9-490F-A888-DBD57A5E57C8}" presName="hierChild4" presStyleCnt="0"/>
      <dgm:spPr/>
    </dgm:pt>
    <dgm:pt modelId="{A58AC84B-C23E-4F9F-8D0E-5E0774A5A79B}" type="pres">
      <dgm:prSet presAssocID="{2BD93FEF-D6D9-490F-A888-DBD57A5E57C8}" presName="hierChild5" presStyleCnt="0"/>
      <dgm:spPr/>
    </dgm:pt>
    <dgm:pt modelId="{338CBC5B-2997-4D0B-BBB5-F662CC08A52C}" type="pres">
      <dgm:prSet presAssocID="{28CB8226-5B3F-4F93-BA88-B83F76911E76}" presName="hierChild3" presStyleCnt="0"/>
      <dgm:spPr/>
    </dgm:pt>
  </dgm:ptLst>
  <dgm:cxnLst>
    <dgm:cxn modelId="{FAD9243E-0C92-4588-9DA7-57924E160493}" srcId="{3D59E3B3-4E6F-4A98-98D9-C7D5488C1B46}" destId="{470C8EF2-90CA-4A5C-AAB8-064A0F92AFD2}" srcOrd="1" destOrd="0" parTransId="{0B826270-7D30-442D-BA83-7259F0530942}" sibTransId="{55DAE9DC-3EAB-4EDC-AB4F-130B5B673C80}"/>
    <dgm:cxn modelId="{A5900356-DD63-4E38-878D-26EEBE107223}" type="presOf" srcId="{145EED4E-928C-474E-B44A-5EEED64E5C24}" destId="{7E1B0D7F-CC9F-46F8-A110-E0826DD421D3}" srcOrd="1" destOrd="0" presId="urn:microsoft.com/office/officeart/2009/3/layout/HorizontalOrganizationChart"/>
    <dgm:cxn modelId="{E1149CD3-705B-4AF8-97EF-D451E5000087}" type="presOf" srcId="{5F3FF191-8722-4BF8-A65D-B329A0D363C8}" destId="{DC7FF7F9-7D4F-4F46-850D-47C97D5E7A23}" srcOrd="1" destOrd="0" presId="urn:microsoft.com/office/officeart/2009/3/layout/HorizontalOrganizationChart"/>
    <dgm:cxn modelId="{58C4CF15-2EAD-4D02-9AAD-AC229D2FAEF1}" srcId="{3D59E3B3-4E6F-4A98-98D9-C7D5488C1B46}" destId="{145EED4E-928C-474E-B44A-5EEED64E5C24}" srcOrd="0" destOrd="0" parTransId="{6661AC4E-9393-433B-9A92-057961C5FA8E}" sibTransId="{D9523D0D-883E-4ABA-BCD8-D01B2A5D8240}"/>
    <dgm:cxn modelId="{216C72DE-8441-41EE-B868-D85F018F1728}" type="presOf" srcId="{0B826270-7D30-442D-BA83-7259F0530942}" destId="{A3473D3C-2B77-4D7C-8E42-CE83FCF3E5F8}" srcOrd="0" destOrd="0" presId="urn:microsoft.com/office/officeart/2009/3/layout/HorizontalOrganizationChart"/>
    <dgm:cxn modelId="{38A49837-51DA-4AB3-9386-356775B2538A}" type="presOf" srcId="{1174FB29-F834-4C36-B6FD-1F94279B2591}" destId="{825B3FAA-A221-4959-A2ED-1C3D24221538}" srcOrd="1" destOrd="0" presId="urn:microsoft.com/office/officeart/2009/3/layout/HorizontalOrganizationChart"/>
    <dgm:cxn modelId="{08BCDD7C-E8ED-4D25-9E79-C242C76AEB21}" type="presOf" srcId="{CE1A80AB-96CD-4704-91F4-BEF0492C5281}" destId="{57EB6C6C-0163-4C78-A924-369ABC67171A}" srcOrd="0" destOrd="0" presId="urn:microsoft.com/office/officeart/2009/3/layout/HorizontalOrganizationChart"/>
    <dgm:cxn modelId="{A6FFA516-3675-45E8-8510-C95BD32903D3}" srcId="{28CB8226-5B3F-4F93-BA88-B83F76911E76}" destId="{EBF9FDB2-C696-431B-B476-F295C188433F}" srcOrd="1" destOrd="0" parTransId="{F951202B-4DF5-4385-82CB-359A43215F56}" sibTransId="{9FA94438-21ED-4442-B420-73AC8547398B}"/>
    <dgm:cxn modelId="{38406061-8C8C-43E6-A85A-DEE39D84901A}" type="presOf" srcId="{08BAB93A-1E27-4F7D-9BEE-D46BED63371F}" destId="{04EAB1F5-9937-4DBF-9BA9-682DC63EAE2D}" srcOrd="0" destOrd="0" presId="urn:microsoft.com/office/officeart/2009/3/layout/HorizontalOrganizationChart"/>
    <dgm:cxn modelId="{8037F04D-AA0A-4842-99D9-4BA5ECAE0AE2}" srcId="{28CB8226-5B3F-4F93-BA88-B83F76911E76}" destId="{2BD93FEF-D6D9-490F-A888-DBD57A5E57C8}" srcOrd="6" destOrd="0" parTransId="{C9C12F75-C7DE-41C6-A651-B482CCEBB114}" sibTransId="{E6FBA85C-1688-49D9-82B0-D5F22D754465}"/>
    <dgm:cxn modelId="{D8690328-5C2C-4F91-9149-1179F2D1CD4B}" type="presOf" srcId="{3D59E3B3-4E6F-4A98-98D9-C7D5488C1B46}" destId="{751C93D8-0281-4710-ADF7-A44344BDA81F}" srcOrd="0" destOrd="0" presId="urn:microsoft.com/office/officeart/2009/3/layout/HorizontalOrganizationChart"/>
    <dgm:cxn modelId="{D88DCC9B-06CB-4229-B827-F80BA096D663}" type="presOf" srcId="{87838BE0-3F09-4407-9848-C703E30F58D5}" destId="{8A7F6AB7-7AC1-41C7-9AE4-B3B922BD24E1}" srcOrd="0" destOrd="0" presId="urn:microsoft.com/office/officeart/2009/3/layout/HorizontalOrganizationChart"/>
    <dgm:cxn modelId="{FD092F4B-0632-45F7-B796-1DB875D20A91}" type="presOf" srcId="{470C8EF2-90CA-4A5C-AAB8-064A0F92AFD2}" destId="{0308871E-2E29-4496-8FFA-6C6861C8BC1E}" srcOrd="0" destOrd="0" presId="urn:microsoft.com/office/officeart/2009/3/layout/HorizontalOrganizationChart"/>
    <dgm:cxn modelId="{8866EE1B-4B08-4F5F-8A57-51E87B266D82}" type="presOf" srcId="{E125978C-C809-415D-A9BB-6EAED9E6B12C}" destId="{24696F3B-A79F-4A32-9BC3-F37F5049FB76}" srcOrd="1" destOrd="0" presId="urn:microsoft.com/office/officeart/2009/3/layout/HorizontalOrganizationChart"/>
    <dgm:cxn modelId="{8F9663DD-0679-4E92-A586-FCB166F88ED3}" type="presOf" srcId="{22E3F573-277A-423E-9FE8-9E19AE673770}" destId="{2C489CEC-D064-4E0D-8A07-F8DDC534A47B}" srcOrd="1" destOrd="0" presId="urn:microsoft.com/office/officeart/2009/3/layout/HorizontalOrganizationChart"/>
    <dgm:cxn modelId="{1D8D166C-3C86-4960-95DE-87B3AD2E3230}" srcId="{08BAB93A-1E27-4F7D-9BEE-D46BED63371F}" destId="{28CB8226-5B3F-4F93-BA88-B83F76911E76}" srcOrd="0" destOrd="0" parTransId="{549B2EEE-9F6C-4C80-BFFE-EA6E5F3D10AB}" sibTransId="{0A58AE1E-CFBF-450D-A4DC-2CD44D61981E}"/>
    <dgm:cxn modelId="{6FAD6BAD-D95D-4D21-8625-4A10F32B78C8}" type="presOf" srcId="{28CB8226-5B3F-4F93-BA88-B83F76911E76}" destId="{63011818-7A50-4391-8F65-B5FB3294D547}" srcOrd="0" destOrd="0" presId="urn:microsoft.com/office/officeart/2009/3/layout/HorizontalOrganizationChart"/>
    <dgm:cxn modelId="{3D60A086-2FFE-42B6-A002-1B9549636F78}" type="presOf" srcId="{C0F38EC6-A361-4A07-90D0-3755CF900748}" destId="{7EEC127D-3457-4523-9FEC-734A252EB5E0}" srcOrd="0" destOrd="0" presId="urn:microsoft.com/office/officeart/2009/3/layout/HorizontalOrganizationChart"/>
    <dgm:cxn modelId="{D301A895-74EF-4BC7-ABCD-90D8EABF4615}" srcId="{28CB8226-5B3F-4F93-BA88-B83F76911E76}" destId="{5F3FF191-8722-4BF8-A65D-B329A0D363C8}" srcOrd="5" destOrd="0" parTransId="{C0F38EC6-A361-4A07-90D0-3755CF900748}" sibTransId="{D2601C87-F06E-419A-8CD2-958A40179E97}"/>
    <dgm:cxn modelId="{1A1E6FE9-85F4-4444-BFA7-DA2091D27C07}" srcId="{3D59E3B3-4E6F-4A98-98D9-C7D5488C1B46}" destId="{C46FE4EF-187F-4851-8B56-D683F2592A9E}" srcOrd="2" destOrd="0" parTransId="{CE1A80AB-96CD-4704-91F4-BEF0492C5281}" sibTransId="{685CE9B2-4DAD-4D01-9CEC-E663FD13A888}"/>
    <dgm:cxn modelId="{5A2FCB36-3FF0-4D98-8222-D75B0DD7EA19}" type="presOf" srcId="{B4300C07-B241-4BBE-8DF0-1C483A3F7D8F}" destId="{655B2302-F50D-4503-8B24-27723A48E157}" srcOrd="0" destOrd="0" presId="urn:microsoft.com/office/officeart/2009/3/layout/HorizontalOrganizationChart"/>
    <dgm:cxn modelId="{5B0783EC-D08A-4389-AD02-495FEB5CE378}" srcId="{28CB8226-5B3F-4F93-BA88-B83F76911E76}" destId="{3D59E3B3-4E6F-4A98-98D9-C7D5488C1B46}" srcOrd="0" destOrd="0" parTransId="{0CFD1441-1702-4B55-B945-1A958602081F}" sibTransId="{B4353EF9-C575-4CD4-9D9A-DBAEEDFE9943}"/>
    <dgm:cxn modelId="{31214906-DF5D-45BC-B628-DB05733CAF81}" type="presOf" srcId="{3D59E3B3-4E6F-4A98-98D9-C7D5488C1B46}" destId="{5F7517A7-29B7-4B0E-9B65-E3C5901CD7C9}" srcOrd="1" destOrd="0" presId="urn:microsoft.com/office/officeart/2009/3/layout/HorizontalOrganizationChart"/>
    <dgm:cxn modelId="{34816E87-39EB-4332-A98B-07C675CD3AA8}" type="presOf" srcId="{0CFD1441-1702-4B55-B945-1A958602081F}" destId="{27FB43A9-3475-46D2-A05A-9BA767BB630E}" srcOrd="0" destOrd="0" presId="urn:microsoft.com/office/officeart/2009/3/layout/HorizontalOrganizationChart"/>
    <dgm:cxn modelId="{4EF5C7C9-DE2F-4F1C-B14C-ACD2F365B7C1}" type="presOf" srcId="{2BD93FEF-D6D9-490F-A888-DBD57A5E57C8}" destId="{653BEB02-FFF9-4D6E-A754-F1B2421DE62B}" srcOrd="1" destOrd="0" presId="urn:microsoft.com/office/officeart/2009/3/layout/HorizontalOrganizationChart"/>
    <dgm:cxn modelId="{DFEE28CC-E51B-417A-92D5-BC5B277BF570}" type="presOf" srcId="{C730E604-044B-4D8B-B4FD-CEA936DFFBC3}" destId="{CEF53BD8-0FBA-41E5-8D89-8D07CBFD437D}" srcOrd="0" destOrd="0" presId="urn:microsoft.com/office/officeart/2009/3/layout/HorizontalOrganizationChart"/>
    <dgm:cxn modelId="{F3025E13-2B2B-4F8D-BEE5-8EBA3F48AE02}" srcId="{28CB8226-5B3F-4F93-BA88-B83F76911E76}" destId="{22E3F573-277A-423E-9FE8-9E19AE673770}" srcOrd="3" destOrd="0" parTransId="{87838BE0-3F09-4407-9848-C703E30F58D5}" sibTransId="{6C5BFFA9-F3F9-4F49-B485-41D43F28339C}"/>
    <dgm:cxn modelId="{E00060B7-6741-4C27-BA6C-734026166B48}" type="presOf" srcId="{FECD23E0-A746-4D9F-A7DF-8B3154CF31AE}" destId="{41D2D578-98AF-4A47-B49A-3C34FAC01F2E}" srcOrd="0" destOrd="0" presId="urn:microsoft.com/office/officeart/2009/3/layout/HorizontalOrganizationChart"/>
    <dgm:cxn modelId="{F8374911-7349-499E-92BD-67C707E33404}" type="presOf" srcId="{FECD23E0-A746-4D9F-A7DF-8B3154CF31AE}" destId="{FC9A74E4-7AFA-4451-ACBF-30893F021E6A}" srcOrd="1" destOrd="0" presId="urn:microsoft.com/office/officeart/2009/3/layout/HorizontalOrganizationChart"/>
    <dgm:cxn modelId="{DCDD047F-A042-4817-B07E-967273CB81A2}" type="presOf" srcId="{145EED4E-928C-474E-B44A-5EEED64E5C24}" destId="{B80DA910-4F28-4401-937A-2D496064164E}" srcOrd="0" destOrd="0" presId="urn:microsoft.com/office/officeart/2009/3/layout/HorizontalOrganizationChart"/>
    <dgm:cxn modelId="{5EFD0468-F959-4857-86E8-9CD0C3101BB3}" type="presOf" srcId="{C46FE4EF-187F-4851-8B56-D683F2592A9E}" destId="{4770F65F-FC05-4D8D-B1BB-CC6EB02B192C}" srcOrd="0" destOrd="0" presId="urn:microsoft.com/office/officeart/2009/3/layout/HorizontalOrganizationChart"/>
    <dgm:cxn modelId="{646A14B7-77A4-48D4-902A-57F6E715A1D8}" type="presOf" srcId="{1174FB29-F834-4C36-B6FD-1F94279B2591}" destId="{96ED2312-F825-483D-A5E2-65FBDAADD065}" srcOrd="0" destOrd="0" presId="urn:microsoft.com/office/officeart/2009/3/layout/HorizontalOrganizationChart"/>
    <dgm:cxn modelId="{C93927B8-195F-427D-8DE3-4DD966E34A34}" type="presOf" srcId="{5F3FF191-8722-4BF8-A65D-B329A0D363C8}" destId="{63BDCAB8-F155-4C4D-B33B-04D9378450BC}" srcOrd="0" destOrd="0" presId="urn:microsoft.com/office/officeart/2009/3/layout/HorizontalOrganizationChart"/>
    <dgm:cxn modelId="{F1ED8A39-D400-4409-B506-8929077F40FC}" type="presOf" srcId="{2BD93FEF-D6D9-490F-A888-DBD57A5E57C8}" destId="{6F6AA93C-E82A-42F3-8E95-8C4192C450CA}" srcOrd="0" destOrd="0" presId="urn:microsoft.com/office/officeart/2009/3/layout/HorizontalOrganizationChart"/>
    <dgm:cxn modelId="{A8628D66-5787-4CFD-9995-53DB7E8980FC}" type="presOf" srcId="{22E3F573-277A-423E-9FE8-9E19AE673770}" destId="{F0F7C006-DA28-4050-9131-29F5B15786F9}" srcOrd="0" destOrd="0" presId="urn:microsoft.com/office/officeart/2009/3/layout/HorizontalOrganizationChart"/>
    <dgm:cxn modelId="{89E43FC6-CDDF-4718-959A-8723CD53A154}" type="presOf" srcId="{EBF9FDB2-C696-431B-B476-F295C188433F}" destId="{18512658-C31B-4004-8655-814EAA4AFAE7}" srcOrd="1" destOrd="0" presId="urn:microsoft.com/office/officeart/2009/3/layout/HorizontalOrganizationChart"/>
    <dgm:cxn modelId="{21116827-A4A9-4F32-B2D6-7A6B77814B52}" srcId="{28CB8226-5B3F-4F93-BA88-B83F76911E76}" destId="{E125978C-C809-415D-A9BB-6EAED9E6B12C}" srcOrd="2" destOrd="0" parTransId="{B4300C07-B241-4BBE-8DF0-1C483A3F7D8F}" sibTransId="{F57382D1-2F1C-497A-AD9A-0B431BB4284A}"/>
    <dgm:cxn modelId="{493C6488-9CB5-4779-AED9-EAE166A8D394}" type="presOf" srcId="{F951202B-4DF5-4385-82CB-359A43215F56}" destId="{934A4476-F65C-413A-A097-66CD69F3F890}" srcOrd="0" destOrd="0" presId="urn:microsoft.com/office/officeart/2009/3/layout/HorizontalOrganizationChart"/>
    <dgm:cxn modelId="{C07C013F-B675-4AC5-BC0E-ED2960515002}" srcId="{28CB8226-5B3F-4F93-BA88-B83F76911E76}" destId="{FECD23E0-A746-4D9F-A7DF-8B3154CF31AE}" srcOrd="4" destOrd="0" parTransId="{C730E604-044B-4D8B-B4FD-CEA936DFFBC3}" sibTransId="{F7DF3908-B2AD-472D-9C43-F99CECD85EC8}"/>
    <dgm:cxn modelId="{48B65518-4442-4AAF-8770-5F6112AD2BAA}" srcId="{EBF9FDB2-C696-431B-B476-F295C188433F}" destId="{1174FB29-F834-4C36-B6FD-1F94279B2591}" srcOrd="0" destOrd="0" parTransId="{9D6B5A56-C225-47D9-A997-CB5B0678F507}" sibTransId="{45665D1F-4B6A-4408-97F6-A842464AEBB8}"/>
    <dgm:cxn modelId="{0B37F5DC-A12A-4A01-AE3B-BB0178C9EC33}" type="presOf" srcId="{E125978C-C809-415D-A9BB-6EAED9E6B12C}" destId="{5D7CF3BD-E04A-4604-BAE9-4092AAE05485}" srcOrd="0" destOrd="0" presId="urn:microsoft.com/office/officeart/2009/3/layout/HorizontalOrganizationChart"/>
    <dgm:cxn modelId="{A9D33DFA-2678-44D6-9BDF-F91257240FEF}" type="presOf" srcId="{C46FE4EF-187F-4851-8B56-D683F2592A9E}" destId="{3D696FBE-C991-4136-8058-8E8CF7834D9D}" srcOrd="1" destOrd="0" presId="urn:microsoft.com/office/officeart/2009/3/layout/HorizontalOrganizationChart"/>
    <dgm:cxn modelId="{86509459-00F6-47E2-825D-CDA200F79CC9}" type="presOf" srcId="{6661AC4E-9393-433B-9A92-057961C5FA8E}" destId="{C6AD5D4E-6D8F-4E13-8B84-D4EA506AD763}" srcOrd="0" destOrd="0" presId="urn:microsoft.com/office/officeart/2009/3/layout/HorizontalOrganizationChart"/>
    <dgm:cxn modelId="{388D001B-C983-4406-BD7D-63C3C47EE045}" type="presOf" srcId="{28CB8226-5B3F-4F93-BA88-B83F76911E76}" destId="{4417E4E2-85D8-4D1D-B8DC-77470CC834EA}" srcOrd="1" destOrd="0" presId="urn:microsoft.com/office/officeart/2009/3/layout/HorizontalOrganizationChart"/>
    <dgm:cxn modelId="{B106AC10-10BC-4F48-8E64-D3D227D6D1BF}" type="presOf" srcId="{C9C12F75-C7DE-41C6-A651-B482CCEBB114}" destId="{C12B1949-936A-4396-8A13-C8CDA1CA82B1}" srcOrd="0" destOrd="0" presId="urn:microsoft.com/office/officeart/2009/3/layout/HorizontalOrganizationChart"/>
    <dgm:cxn modelId="{A5E569DC-09DA-4B05-BA39-CC01E0FA008A}" type="presOf" srcId="{9D6B5A56-C225-47D9-A997-CB5B0678F507}" destId="{676B5625-FBE7-42DC-BECC-1652DECC12FE}" srcOrd="0" destOrd="0" presId="urn:microsoft.com/office/officeart/2009/3/layout/HorizontalOrganizationChart"/>
    <dgm:cxn modelId="{F3E3602B-E224-43BA-9457-E50A485E1E47}" type="presOf" srcId="{470C8EF2-90CA-4A5C-AAB8-064A0F92AFD2}" destId="{4F125A1E-B939-45BD-B7B1-DCC28BD40BA7}" srcOrd="1" destOrd="0" presId="urn:microsoft.com/office/officeart/2009/3/layout/HorizontalOrganizationChart"/>
    <dgm:cxn modelId="{4B209856-4F61-4F91-A868-5A1BE72595A3}" type="presOf" srcId="{EBF9FDB2-C696-431B-B476-F295C188433F}" destId="{D318C76D-2987-4809-A291-464FF0878245}" srcOrd="0" destOrd="0" presId="urn:microsoft.com/office/officeart/2009/3/layout/HorizontalOrganizationChart"/>
    <dgm:cxn modelId="{A1954D6C-F73B-4DA8-9E9E-8E5892186871}" type="presParOf" srcId="{04EAB1F5-9937-4DBF-9BA9-682DC63EAE2D}" destId="{872A011F-6298-490F-847C-CB41698D49A1}" srcOrd="0" destOrd="0" presId="urn:microsoft.com/office/officeart/2009/3/layout/HorizontalOrganizationChart"/>
    <dgm:cxn modelId="{3BD39D70-A230-4BCA-9717-D79082E4FFDA}" type="presParOf" srcId="{872A011F-6298-490F-847C-CB41698D49A1}" destId="{071B40B6-A469-4C6D-9187-726738AD694F}" srcOrd="0" destOrd="0" presId="urn:microsoft.com/office/officeart/2009/3/layout/HorizontalOrganizationChart"/>
    <dgm:cxn modelId="{A8D3253F-47AB-4CE0-AA63-0E944146C54C}" type="presParOf" srcId="{071B40B6-A469-4C6D-9187-726738AD694F}" destId="{63011818-7A50-4391-8F65-B5FB3294D547}" srcOrd="0" destOrd="0" presId="urn:microsoft.com/office/officeart/2009/3/layout/HorizontalOrganizationChart"/>
    <dgm:cxn modelId="{60F32055-7022-4DA4-863F-51B538C99E60}" type="presParOf" srcId="{071B40B6-A469-4C6D-9187-726738AD694F}" destId="{4417E4E2-85D8-4D1D-B8DC-77470CC834EA}" srcOrd="1" destOrd="0" presId="urn:microsoft.com/office/officeart/2009/3/layout/HorizontalOrganizationChart"/>
    <dgm:cxn modelId="{9BC18DFA-F683-4554-BE0C-0450B11E4056}" type="presParOf" srcId="{872A011F-6298-490F-847C-CB41698D49A1}" destId="{85C30E99-2797-4AE0-8237-8DBF5775CBE5}" srcOrd="1" destOrd="0" presId="urn:microsoft.com/office/officeart/2009/3/layout/HorizontalOrganizationChart"/>
    <dgm:cxn modelId="{73694A8F-B746-4A00-81AA-89B3E719349E}" type="presParOf" srcId="{85C30E99-2797-4AE0-8237-8DBF5775CBE5}" destId="{27FB43A9-3475-46D2-A05A-9BA767BB630E}" srcOrd="0" destOrd="0" presId="urn:microsoft.com/office/officeart/2009/3/layout/HorizontalOrganizationChart"/>
    <dgm:cxn modelId="{088EEBD4-8477-420B-8B60-596DAF55D68E}" type="presParOf" srcId="{85C30E99-2797-4AE0-8237-8DBF5775CBE5}" destId="{BE6E8EA3-1146-4568-85F0-E8B3DE49A0C9}" srcOrd="1" destOrd="0" presId="urn:microsoft.com/office/officeart/2009/3/layout/HorizontalOrganizationChart"/>
    <dgm:cxn modelId="{69BC102F-DA83-44FC-A83A-852288D8A684}" type="presParOf" srcId="{BE6E8EA3-1146-4568-85F0-E8B3DE49A0C9}" destId="{99248B87-BAD0-401F-B4BF-862F091A992A}" srcOrd="0" destOrd="0" presId="urn:microsoft.com/office/officeart/2009/3/layout/HorizontalOrganizationChart"/>
    <dgm:cxn modelId="{4AA87AB5-4AE3-4328-BB9E-E0C8F53E547B}" type="presParOf" srcId="{99248B87-BAD0-401F-B4BF-862F091A992A}" destId="{751C93D8-0281-4710-ADF7-A44344BDA81F}" srcOrd="0" destOrd="0" presId="urn:microsoft.com/office/officeart/2009/3/layout/HorizontalOrganizationChart"/>
    <dgm:cxn modelId="{638A5C48-7397-473A-82AA-6F9E40CB1E93}" type="presParOf" srcId="{99248B87-BAD0-401F-B4BF-862F091A992A}" destId="{5F7517A7-29B7-4B0E-9B65-E3C5901CD7C9}" srcOrd="1" destOrd="0" presId="urn:microsoft.com/office/officeart/2009/3/layout/HorizontalOrganizationChart"/>
    <dgm:cxn modelId="{3C94980D-DCE1-4C34-8B6F-6EF3A8AFEF95}" type="presParOf" srcId="{BE6E8EA3-1146-4568-85F0-E8B3DE49A0C9}" destId="{16D773E2-7AFB-4196-856C-5E82F8699874}" srcOrd="1" destOrd="0" presId="urn:microsoft.com/office/officeart/2009/3/layout/HorizontalOrganizationChart"/>
    <dgm:cxn modelId="{1F36F2A1-66E3-4BE8-98C5-02782306DB83}" type="presParOf" srcId="{16D773E2-7AFB-4196-856C-5E82F8699874}" destId="{C6AD5D4E-6D8F-4E13-8B84-D4EA506AD763}" srcOrd="0" destOrd="0" presId="urn:microsoft.com/office/officeart/2009/3/layout/HorizontalOrganizationChart"/>
    <dgm:cxn modelId="{E2ED1217-2FAC-4B83-86DE-143369135871}" type="presParOf" srcId="{16D773E2-7AFB-4196-856C-5E82F8699874}" destId="{666AABC7-E491-4B8B-938A-116AB1D22778}" srcOrd="1" destOrd="0" presId="urn:microsoft.com/office/officeart/2009/3/layout/HorizontalOrganizationChart"/>
    <dgm:cxn modelId="{8D98945C-1FA2-4B6C-B507-B60BB3A41E1C}" type="presParOf" srcId="{666AABC7-E491-4B8B-938A-116AB1D22778}" destId="{9E75772A-E9CB-4DEB-8AED-88C16CC618B9}" srcOrd="0" destOrd="0" presId="urn:microsoft.com/office/officeart/2009/3/layout/HorizontalOrganizationChart"/>
    <dgm:cxn modelId="{3378D1B9-046F-419B-B0A9-BA8F919B850B}" type="presParOf" srcId="{9E75772A-E9CB-4DEB-8AED-88C16CC618B9}" destId="{B80DA910-4F28-4401-937A-2D496064164E}" srcOrd="0" destOrd="0" presId="urn:microsoft.com/office/officeart/2009/3/layout/HorizontalOrganizationChart"/>
    <dgm:cxn modelId="{9410EAD6-1E0E-43F0-9B44-89D4CB9727F4}" type="presParOf" srcId="{9E75772A-E9CB-4DEB-8AED-88C16CC618B9}" destId="{7E1B0D7F-CC9F-46F8-A110-E0826DD421D3}" srcOrd="1" destOrd="0" presId="urn:microsoft.com/office/officeart/2009/3/layout/HorizontalOrganizationChart"/>
    <dgm:cxn modelId="{7BF62E41-5FB9-4CD1-AABE-552053AC294F}" type="presParOf" srcId="{666AABC7-E491-4B8B-938A-116AB1D22778}" destId="{3EBD22A4-97A9-4290-847F-5D1E0B8949EA}" srcOrd="1" destOrd="0" presId="urn:microsoft.com/office/officeart/2009/3/layout/HorizontalOrganizationChart"/>
    <dgm:cxn modelId="{59302635-F474-41DB-8D93-561863287A90}" type="presParOf" srcId="{666AABC7-E491-4B8B-938A-116AB1D22778}" destId="{9BD8DB55-4B31-4801-B6BD-44F4F4D79DA1}" srcOrd="2" destOrd="0" presId="urn:microsoft.com/office/officeart/2009/3/layout/HorizontalOrganizationChart"/>
    <dgm:cxn modelId="{2B5AB477-BA0A-49CC-AB13-17BD69A13D6B}" type="presParOf" srcId="{16D773E2-7AFB-4196-856C-5E82F8699874}" destId="{A3473D3C-2B77-4D7C-8E42-CE83FCF3E5F8}" srcOrd="2" destOrd="0" presId="urn:microsoft.com/office/officeart/2009/3/layout/HorizontalOrganizationChart"/>
    <dgm:cxn modelId="{9CCCD0E2-790E-4393-ACC0-3B53D4D3322C}" type="presParOf" srcId="{16D773E2-7AFB-4196-856C-5E82F8699874}" destId="{75D6483B-4D2D-4691-93BD-E6EC45866C6B}" srcOrd="3" destOrd="0" presId="urn:microsoft.com/office/officeart/2009/3/layout/HorizontalOrganizationChart"/>
    <dgm:cxn modelId="{74FE9830-0452-4DB2-AAFE-F287CFAB12AC}" type="presParOf" srcId="{75D6483B-4D2D-4691-93BD-E6EC45866C6B}" destId="{085FFCDC-A552-497F-84BF-AC117B72A91D}" srcOrd="0" destOrd="0" presId="urn:microsoft.com/office/officeart/2009/3/layout/HorizontalOrganizationChart"/>
    <dgm:cxn modelId="{9C7F21F1-B8B9-495F-BEDF-21985558C032}" type="presParOf" srcId="{085FFCDC-A552-497F-84BF-AC117B72A91D}" destId="{0308871E-2E29-4496-8FFA-6C6861C8BC1E}" srcOrd="0" destOrd="0" presId="urn:microsoft.com/office/officeart/2009/3/layout/HorizontalOrganizationChart"/>
    <dgm:cxn modelId="{F64E7CBA-B7E5-42E5-8E0A-C7CE6D792797}" type="presParOf" srcId="{085FFCDC-A552-497F-84BF-AC117B72A91D}" destId="{4F125A1E-B939-45BD-B7B1-DCC28BD40BA7}" srcOrd="1" destOrd="0" presId="urn:microsoft.com/office/officeart/2009/3/layout/HorizontalOrganizationChart"/>
    <dgm:cxn modelId="{BF1F6CA8-6931-4BD6-825A-0B2D78AA46D9}" type="presParOf" srcId="{75D6483B-4D2D-4691-93BD-E6EC45866C6B}" destId="{7B1D5CB4-FFB9-4255-A5B0-68D434AA20D2}" srcOrd="1" destOrd="0" presId="urn:microsoft.com/office/officeart/2009/3/layout/HorizontalOrganizationChart"/>
    <dgm:cxn modelId="{CA8D1A3E-96C9-4BB6-8F60-25F61592318A}" type="presParOf" srcId="{75D6483B-4D2D-4691-93BD-E6EC45866C6B}" destId="{96F8E6B4-9A03-4C56-BB5B-3D07A1BA9510}" srcOrd="2" destOrd="0" presId="urn:microsoft.com/office/officeart/2009/3/layout/HorizontalOrganizationChart"/>
    <dgm:cxn modelId="{DD5B870E-54C4-4A3F-8E05-F67F17C4F36E}" type="presParOf" srcId="{16D773E2-7AFB-4196-856C-5E82F8699874}" destId="{57EB6C6C-0163-4C78-A924-369ABC67171A}" srcOrd="4" destOrd="0" presId="urn:microsoft.com/office/officeart/2009/3/layout/HorizontalOrganizationChart"/>
    <dgm:cxn modelId="{082D7001-48EB-4809-A1F7-51F9387EC6E9}" type="presParOf" srcId="{16D773E2-7AFB-4196-856C-5E82F8699874}" destId="{F3D198E2-7423-4019-9E07-F2DAC75A0214}" srcOrd="5" destOrd="0" presId="urn:microsoft.com/office/officeart/2009/3/layout/HorizontalOrganizationChart"/>
    <dgm:cxn modelId="{0202168A-ACF9-4B23-B3BC-68927F603DE8}" type="presParOf" srcId="{F3D198E2-7423-4019-9E07-F2DAC75A0214}" destId="{C6FDDAB8-123F-40F5-A98B-42D4656532B7}" srcOrd="0" destOrd="0" presId="urn:microsoft.com/office/officeart/2009/3/layout/HorizontalOrganizationChart"/>
    <dgm:cxn modelId="{C09199C0-73D0-408E-BCCB-67D1DAB5B558}" type="presParOf" srcId="{C6FDDAB8-123F-40F5-A98B-42D4656532B7}" destId="{4770F65F-FC05-4D8D-B1BB-CC6EB02B192C}" srcOrd="0" destOrd="0" presId="urn:microsoft.com/office/officeart/2009/3/layout/HorizontalOrganizationChart"/>
    <dgm:cxn modelId="{444F75FD-9FDA-416C-91AE-B06C1C004ED9}" type="presParOf" srcId="{C6FDDAB8-123F-40F5-A98B-42D4656532B7}" destId="{3D696FBE-C991-4136-8058-8E8CF7834D9D}" srcOrd="1" destOrd="0" presId="urn:microsoft.com/office/officeart/2009/3/layout/HorizontalOrganizationChart"/>
    <dgm:cxn modelId="{FEC561FF-CF45-486C-AD62-2F7FB259D4B9}" type="presParOf" srcId="{F3D198E2-7423-4019-9E07-F2DAC75A0214}" destId="{0D2D0D51-7D4C-4183-826B-3AAC07A9A525}" srcOrd="1" destOrd="0" presId="urn:microsoft.com/office/officeart/2009/3/layout/HorizontalOrganizationChart"/>
    <dgm:cxn modelId="{C64F664D-773A-4C09-821A-F706031498FF}" type="presParOf" srcId="{F3D198E2-7423-4019-9E07-F2DAC75A0214}" destId="{D5681C06-F83D-4BD5-BE62-D03948921703}" srcOrd="2" destOrd="0" presId="urn:microsoft.com/office/officeart/2009/3/layout/HorizontalOrganizationChart"/>
    <dgm:cxn modelId="{E3E851BC-73F9-45B8-BD20-2B6241E91900}" type="presParOf" srcId="{BE6E8EA3-1146-4568-85F0-E8B3DE49A0C9}" destId="{A5C9B189-989A-4AE0-82F6-B88A81C142FA}" srcOrd="2" destOrd="0" presId="urn:microsoft.com/office/officeart/2009/3/layout/HorizontalOrganizationChart"/>
    <dgm:cxn modelId="{05AD209A-B275-4B06-8100-CA245ED6C953}" type="presParOf" srcId="{85C30E99-2797-4AE0-8237-8DBF5775CBE5}" destId="{934A4476-F65C-413A-A097-66CD69F3F890}" srcOrd="2" destOrd="0" presId="urn:microsoft.com/office/officeart/2009/3/layout/HorizontalOrganizationChart"/>
    <dgm:cxn modelId="{1FD319A2-5655-47A1-B723-84EA52F1CF4F}" type="presParOf" srcId="{85C30E99-2797-4AE0-8237-8DBF5775CBE5}" destId="{F38E3FDF-2593-4293-92E9-FD0EC1461950}" srcOrd="3" destOrd="0" presId="urn:microsoft.com/office/officeart/2009/3/layout/HorizontalOrganizationChart"/>
    <dgm:cxn modelId="{489D835E-E05E-4428-A05B-F8614E05A5E1}" type="presParOf" srcId="{F38E3FDF-2593-4293-92E9-FD0EC1461950}" destId="{BB918209-A884-4802-87EB-3C13A8E39CA0}" srcOrd="0" destOrd="0" presId="urn:microsoft.com/office/officeart/2009/3/layout/HorizontalOrganizationChart"/>
    <dgm:cxn modelId="{974878AE-1560-4385-9A26-E08AF5A84F75}" type="presParOf" srcId="{BB918209-A884-4802-87EB-3C13A8E39CA0}" destId="{D318C76D-2987-4809-A291-464FF0878245}" srcOrd="0" destOrd="0" presId="urn:microsoft.com/office/officeart/2009/3/layout/HorizontalOrganizationChart"/>
    <dgm:cxn modelId="{BBCF5BA3-843D-4A9D-AB61-F6521891A5CF}" type="presParOf" srcId="{BB918209-A884-4802-87EB-3C13A8E39CA0}" destId="{18512658-C31B-4004-8655-814EAA4AFAE7}" srcOrd="1" destOrd="0" presId="urn:microsoft.com/office/officeart/2009/3/layout/HorizontalOrganizationChart"/>
    <dgm:cxn modelId="{B9D23D96-4C8C-4D19-8FB5-069D60C44D46}" type="presParOf" srcId="{F38E3FDF-2593-4293-92E9-FD0EC1461950}" destId="{ECC13D90-598B-4062-99D6-EA8AFE8FEB6D}" srcOrd="1" destOrd="0" presId="urn:microsoft.com/office/officeart/2009/3/layout/HorizontalOrganizationChart"/>
    <dgm:cxn modelId="{7D097553-A94A-4E4B-8A69-E30E2508A881}" type="presParOf" srcId="{ECC13D90-598B-4062-99D6-EA8AFE8FEB6D}" destId="{676B5625-FBE7-42DC-BECC-1652DECC12FE}" srcOrd="0" destOrd="0" presId="urn:microsoft.com/office/officeart/2009/3/layout/HorizontalOrganizationChart"/>
    <dgm:cxn modelId="{035AC7D9-B494-4426-8061-FB1ADC5F0174}" type="presParOf" srcId="{ECC13D90-598B-4062-99D6-EA8AFE8FEB6D}" destId="{BBD6670E-3A7A-469A-8EF4-B574BDDF1521}" srcOrd="1" destOrd="0" presId="urn:microsoft.com/office/officeart/2009/3/layout/HorizontalOrganizationChart"/>
    <dgm:cxn modelId="{5E37AB45-90F4-4F6B-97EE-579CF59A11C0}" type="presParOf" srcId="{BBD6670E-3A7A-469A-8EF4-B574BDDF1521}" destId="{7D1B9892-709B-46A5-A2D9-8783D35F3215}" srcOrd="0" destOrd="0" presId="urn:microsoft.com/office/officeart/2009/3/layout/HorizontalOrganizationChart"/>
    <dgm:cxn modelId="{7A3394B6-0A9C-450C-BC4F-51A2D376F466}" type="presParOf" srcId="{7D1B9892-709B-46A5-A2D9-8783D35F3215}" destId="{96ED2312-F825-483D-A5E2-65FBDAADD065}" srcOrd="0" destOrd="0" presId="urn:microsoft.com/office/officeart/2009/3/layout/HorizontalOrganizationChart"/>
    <dgm:cxn modelId="{BA2BC544-FA7A-4EA3-B952-C9AA7E9862AA}" type="presParOf" srcId="{7D1B9892-709B-46A5-A2D9-8783D35F3215}" destId="{825B3FAA-A221-4959-A2ED-1C3D24221538}" srcOrd="1" destOrd="0" presId="urn:microsoft.com/office/officeart/2009/3/layout/HorizontalOrganizationChart"/>
    <dgm:cxn modelId="{BC874DF2-BE34-4CCC-B742-1D835544BAC2}" type="presParOf" srcId="{BBD6670E-3A7A-469A-8EF4-B574BDDF1521}" destId="{92C43E71-15F9-4C34-95F6-65ADD9096ADA}" srcOrd="1" destOrd="0" presId="urn:microsoft.com/office/officeart/2009/3/layout/HorizontalOrganizationChart"/>
    <dgm:cxn modelId="{D469226B-63E3-4549-8921-202C7D3BD2C1}" type="presParOf" srcId="{BBD6670E-3A7A-469A-8EF4-B574BDDF1521}" destId="{FFAF5DEA-2B1A-47AA-A1A8-23D14BC8847E}" srcOrd="2" destOrd="0" presId="urn:microsoft.com/office/officeart/2009/3/layout/HorizontalOrganizationChart"/>
    <dgm:cxn modelId="{9FD479C1-C54D-4D72-AC68-C6E383913CDD}" type="presParOf" srcId="{F38E3FDF-2593-4293-92E9-FD0EC1461950}" destId="{D012336B-8DD7-4B70-AFFC-5671686F8D3A}" srcOrd="2" destOrd="0" presId="urn:microsoft.com/office/officeart/2009/3/layout/HorizontalOrganizationChart"/>
    <dgm:cxn modelId="{5F3B1852-7413-45B1-8C6D-4EEC480EFC2F}" type="presParOf" srcId="{85C30E99-2797-4AE0-8237-8DBF5775CBE5}" destId="{655B2302-F50D-4503-8B24-27723A48E157}" srcOrd="4" destOrd="0" presId="urn:microsoft.com/office/officeart/2009/3/layout/HorizontalOrganizationChart"/>
    <dgm:cxn modelId="{3237B3A3-E857-4A4F-8C2D-57F6368AC08C}" type="presParOf" srcId="{85C30E99-2797-4AE0-8237-8DBF5775CBE5}" destId="{BD70CE1D-BCF2-4232-B244-1CCBFFFBA909}" srcOrd="5" destOrd="0" presId="urn:microsoft.com/office/officeart/2009/3/layout/HorizontalOrganizationChart"/>
    <dgm:cxn modelId="{0809F509-6EE0-48B9-925A-FDDA8204C338}" type="presParOf" srcId="{BD70CE1D-BCF2-4232-B244-1CCBFFFBA909}" destId="{B88C4FD4-6F5B-4809-9C66-E58EB0C4BCA0}" srcOrd="0" destOrd="0" presId="urn:microsoft.com/office/officeart/2009/3/layout/HorizontalOrganizationChart"/>
    <dgm:cxn modelId="{67CF59EA-907E-4F26-9ED8-D7222047A27E}" type="presParOf" srcId="{B88C4FD4-6F5B-4809-9C66-E58EB0C4BCA0}" destId="{5D7CF3BD-E04A-4604-BAE9-4092AAE05485}" srcOrd="0" destOrd="0" presId="urn:microsoft.com/office/officeart/2009/3/layout/HorizontalOrganizationChart"/>
    <dgm:cxn modelId="{A9BA8553-11AD-4043-BF93-8B9B7B13B508}" type="presParOf" srcId="{B88C4FD4-6F5B-4809-9C66-E58EB0C4BCA0}" destId="{24696F3B-A79F-4A32-9BC3-F37F5049FB76}" srcOrd="1" destOrd="0" presId="urn:microsoft.com/office/officeart/2009/3/layout/HorizontalOrganizationChart"/>
    <dgm:cxn modelId="{047C526F-02B0-4688-8505-C2A291A330E2}" type="presParOf" srcId="{BD70CE1D-BCF2-4232-B244-1CCBFFFBA909}" destId="{7A37AEDA-FA4B-4CB0-9A3E-524D6A6EF87B}" srcOrd="1" destOrd="0" presId="urn:microsoft.com/office/officeart/2009/3/layout/HorizontalOrganizationChart"/>
    <dgm:cxn modelId="{D4EE75DC-DD36-41F1-99B8-63835C42D29F}" type="presParOf" srcId="{BD70CE1D-BCF2-4232-B244-1CCBFFFBA909}" destId="{69995322-935A-4C31-8FFF-9A9C72D08D61}" srcOrd="2" destOrd="0" presId="urn:microsoft.com/office/officeart/2009/3/layout/HorizontalOrganizationChart"/>
    <dgm:cxn modelId="{525BC546-8E0F-4CCC-83D3-4E8F6D92D7F8}" type="presParOf" srcId="{85C30E99-2797-4AE0-8237-8DBF5775CBE5}" destId="{8A7F6AB7-7AC1-41C7-9AE4-B3B922BD24E1}" srcOrd="6" destOrd="0" presId="urn:microsoft.com/office/officeart/2009/3/layout/HorizontalOrganizationChart"/>
    <dgm:cxn modelId="{3FE7BE2A-41E0-460A-8652-FBA762B40FFE}" type="presParOf" srcId="{85C30E99-2797-4AE0-8237-8DBF5775CBE5}" destId="{14E811A7-2557-46ED-8F2C-899A9043CA6B}" srcOrd="7" destOrd="0" presId="urn:microsoft.com/office/officeart/2009/3/layout/HorizontalOrganizationChart"/>
    <dgm:cxn modelId="{A402E0ED-E613-494C-BCCB-B82818178E62}" type="presParOf" srcId="{14E811A7-2557-46ED-8F2C-899A9043CA6B}" destId="{1D5515E7-BBEF-4D51-B0F5-7405909F8F8C}" srcOrd="0" destOrd="0" presId="urn:microsoft.com/office/officeart/2009/3/layout/HorizontalOrganizationChart"/>
    <dgm:cxn modelId="{4A668C3D-0310-4F58-9B3A-8BD7BBF7175B}" type="presParOf" srcId="{1D5515E7-BBEF-4D51-B0F5-7405909F8F8C}" destId="{F0F7C006-DA28-4050-9131-29F5B15786F9}" srcOrd="0" destOrd="0" presId="urn:microsoft.com/office/officeart/2009/3/layout/HorizontalOrganizationChart"/>
    <dgm:cxn modelId="{45A7B088-7BE2-4CC4-B907-F36D2BDF735E}" type="presParOf" srcId="{1D5515E7-BBEF-4D51-B0F5-7405909F8F8C}" destId="{2C489CEC-D064-4E0D-8A07-F8DDC534A47B}" srcOrd="1" destOrd="0" presId="urn:microsoft.com/office/officeart/2009/3/layout/HorizontalOrganizationChart"/>
    <dgm:cxn modelId="{79731CA2-43D8-4FAD-96B8-9FA0BA956693}" type="presParOf" srcId="{14E811A7-2557-46ED-8F2C-899A9043CA6B}" destId="{7DCFFE95-9700-43AA-84E0-1174971F0446}" srcOrd="1" destOrd="0" presId="urn:microsoft.com/office/officeart/2009/3/layout/HorizontalOrganizationChart"/>
    <dgm:cxn modelId="{A2BC5765-27A2-4F4F-862F-CDCCC2A6E216}" type="presParOf" srcId="{14E811A7-2557-46ED-8F2C-899A9043CA6B}" destId="{D7F66694-9AF2-4E68-825A-51BF480CA59C}" srcOrd="2" destOrd="0" presId="urn:microsoft.com/office/officeart/2009/3/layout/HorizontalOrganizationChart"/>
    <dgm:cxn modelId="{7643623E-CD71-49BE-8FC5-A8143F26AA4F}" type="presParOf" srcId="{85C30E99-2797-4AE0-8237-8DBF5775CBE5}" destId="{CEF53BD8-0FBA-41E5-8D89-8D07CBFD437D}" srcOrd="8" destOrd="0" presId="urn:microsoft.com/office/officeart/2009/3/layout/HorizontalOrganizationChart"/>
    <dgm:cxn modelId="{11CED2D4-0C99-4F79-9839-9AD866C64A32}" type="presParOf" srcId="{85C30E99-2797-4AE0-8237-8DBF5775CBE5}" destId="{29858C37-BB4B-42B6-862C-2CC040EC7E21}" srcOrd="9" destOrd="0" presId="urn:microsoft.com/office/officeart/2009/3/layout/HorizontalOrganizationChart"/>
    <dgm:cxn modelId="{C47D3B8E-800D-4DDD-A458-139EDE02FBA6}" type="presParOf" srcId="{29858C37-BB4B-42B6-862C-2CC040EC7E21}" destId="{C21EE266-605F-4923-90B6-3F2FAEACFF02}" srcOrd="0" destOrd="0" presId="urn:microsoft.com/office/officeart/2009/3/layout/HorizontalOrganizationChart"/>
    <dgm:cxn modelId="{1DFE305D-D6C6-42E1-8F43-756DFE49F163}" type="presParOf" srcId="{C21EE266-605F-4923-90B6-3F2FAEACFF02}" destId="{41D2D578-98AF-4A47-B49A-3C34FAC01F2E}" srcOrd="0" destOrd="0" presId="urn:microsoft.com/office/officeart/2009/3/layout/HorizontalOrganizationChart"/>
    <dgm:cxn modelId="{D776E6B1-B2E2-48D0-AAF5-F76A2B14FBF4}" type="presParOf" srcId="{C21EE266-605F-4923-90B6-3F2FAEACFF02}" destId="{FC9A74E4-7AFA-4451-ACBF-30893F021E6A}" srcOrd="1" destOrd="0" presId="urn:microsoft.com/office/officeart/2009/3/layout/HorizontalOrganizationChart"/>
    <dgm:cxn modelId="{FAD0F3DB-3EDD-4662-8536-BDB2AF4F2055}" type="presParOf" srcId="{29858C37-BB4B-42B6-862C-2CC040EC7E21}" destId="{E463BDD3-D42D-4034-BD70-8783F89A7508}" srcOrd="1" destOrd="0" presId="urn:microsoft.com/office/officeart/2009/3/layout/HorizontalOrganizationChart"/>
    <dgm:cxn modelId="{0F303A1E-C2B4-4186-99EB-B7406EC2A179}" type="presParOf" srcId="{29858C37-BB4B-42B6-862C-2CC040EC7E21}" destId="{4EC767EF-1E1D-4355-8E36-A0D15D6465D7}" srcOrd="2" destOrd="0" presId="urn:microsoft.com/office/officeart/2009/3/layout/HorizontalOrganizationChart"/>
    <dgm:cxn modelId="{B5A7ADF3-5C79-4DD3-8275-9346DAD9CC8D}" type="presParOf" srcId="{85C30E99-2797-4AE0-8237-8DBF5775CBE5}" destId="{7EEC127D-3457-4523-9FEC-734A252EB5E0}" srcOrd="10" destOrd="0" presId="urn:microsoft.com/office/officeart/2009/3/layout/HorizontalOrganizationChart"/>
    <dgm:cxn modelId="{304DECD0-F827-45F0-8D93-7746AB5152A6}" type="presParOf" srcId="{85C30E99-2797-4AE0-8237-8DBF5775CBE5}" destId="{BAC3C119-FDE7-4B05-B324-4C9F8E77D0BB}" srcOrd="11" destOrd="0" presId="urn:microsoft.com/office/officeart/2009/3/layout/HorizontalOrganizationChart"/>
    <dgm:cxn modelId="{41F5EC9A-E6B8-4311-B1E1-1FDA5EC58946}" type="presParOf" srcId="{BAC3C119-FDE7-4B05-B324-4C9F8E77D0BB}" destId="{2BE596FB-B992-4887-BD77-744E250FDCCA}" srcOrd="0" destOrd="0" presId="urn:microsoft.com/office/officeart/2009/3/layout/HorizontalOrganizationChart"/>
    <dgm:cxn modelId="{280C28FC-BAAA-4702-980A-CF4D4E7F8B51}" type="presParOf" srcId="{2BE596FB-B992-4887-BD77-744E250FDCCA}" destId="{63BDCAB8-F155-4C4D-B33B-04D9378450BC}" srcOrd="0" destOrd="0" presId="urn:microsoft.com/office/officeart/2009/3/layout/HorizontalOrganizationChart"/>
    <dgm:cxn modelId="{8406FFEE-8AEA-4DC1-9FBE-CD172C38EA3F}" type="presParOf" srcId="{2BE596FB-B992-4887-BD77-744E250FDCCA}" destId="{DC7FF7F9-7D4F-4F46-850D-47C97D5E7A23}" srcOrd="1" destOrd="0" presId="urn:microsoft.com/office/officeart/2009/3/layout/HorizontalOrganizationChart"/>
    <dgm:cxn modelId="{890B74BB-D3FA-438B-9CB9-80BE235DA4F9}" type="presParOf" srcId="{BAC3C119-FDE7-4B05-B324-4C9F8E77D0BB}" destId="{0E98EB35-6D5C-483D-8B8C-A2F935C12C64}" srcOrd="1" destOrd="0" presId="urn:microsoft.com/office/officeart/2009/3/layout/HorizontalOrganizationChart"/>
    <dgm:cxn modelId="{0319BE8D-C525-48A8-88B8-ECCBE1666B31}" type="presParOf" srcId="{BAC3C119-FDE7-4B05-B324-4C9F8E77D0BB}" destId="{42B947F7-D50D-475E-BC22-EA9BB4263B9E}" srcOrd="2" destOrd="0" presId="urn:microsoft.com/office/officeart/2009/3/layout/HorizontalOrganizationChart"/>
    <dgm:cxn modelId="{70AE53ED-7C9E-4FA6-9F85-26EFFCB6C1AE}" type="presParOf" srcId="{85C30E99-2797-4AE0-8237-8DBF5775CBE5}" destId="{C12B1949-936A-4396-8A13-C8CDA1CA82B1}" srcOrd="12" destOrd="0" presId="urn:microsoft.com/office/officeart/2009/3/layout/HorizontalOrganizationChart"/>
    <dgm:cxn modelId="{4603B66C-0B28-49BB-BFB9-C9E28303083A}" type="presParOf" srcId="{85C30E99-2797-4AE0-8237-8DBF5775CBE5}" destId="{1C73C4A4-7A8A-4229-A5A0-0EF828F42334}" srcOrd="13" destOrd="0" presId="urn:microsoft.com/office/officeart/2009/3/layout/HorizontalOrganizationChart"/>
    <dgm:cxn modelId="{21723C4E-3196-44E5-9327-4CBA48E086D4}" type="presParOf" srcId="{1C73C4A4-7A8A-4229-A5A0-0EF828F42334}" destId="{5F0AE586-F0BD-4B84-8321-5AC12F49243D}" srcOrd="0" destOrd="0" presId="urn:microsoft.com/office/officeart/2009/3/layout/HorizontalOrganizationChart"/>
    <dgm:cxn modelId="{8BB38F2D-946D-4B65-86C4-A437B1913FA8}" type="presParOf" srcId="{5F0AE586-F0BD-4B84-8321-5AC12F49243D}" destId="{6F6AA93C-E82A-42F3-8E95-8C4192C450CA}" srcOrd="0" destOrd="0" presId="urn:microsoft.com/office/officeart/2009/3/layout/HorizontalOrganizationChart"/>
    <dgm:cxn modelId="{678A6457-35B9-4285-85DE-D88BD7194696}" type="presParOf" srcId="{5F0AE586-F0BD-4B84-8321-5AC12F49243D}" destId="{653BEB02-FFF9-4D6E-A754-F1B2421DE62B}" srcOrd="1" destOrd="0" presId="urn:microsoft.com/office/officeart/2009/3/layout/HorizontalOrganizationChart"/>
    <dgm:cxn modelId="{6291FE05-A893-44DA-A280-09DAD9F12742}" type="presParOf" srcId="{1C73C4A4-7A8A-4229-A5A0-0EF828F42334}" destId="{C07B550C-C264-4BA5-9D51-9FB2C5E02F99}" srcOrd="1" destOrd="0" presId="urn:microsoft.com/office/officeart/2009/3/layout/HorizontalOrganizationChart"/>
    <dgm:cxn modelId="{29664653-BCD4-4A9F-8889-A1C736FD7624}" type="presParOf" srcId="{1C73C4A4-7A8A-4229-A5A0-0EF828F42334}" destId="{A58AC84B-C23E-4F9F-8D0E-5E0774A5A79B}" srcOrd="2" destOrd="0" presId="urn:microsoft.com/office/officeart/2009/3/layout/HorizontalOrganizationChart"/>
    <dgm:cxn modelId="{430EFC3B-D056-4866-921B-E8C85C5F76E1}" type="presParOf" srcId="{872A011F-6298-490F-847C-CB41698D49A1}" destId="{338CBC5B-2997-4D0B-BBB5-F662CC08A52C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25A3E2-C3AB-49E2-9BAA-68F4154F2115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703E06D-B3A9-4246-9776-2A103548D91B}">
      <dgm:prSet phldrT="[Texto]"/>
      <dgm:spPr/>
      <dgm:t>
        <a:bodyPr/>
        <a:lstStyle/>
        <a:p>
          <a:r>
            <a:rPr lang="en-US"/>
            <a:t>Sigla Aplicação</a:t>
          </a:r>
        </a:p>
      </dgm:t>
    </dgm:pt>
    <dgm:pt modelId="{423C717E-359B-49A4-B97A-0F44855740C7}" type="parTrans" cxnId="{7B8A3D22-0E4A-4D27-91B7-067DC42A2A0F}">
      <dgm:prSet/>
      <dgm:spPr/>
      <dgm:t>
        <a:bodyPr/>
        <a:lstStyle/>
        <a:p>
          <a:endParaRPr lang="en-US"/>
        </a:p>
      </dgm:t>
    </dgm:pt>
    <dgm:pt modelId="{AEE5B7CA-47E1-4957-8368-459DB223FEE6}" type="sibTrans" cxnId="{7B8A3D22-0E4A-4D27-91B7-067DC42A2A0F}">
      <dgm:prSet/>
      <dgm:spPr/>
      <dgm:t>
        <a:bodyPr/>
        <a:lstStyle/>
        <a:p>
          <a:endParaRPr lang="en-US"/>
        </a:p>
      </dgm:t>
    </dgm:pt>
    <dgm:pt modelId="{A4F89F09-4BB6-44C4-B6F4-C1BD7B410276}">
      <dgm:prSet phldrT="[Texto]"/>
      <dgm:spPr/>
      <dgm:t>
        <a:bodyPr/>
        <a:lstStyle/>
        <a:p>
          <a:r>
            <a:rPr lang="en-US"/>
            <a:t>branches ou sandbox</a:t>
          </a:r>
        </a:p>
      </dgm:t>
    </dgm:pt>
    <dgm:pt modelId="{A57E9EDB-8A2D-4B93-8CC2-8722A100BCDD}" type="parTrans" cxnId="{BDBF2A92-4F10-4764-BB40-EE9474F499A6}">
      <dgm:prSet/>
      <dgm:spPr/>
      <dgm:t>
        <a:bodyPr/>
        <a:lstStyle/>
        <a:p>
          <a:endParaRPr lang="en-US"/>
        </a:p>
      </dgm:t>
    </dgm:pt>
    <dgm:pt modelId="{9ADCB796-4136-4916-88F4-23FD2FBD33F5}" type="sibTrans" cxnId="{BDBF2A92-4F10-4764-BB40-EE9474F499A6}">
      <dgm:prSet/>
      <dgm:spPr/>
      <dgm:t>
        <a:bodyPr/>
        <a:lstStyle/>
        <a:p>
          <a:endParaRPr lang="en-US"/>
        </a:p>
      </dgm:t>
    </dgm:pt>
    <dgm:pt modelId="{07249490-DF72-4A7D-A37A-D5AE9139570A}">
      <dgm:prSet phldrT="[Texto]"/>
      <dgm:spPr/>
      <dgm:t>
        <a:bodyPr/>
        <a:lstStyle/>
        <a:p>
          <a:r>
            <a:rPr lang="en-US"/>
            <a:t>trunk</a:t>
          </a:r>
        </a:p>
      </dgm:t>
    </dgm:pt>
    <dgm:pt modelId="{6FD76154-CBC7-42F1-8DDD-05CD35E95211}" type="sibTrans" cxnId="{2DE6DF93-A6AE-4B28-90CC-44C72D1704C8}">
      <dgm:prSet/>
      <dgm:spPr/>
      <dgm:t>
        <a:bodyPr/>
        <a:lstStyle/>
        <a:p>
          <a:endParaRPr lang="en-US"/>
        </a:p>
      </dgm:t>
    </dgm:pt>
    <dgm:pt modelId="{0360ACE8-579B-4573-852D-2FCF75F7D5F7}" type="parTrans" cxnId="{2DE6DF93-A6AE-4B28-90CC-44C72D1704C8}">
      <dgm:prSet/>
      <dgm:spPr/>
      <dgm:t>
        <a:bodyPr/>
        <a:lstStyle/>
        <a:p>
          <a:endParaRPr lang="en-US"/>
        </a:p>
      </dgm:t>
    </dgm:pt>
    <dgm:pt modelId="{B4100C9F-649D-47C9-B6C8-AEFBF463BE69}">
      <dgm:prSet phldrT="[Texto]"/>
      <dgm:spPr/>
      <dgm:t>
        <a:bodyPr/>
        <a:lstStyle/>
        <a:p>
          <a:r>
            <a:rPr lang="en-US"/>
            <a:t>tags ou releases</a:t>
          </a:r>
        </a:p>
      </dgm:t>
    </dgm:pt>
    <dgm:pt modelId="{4694436A-6F07-404A-8013-09EE0E7BE5BE}" type="sibTrans" cxnId="{7894B3C0-C02A-4C82-B81B-E7E40F07ECF0}">
      <dgm:prSet/>
      <dgm:spPr/>
      <dgm:t>
        <a:bodyPr/>
        <a:lstStyle/>
        <a:p>
          <a:endParaRPr lang="en-US"/>
        </a:p>
      </dgm:t>
    </dgm:pt>
    <dgm:pt modelId="{6A32D07C-C2D3-426C-96AE-2AE760178DFD}" type="parTrans" cxnId="{7894B3C0-C02A-4C82-B81B-E7E40F07ECF0}">
      <dgm:prSet/>
      <dgm:spPr/>
      <dgm:t>
        <a:bodyPr/>
        <a:lstStyle/>
        <a:p>
          <a:endParaRPr lang="en-US"/>
        </a:p>
      </dgm:t>
    </dgm:pt>
    <dgm:pt modelId="{B42102E5-C8AE-4E72-A0DF-99B310F33E3E}">
      <dgm:prSet/>
      <dgm:spPr/>
      <dgm:t>
        <a:bodyPr/>
        <a:lstStyle/>
        <a:p>
          <a:r>
            <a:rPr lang="en-US"/>
            <a:t>produto_release</a:t>
          </a:r>
        </a:p>
      </dgm:t>
    </dgm:pt>
    <dgm:pt modelId="{BB7A461C-47B0-45F5-AB13-801CFDE20909}" type="parTrans" cxnId="{DCA5D686-4858-4BE0-9B22-03D1C6B7F52F}">
      <dgm:prSet/>
      <dgm:spPr/>
      <dgm:t>
        <a:bodyPr/>
        <a:lstStyle/>
        <a:p>
          <a:endParaRPr lang="en-US"/>
        </a:p>
      </dgm:t>
    </dgm:pt>
    <dgm:pt modelId="{B5B7D240-9768-48E0-B673-61597A6A2677}" type="sibTrans" cxnId="{DCA5D686-4858-4BE0-9B22-03D1C6B7F52F}">
      <dgm:prSet/>
      <dgm:spPr/>
      <dgm:t>
        <a:bodyPr/>
        <a:lstStyle/>
        <a:p>
          <a:endParaRPr lang="en-US"/>
        </a:p>
      </dgm:t>
    </dgm:pt>
    <dgm:pt modelId="{E4EA5200-6CAC-4758-A85F-BC0ACF2F74AC}">
      <dgm:prSet/>
      <dgm:spPr/>
      <dgm:t>
        <a:bodyPr/>
        <a:lstStyle/>
        <a:p>
          <a:r>
            <a:rPr lang="en-US"/>
            <a:t>nomedesenvolvedor</a:t>
          </a:r>
        </a:p>
      </dgm:t>
    </dgm:pt>
    <dgm:pt modelId="{87F33D70-ACBF-4C13-9E0B-A5AE7FCC5D6D}" type="parTrans" cxnId="{9A5F51B6-C83A-4FB7-939C-3361B7F7B45C}">
      <dgm:prSet/>
      <dgm:spPr/>
      <dgm:t>
        <a:bodyPr/>
        <a:lstStyle/>
        <a:p>
          <a:endParaRPr lang="en-US"/>
        </a:p>
      </dgm:t>
    </dgm:pt>
    <dgm:pt modelId="{C4EF342B-892F-4530-A7A9-E9D1A1B7198B}" type="sibTrans" cxnId="{9A5F51B6-C83A-4FB7-939C-3361B7F7B45C}">
      <dgm:prSet/>
      <dgm:spPr/>
      <dgm:t>
        <a:bodyPr/>
        <a:lstStyle/>
        <a:p>
          <a:endParaRPr lang="en-US"/>
        </a:p>
      </dgm:t>
    </dgm:pt>
    <dgm:pt modelId="{18B807CD-D051-40E8-B4FC-DFEB715FE84A}">
      <dgm:prSet/>
      <dgm:spPr/>
      <dgm:t>
        <a:bodyPr/>
        <a:lstStyle/>
        <a:p>
          <a:r>
            <a:rPr lang="en-US"/>
            <a:t>numerochamado</a:t>
          </a:r>
        </a:p>
      </dgm:t>
    </dgm:pt>
    <dgm:pt modelId="{152ACBEF-9F3B-4512-90C6-BC3BD0F2AE65}" type="parTrans" cxnId="{5DD5E8EA-2F9E-4FEB-8F3F-6DE11C322086}">
      <dgm:prSet/>
      <dgm:spPr/>
      <dgm:t>
        <a:bodyPr/>
        <a:lstStyle/>
        <a:p>
          <a:endParaRPr lang="en-US"/>
        </a:p>
      </dgm:t>
    </dgm:pt>
    <dgm:pt modelId="{F809CD07-0615-4946-B19C-79C71C730743}" type="sibTrans" cxnId="{5DD5E8EA-2F9E-4FEB-8F3F-6DE11C322086}">
      <dgm:prSet/>
      <dgm:spPr/>
      <dgm:t>
        <a:bodyPr/>
        <a:lstStyle/>
        <a:p>
          <a:endParaRPr lang="en-US"/>
        </a:p>
      </dgm:t>
    </dgm:pt>
    <dgm:pt modelId="{821124C1-C712-4F30-907E-16F63F240D58}">
      <dgm:prSet/>
      <dgm:spPr/>
      <dgm:t>
        <a:bodyPr/>
        <a:lstStyle/>
        <a:p>
          <a:r>
            <a:rPr lang="en-US"/>
            <a:t>subprojeto</a:t>
          </a:r>
        </a:p>
      </dgm:t>
    </dgm:pt>
    <dgm:pt modelId="{59038833-EE1D-4C67-820F-BA0AEDD0C942}" type="parTrans" cxnId="{B62F81E7-2C8C-4310-8173-05ADC2BCA8BB}">
      <dgm:prSet/>
      <dgm:spPr/>
      <dgm:t>
        <a:bodyPr/>
        <a:lstStyle/>
        <a:p>
          <a:endParaRPr lang="en-US"/>
        </a:p>
      </dgm:t>
    </dgm:pt>
    <dgm:pt modelId="{38974FBA-E008-43A9-B8E6-D00DEF0FF7EB}" type="sibTrans" cxnId="{B62F81E7-2C8C-4310-8173-05ADC2BCA8BB}">
      <dgm:prSet/>
      <dgm:spPr/>
      <dgm:t>
        <a:bodyPr/>
        <a:lstStyle/>
        <a:p>
          <a:endParaRPr lang="en-US"/>
        </a:p>
      </dgm:t>
    </dgm:pt>
    <dgm:pt modelId="{64F300B3-C10F-4947-9CE7-24FD91878FE7}">
      <dgm:prSet/>
      <dgm:spPr/>
      <dgm:t>
        <a:bodyPr/>
        <a:lstStyle/>
        <a:p>
          <a:r>
            <a:rPr lang="pt-BR" dirty="0" err="1" smtClean="0"/>
            <a:t>mavenProject</a:t>
          </a:r>
          <a:endParaRPr lang="en-US" dirty="0"/>
        </a:p>
      </dgm:t>
    </dgm:pt>
    <dgm:pt modelId="{2CA25FD0-2D10-4AFF-ADBD-6E2833DBD710}" type="parTrans" cxnId="{7BD55270-D7CD-465C-A38A-66AFB8224877}">
      <dgm:prSet/>
      <dgm:spPr/>
      <dgm:t>
        <a:bodyPr/>
        <a:lstStyle/>
        <a:p>
          <a:endParaRPr lang="en-US"/>
        </a:p>
      </dgm:t>
    </dgm:pt>
    <dgm:pt modelId="{98B3DE61-4C2F-4638-B89C-04872AFE3338}" type="sibTrans" cxnId="{7BD55270-D7CD-465C-A38A-66AFB8224877}">
      <dgm:prSet/>
      <dgm:spPr/>
      <dgm:t>
        <a:bodyPr/>
        <a:lstStyle/>
        <a:p>
          <a:endParaRPr lang="en-US"/>
        </a:p>
      </dgm:t>
    </dgm:pt>
    <dgm:pt modelId="{F84929DF-EB53-4B63-A494-0571F0253B49}">
      <dgm:prSet/>
      <dgm:spPr/>
      <dgm:t>
        <a:bodyPr/>
        <a:lstStyle/>
        <a:p>
          <a:r>
            <a:rPr lang="en-US"/>
            <a:t>docs</a:t>
          </a:r>
        </a:p>
      </dgm:t>
    </dgm:pt>
    <dgm:pt modelId="{727D6021-6AB7-47D3-9655-48E621F68214}" type="parTrans" cxnId="{1C33D06D-2395-480D-AE82-7BDA12FB311F}">
      <dgm:prSet/>
      <dgm:spPr/>
      <dgm:t>
        <a:bodyPr/>
        <a:lstStyle/>
        <a:p>
          <a:endParaRPr lang="en-US"/>
        </a:p>
      </dgm:t>
    </dgm:pt>
    <dgm:pt modelId="{50D93AC8-4E55-4C8E-94D0-949FAD0B1054}" type="sibTrans" cxnId="{1C33D06D-2395-480D-AE82-7BDA12FB311F}">
      <dgm:prSet/>
      <dgm:spPr/>
      <dgm:t>
        <a:bodyPr/>
        <a:lstStyle/>
        <a:p>
          <a:endParaRPr lang="en-US"/>
        </a:p>
      </dgm:t>
    </dgm:pt>
    <dgm:pt modelId="{EF300D44-AA46-4B68-BE5B-E1851CEB6D15}">
      <dgm:prSet/>
      <dgm:spPr/>
      <dgm:t>
        <a:bodyPr/>
        <a:lstStyle/>
        <a:p>
          <a:r>
            <a:rPr lang="en-US"/>
            <a:t>library</a:t>
          </a:r>
        </a:p>
      </dgm:t>
    </dgm:pt>
    <dgm:pt modelId="{87056CA6-DA46-4025-946F-AB8877816D33}" type="parTrans" cxnId="{6A096070-4126-499A-B10E-884BE474AE5A}">
      <dgm:prSet/>
      <dgm:spPr/>
      <dgm:t>
        <a:bodyPr/>
        <a:lstStyle/>
        <a:p>
          <a:endParaRPr lang="en-US"/>
        </a:p>
      </dgm:t>
    </dgm:pt>
    <dgm:pt modelId="{792BC5CC-36F9-4A68-91EC-1BF5621D7719}" type="sibTrans" cxnId="{6A096070-4126-499A-B10E-884BE474AE5A}">
      <dgm:prSet/>
      <dgm:spPr/>
      <dgm:t>
        <a:bodyPr/>
        <a:lstStyle/>
        <a:p>
          <a:endParaRPr lang="en-US"/>
        </a:p>
      </dgm:t>
    </dgm:pt>
    <dgm:pt modelId="{AAA248DB-266D-43DC-B398-5C004F4CC0D4}">
      <dgm:prSet/>
      <dgm:spPr/>
      <dgm:t>
        <a:bodyPr/>
        <a:lstStyle/>
        <a:p>
          <a:r>
            <a:rPr lang="en-US"/>
            <a:t>projeto</a:t>
          </a:r>
        </a:p>
      </dgm:t>
    </dgm:pt>
    <dgm:pt modelId="{43084917-53AE-4239-974B-CB902194325F}" type="parTrans" cxnId="{1F1FC513-6547-455F-BEBB-6FBCABB1C4E7}">
      <dgm:prSet/>
      <dgm:spPr/>
      <dgm:t>
        <a:bodyPr/>
        <a:lstStyle/>
        <a:p>
          <a:endParaRPr lang="en-US"/>
        </a:p>
      </dgm:t>
    </dgm:pt>
    <dgm:pt modelId="{23965107-A4B6-4215-ABBF-FFD3F0E6BEF8}" type="sibTrans" cxnId="{1F1FC513-6547-455F-BEBB-6FBCABB1C4E7}">
      <dgm:prSet/>
      <dgm:spPr/>
      <dgm:t>
        <a:bodyPr/>
        <a:lstStyle/>
        <a:p>
          <a:endParaRPr lang="en-US"/>
        </a:p>
      </dgm:t>
    </dgm:pt>
    <dgm:pt modelId="{ED68BA2D-364A-4F2F-A66A-31F4A5E5E5C7}">
      <dgm:prSet/>
      <dgm:spPr/>
      <dgm:t>
        <a:bodyPr/>
        <a:lstStyle/>
        <a:p>
          <a:r>
            <a:rPr lang="en-US"/>
            <a:t>desenho</a:t>
          </a:r>
        </a:p>
      </dgm:t>
    </dgm:pt>
    <dgm:pt modelId="{7A065BAD-EBDD-40F5-891B-8FA7DD485881}" type="parTrans" cxnId="{8D12164E-D98D-47B1-BB01-68E8DC9D8523}">
      <dgm:prSet/>
      <dgm:spPr/>
      <dgm:t>
        <a:bodyPr/>
        <a:lstStyle/>
        <a:p>
          <a:endParaRPr lang="en-US"/>
        </a:p>
      </dgm:t>
    </dgm:pt>
    <dgm:pt modelId="{522B1DF9-1C27-480B-867E-7EDD6C4325F2}" type="sibTrans" cxnId="{8D12164E-D98D-47B1-BB01-68E8DC9D8523}">
      <dgm:prSet/>
      <dgm:spPr/>
      <dgm:t>
        <a:bodyPr/>
        <a:lstStyle/>
        <a:p>
          <a:endParaRPr lang="en-US"/>
        </a:p>
      </dgm:t>
    </dgm:pt>
    <dgm:pt modelId="{D6FA1344-2546-46B7-ACDF-2B2E9B212618}">
      <dgm:prSet/>
      <dgm:spPr/>
      <dgm:t>
        <a:bodyPr/>
        <a:lstStyle/>
        <a:p>
          <a:r>
            <a:rPr lang="en-US"/>
            <a:t>libs</a:t>
          </a:r>
        </a:p>
      </dgm:t>
    </dgm:pt>
    <dgm:pt modelId="{49522D31-4E5D-44E8-98F4-E4652C78EC41}" type="parTrans" cxnId="{F51BD53D-FC5E-4C8C-9784-7307DBFBA4EF}">
      <dgm:prSet/>
      <dgm:spPr/>
      <dgm:t>
        <a:bodyPr/>
        <a:lstStyle/>
        <a:p>
          <a:endParaRPr lang="en-US"/>
        </a:p>
      </dgm:t>
    </dgm:pt>
    <dgm:pt modelId="{2CB4E200-90D0-42FC-BF0B-275E42050C61}" type="sibTrans" cxnId="{F51BD53D-FC5E-4C8C-9784-7307DBFBA4EF}">
      <dgm:prSet/>
      <dgm:spPr/>
      <dgm:t>
        <a:bodyPr/>
        <a:lstStyle/>
        <a:p>
          <a:endParaRPr lang="en-US"/>
        </a:p>
      </dgm:t>
    </dgm:pt>
    <dgm:pt modelId="{48817B2F-BE41-425D-898D-450F3CC596C1}">
      <dgm:prSet/>
      <dgm:spPr/>
      <dgm:t>
        <a:bodyPr/>
        <a:lstStyle/>
        <a:p>
          <a:r>
            <a:rPr lang="en-US"/>
            <a:t>instalacao</a:t>
          </a:r>
        </a:p>
      </dgm:t>
    </dgm:pt>
    <dgm:pt modelId="{D2FD9F2C-D00F-4BF1-ABD4-2F7EA30D7511}" type="parTrans" cxnId="{91165986-E05B-49D9-83C1-C8D696340253}">
      <dgm:prSet/>
      <dgm:spPr/>
      <dgm:t>
        <a:bodyPr/>
        <a:lstStyle/>
        <a:p>
          <a:endParaRPr lang="en-US"/>
        </a:p>
      </dgm:t>
    </dgm:pt>
    <dgm:pt modelId="{BB23BEC3-B48E-444A-A378-9B069F57802C}" type="sibTrans" cxnId="{91165986-E05B-49D9-83C1-C8D696340253}">
      <dgm:prSet/>
      <dgm:spPr/>
      <dgm:t>
        <a:bodyPr/>
        <a:lstStyle/>
        <a:p>
          <a:endParaRPr lang="en-US"/>
        </a:p>
      </dgm:t>
    </dgm:pt>
    <dgm:pt modelId="{799F6F1B-B5F2-4516-BB67-08765130A4DA}" type="pres">
      <dgm:prSet presAssocID="{F025A3E2-C3AB-49E2-9BAA-68F4154F211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3043031-59B6-4FFB-B3A8-62530E0665DB}" type="pres">
      <dgm:prSet presAssocID="{F703E06D-B3A9-4246-9776-2A103548D91B}" presName="hierRoot1" presStyleCnt="0">
        <dgm:presLayoutVars>
          <dgm:hierBranch val="init"/>
        </dgm:presLayoutVars>
      </dgm:prSet>
      <dgm:spPr/>
    </dgm:pt>
    <dgm:pt modelId="{4C46156E-0839-41B0-AA15-A1D09D2E6B6F}" type="pres">
      <dgm:prSet presAssocID="{F703E06D-B3A9-4246-9776-2A103548D91B}" presName="rootComposite1" presStyleCnt="0"/>
      <dgm:spPr/>
    </dgm:pt>
    <dgm:pt modelId="{C04A84ED-90F0-4CD9-91B4-CF12D60B843B}" type="pres">
      <dgm:prSet presAssocID="{F703E06D-B3A9-4246-9776-2A103548D91B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3799E9A-6B5D-48A2-A252-F603742169DB}" type="pres">
      <dgm:prSet presAssocID="{F703E06D-B3A9-4246-9776-2A103548D91B}" presName="rootConnector1" presStyleLbl="node1" presStyleIdx="0" presStyleCnt="0"/>
      <dgm:spPr/>
      <dgm:t>
        <a:bodyPr/>
        <a:lstStyle/>
        <a:p>
          <a:endParaRPr lang="en-US"/>
        </a:p>
      </dgm:t>
    </dgm:pt>
    <dgm:pt modelId="{3148A247-A9DD-4CB6-B112-E233B274F52A}" type="pres">
      <dgm:prSet presAssocID="{F703E06D-B3A9-4246-9776-2A103548D91B}" presName="hierChild2" presStyleCnt="0"/>
      <dgm:spPr/>
    </dgm:pt>
    <dgm:pt modelId="{C80E4858-093E-40EC-BAAD-794DBAE3105D}" type="pres">
      <dgm:prSet presAssocID="{A57E9EDB-8A2D-4B93-8CC2-8722A100BCDD}" presName="Name64" presStyleLbl="parChTrans1D2" presStyleIdx="0" presStyleCnt="3"/>
      <dgm:spPr/>
      <dgm:t>
        <a:bodyPr/>
        <a:lstStyle/>
        <a:p>
          <a:endParaRPr lang="en-US"/>
        </a:p>
      </dgm:t>
    </dgm:pt>
    <dgm:pt modelId="{4DCF7971-FBD6-472E-9EFB-47DC86488C14}" type="pres">
      <dgm:prSet presAssocID="{A4F89F09-4BB6-44C4-B6F4-C1BD7B410276}" presName="hierRoot2" presStyleCnt="0">
        <dgm:presLayoutVars>
          <dgm:hierBranch val="init"/>
        </dgm:presLayoutVars>
      </dgm:prSet>
      <dgm:spPr/>
    </dgm:pt>
    <dgm:pt modelId="{A246C0DF-E47B-4A0B-8E70-75E326F4D833}" type="pres">
      <dgm:prSet presAssocID="{A4F89F09-4BB6-44C4-B6F4-C1BD7B410276}" presName="rootComposite" presStyleCnt="0"/>
      <dgm:spPr/>
    </dgm:pt>
    <dgm:pt modelId="{194727DD-AE03-4B62-A617-282FBED7F783}" type="pres">
      <dgm:prSet presAssocID="{A4F89F09-4BB6-44C4-B6F4-C1BD7B410276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3528C54-800C-44E1-852A-9D66A9CDB4D3}" type="pres">
      <dgm:prSet presAssocID="{A4F89F09-4BB6-44C4-B6F4-C1BD7B410276}" presName="rootConnector" presStyleLbl="node2" presStyleIdx="0" presStyleCnt="3"/>
      <dgm:spPr/>
      <dgm:t>
        <a:bodyPr/>
        <a:lstStyle/>
        <a:p>
          <a:endParaRPr lang="en-US"/>
        </a:p>
      </dgm:t>
    </dgm:pt>
    <dgm:pt modelId="{889F4F18-8621-4185-94FD-E5B35BC464AA}" type="pres">
      <dgm:prSet presAssocID="{A4F89F09-4BB6-44C4-B6F4-C1BD7B410276}" presName="hierChild4" presStyleCnt="0"/>
      <dgm:spPr/>
    </dgm:pt>
    <dgm:pt modelId="{9E153117-A21A-46BC-B587-6534692EF0E9}" type="pres">
      <dgm:prSet presAssocID="{87F33D70-ACBF-4C13-9E0B-A5AE7FCC5D6D}" presName="Name64" presStyleLbl="parChTrans1D3" presStyleIdx="0" presStyleCnt="3"/>
      <dgm:spPr/>
      <dgm:t>
        <a:bodyPr/>
        <a:lstStyle/>
        <a:p>
          <a:endParaRPr lang="en-US"/>
        </a:p>
      </dgm:t>
    </dgm:pt>
    <dgm:pt modelId="{F652FBDB-C414-477B-A8F1-56129BCFD5A9}" type="pres">
      <dgm:prSet presAssocID="{E4EA5200-6CAC-4758-A85F-BC0ACF2F74AC}" presName="hierRoot2" presStyleCnt="0">
        <dgm:presLayoutVars>
          <dgm:hierBranch val="init"/>
        </dgm:presLayoutVars>
      </dgm:prSet>
      <dgm:spPr/>
    </dgm:pt>
    <dgm:pt modelId="{8DC7E7FB-353E-4D3F-8CFB-EB862C0B12B9}" type="pres">
      <dgm:prSet presAssocID="{E4EA5200-6CAC-4758-A85F-BC0ACF2F74AC}" presName="rootComposite" presStyleCnt="0"/>
      <dgm:spPr/>
    </dgm:pt>
    <dgm:pt modelId="{FED5D9C5-D09E-4AA3-9DBF-20250E084FAE}" type="pres">
      <dgm:prSet presAssocID="{E4EA5200-6CAC-4758-A85F-BC0ACF2F74AC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34AA098-7031-498F-AD02-9A75B0CB4A17}" type="pres">
      <dgm:prSet presAssocID="{E4EA5200-6CAC-4758-A85F-BC0ACF2F74AC}" presName="rootConnector" presStyleLbl="node3" presStyleIdx="0" presStyleCnt="3"/>
      <dgm:spPr/>
      <dgm:t>
        <a:bodyPr/>
        <a:lstStyle/>
        <a:p>
          <a:endParaRPr lang="en-US"/>
        </a:p>
      </dgm:t>
    </dgm:pt>
    <dgm:pt modelId="{187B4176-1A52-4323-807E-2C35CD6D6F69}" type="pres">
      <dgm:prSet presAssocID="{E4EA5200-6CAC-4758-A85F-BC0ACF2F74AC}" presName="hierChild4" presStyleCnt="0"/>
      <dgm:spPr/>
    </dgm:pt>
    <dgm:pt modelId="{06A5584C-E05A-4159-8619-24B1851853DB}" type="pres">
      <dgm:prSet presAssocID="{152ACBEF-9F3B-4512-90C6-BC3BD0F2AE65}" presName="Name64" presStyleLbl="parChTrans1D4" presStyleIdx="0" presStyleCnt="8"/>
      <dgm:spPr/>
      <dgm:t>
        <a:bodyPr/>
        <a:lstStyle/>
        <a:p>
          <a:endParaRPr lang="en-US"/>
        </a:p>
      </dgm:t>
    </dgm:pt>
    <dgm:pt modelId="{F5D114C6-C1C1-41CB-9239-9869A5AB5C40}" type="pres">
      <dgm:prSet presAssocID="{18B807CD-D051-40E8-B4FC-DFEB715FE84A}" presName="hierRoot2" presStyleCnt="0">
        <dgm:presLayoutVars>
          <dgm:hierBranch val="init"/>
        </dgm:presLayoutVars>
      </dgm:prSet>
      <dgm:spPr/>
    </dgm:pt>
    <dgm:pt modelId="{C02A4FFB-558C-4996-8292-F9D1A5798277}" type="pres">
      <dgm:prSet presAssocID="{18B807CD-D051-40E8-B4FC-DFEB715FE84A}" presName="rootComposite" presStyleCnt="0"/>
      <dgm:spPr/>
    </dgm:pt>
    <dgm:pt modelId="{93AA7F98-D0CC-4D4E-B116-F367A092A4D8}" type="pres">
      <dgm:prSet presAssocID="{18B807CD-D051-40E8-B4FC-DFEB715FE84A}" presName="rootText" presStyleLbl="node4" presStyleIdx="0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754C380-753B-47C0-BDFB-DF5FCFCAED31}" type="pres">
      <dgm:prSet presAssocID="{18B807CD-D051-40E8-B4FC-DFEB715FE84A}" presName="rootConnector" presStyleLbl="node4" presStyleIdx="0" presStyleCnt="8"/>
      <dgm:spPr/>
      <dgm:t>
        <a:bodyPr/>
        <a:lstStyle/>
        <a:p>
          <a:endParaRPr lang="en-US"/>
        </a:p>
      </dgm:t>
    </dgm:pt>
    <dgm:pt modelId="{6BF323BD-7227-4BA1-8FDC-9DED5E83D667}" type="pres">
      <dgm:prSet presAssocID="{18B807CD-D051-40E8-B4FC-DFEB715FE84A}" presName="hierChild4" presStyleCnt="0"/>
      <dgm:spPr/>
    </dgm:pt>
    <dgm:pt modelId="{ACB6E6F3-70AF-42E2-926D-F93551A64184}" type="pres">
      <dgm:prSet presAssocID="{18B807CD-D051-40E8-B4FC-DFEB715FE84A}" presName="hierChild5" presStyleCnt="0"/>
      <dgm:spPr/>
    </dgm:pt>
    <dgm:pt modelId="{79643322-42C8-472C-8F8F-9DE40883C519}" type="pres">
      <dgm:prSet presAssocID="{E4EA5200-6CAC-4758-A85F-BC0ACF2F74AC}" presName="hierChild5" presStyleCnt="0"/>
      <dgm:spPr/>
    </dgm:pt>
    <dgm:pt modelId="{915ED730-B08C-47C2-B10E-B2FAF4D88B5F}" type="pres">
      <dgm:prSet presAssocID="{A4F89F09-4BB6-44C4-B6F4-C1BD7B410276}" presName="hierChild5" presStyleCnt="0"/>
      <dgm:spPr/>
    </dgm:pt>
    <dgm:pt modelId="{B98CDCC3-798C-49E2-B3BF-A8BF3B406375}" type="pres">
      <dgm:prSet presAssocID="{6A32D07C-C2D3-426C-96AE-2AE760178DFD}" presName="Name64" presStyleLbl="parChTrans1D2" presStyleIdx="1" presStyleCnt="3"/>
      <dgm:spPr/>
      <dgm:t>
        <a:bodyPr/>
        <a:lstStyle/>
        <a:p>
          <a:endParaRPr lang="en-US"/>
        </a:p>
      </dgm:t>
    </dgm:pt>
    <dgm:pt modelId="{106F0BAD-5FBF-411F-BE84-66106681F8ED}" type="pres">
      <dgm:prSet presAssocID="{B4100C9F-649D-47C9-B6C8-AEFBF463BE69}" presName="hierRoot2" presStyleCnt="0">
        <dgm:presLayoutVars>
          <dgm:hierBranch val="init"/>
        </dgm:presLayoutVars>
      </dgm:prSet>
      <dgm:spPr/>
    </dgm:pt>
    <dgm:pt modelId="{ED3B1CE0-AF46-41A7-97E6-DEB43D9E6A17}" type="pres">
      <dgm:prSet presAssocID="{B4100C9F-649D-47C9-B6C8-AEFBF463BE69}" presName="rootComposite" presStyleCnt="0"/>
      <dgm:spPr/>
    </dgm:pt>
    <dgm:pt modelId="{F42582E7-E8A7-4754-B0FB-DC5151E2829C}" type="pres">
      <dgm:prSet presAssocID="{B4100C9F-649D-47C9-B6C8-AEFBF463BE69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0AD77B6-9087-4E76-9A2D-06724DB28890}" type="pres">
      <dgm:prSet presAssocID="{B4100C9F-649D-47C9-B6C8-AEFBF463BE69}" presName="rootConnector" presStyleLbl="node2" presStyleIdx="1" presStyleCnt="3"/>
      <dgm:spPr/>
      <dgm:t>
        <a:bodyPr/>
        <a:lstStyle/>
        <a:p>
          <a:endParaRPr lang="en-US"/>
        </a:p>
      </dgm:t>
    </dgm:pt>
    <dgm:pt modelId="{A80529CD-32F0-4DDE-8F0B-C3C682FF5269}" type="pres">
      <dgm:prSet presAssocID="{B4100C9F-649D-47C9-B6C8-AEFBF463BE69}" presName="hierChild4" presStyleCnt="0"/>
      <dgm:spPr/>
    </dgm:pt>
    <dgm:pt modelId="{2959D33A-5056-4DB2-9FB2-3D4AB96384F2}" type="pres">
      <dgm:prSet presAssocID="{BB7A461C-47B0-45F5-AB13-801CFDE20909}" presName="Name64" presStyleLbl="parChTrans1D3" presStyleIdx="1" presStyleCnt="3"/>
      <dgm:spPr/>
      <dgm:t>
        <a:bodyPr/>
        <a:lstStyle/>
        <a:p>
          <a:endParaRPr lang="en-US"/>
        </a:p>
      </dgm:t>
    </dgm:pt>
    <dgm:pt modelId="{B3EAF4FE-659B-43EF-9199-461FB9B5E59E}" type="pres">
      <dgm:prSet presAssocID="{B42102E5-C8AE-4E72-A0DF-99B310F33E3E}" presName="hierRoot2" presStyleCnt="0">
        <dgm:presLayoutVars>
          <dgm:hierBranch val="init"/>
        </dgm:presLayoutVars>
      </dgm:prSet>
      <dgm:spPr/>
    </dgm:pt>
    <dgm:pt modelId="{C58A5AE6-68FF-4F07-9FC3-BE16B77B9881}" type="pres">
      <dgm:prSet presAssocID="{B42102E5-C8AE-4E72-A0DF-99B310F33E3E}" presName="rootComposite" presStyleCnt="0"/>
      <dgm:spPr/>
    </dgm:pt>
    <dgm:pt modelId="{29573EF8-576A-486C-87FD-923B244CE63B}" type="pres">
      <dgm:prSet presAssocID="{B42102E5-C8AE-4E72-A0DF-99B310F33E3E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2A84B9C-43E9-47C3-A5C6-6C7BFDAA8112}" type="pres">
      <dgm:prSet presAssocID="{B42102E5-C8AE-4E72-A0DF-99B310F33E3E}" presName="rootConnector" presStyleLbl="node3" presStyleIdx="1" presStyleCnt="3"/>
      <dgm:spPr/>
      <dgm:t>
        <a:bodyPr/>
        <a:lstStyle/>
        <a:p>
          <a:endParaRPr lang="en-US"/>
        </a:p>
      </dgm:t>
    </dgm:pt>
    <dgm:pt modelId="{C8C1ADB2-8682-47B7-8AA7-9F7061C0A620}" type="pres">
      <dgm:prSet presAssocID="{B42102E5-C8AE-4E72-A0DF-99B310F33E3E}" presName="hierChild4" presStyleCnt="0"/>
      <dgm:spPr/>
    </dgm:pt>
    <dgm:pt modelId="{4D5EFDF4-A9E0-48BA-A42D-369F8DE60BA6}" type="pres">
      <dgm:prSet presAssocID="{B42102E5-C8AE-4E72-A0DF-99B310F33E3E}" presName="hierChild5" presStyleCnt="0"/>
      <dgm:spPr/>
    </dgm:pt>
    <dgm:pt modelId="{F70CFB6A-A62A-4449-9493-4BFFF8B7D2ED}" type="pres">
      <dgm:prSet presAssocID="{B4100C9F-649D-47C9-B6C8-AEFBF463BE69}" presName="hierChild5" presStyleCnt="0"/>
      <dgm:spPr/>
    </dgm:pt>
    <dgm:pt modelId="{F1375C3B-8474-4233-85C5-4F6C462665CA}" type="pres">
      <dgm:prSet presAssocID="{0360ACE8-579B-4573-852D-2FCF75F7D5F7}" presName="Name64" presStyleLbl="parChTrans1D2" presStyleIdx="2" presStyleCnt="3"/>
      <dgm:spPr/>
      <dgm:t>
        <a:bodyPr/>
        <a:lstStyle/>
        <a:p>
          <a:endParaRPr lang="en-US"/>
        </a:p>
      </dgm:t>
    </dgm:pt>
    <dgm:pt modelId="{81C6A91F-1DFA-48C6-B176-9F4C40D19AB9}" type="pres">
      <dgm:prSet presAssocID="{07249490-DF72-4A7D-A37A-D5AE9139570A}" presName="hierRoot2" presStyleCnt="0">
        <dgm:presLayoutVars>
          <dgm:hierBranch val="init"/>
        </dgm:presLayoutVars>
      </dgm:prSet>
      <dgm:spPr/>
    </dgm:pt>
    <dgm:pt modelId="{1A24BACB-C63A-4CC6-AC48-7FC1F31CEAD9}" type="pres">
      <dgm:prSet presAssocID="{07249490-DF72-4A7D-A37A-D5AE9139570A}" presName="rootComposite" presStyleCnt="0"/>
      <dgm:spPr/>
    </dgm:pt>
    <dgm:pt modelId="{E662AD5E-719C-4CF5-BC1B-315094376E46}" type="pres">
      <dgm:prSet presAssocID="{07249490-DF72-4A7D-A37A-D5AE9139570A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23956B8-5679-417B-8767-86EFA6F19BC1}" type="pres">
      <dgm:prSet presAssocID="{07249490-DF72-4A7D-A37A-D5AE9139570A}" presName="rootConnector" presStyleLbl="node2" presStyleIdx="2" presStyleCnt="3"/>
      <dgm:spPr/>
      <dgm:t>
        <a:bodyPr/>
        <a:lstStyle/>
        <a:p>
          <a:endParaRPr lang="en-US"/>
        </a:p>
      </dgm:t>
    </dgm:pt>
    <dgm:pt modelId="{9C08E97F-CC4A-496A-AEDF-FBC8DCD8A7F6}" type="pres">
      <dgm:prSet presAssocID="{07249490-DF72-4A7D-A37A-D5AE9139570A}" presName="hierChild4" presStyleCnt="0"/>
      <dgm:spPr/>
    </dgm:pt>
    <dgm:pt modelId="{7155064F-B225-4AA2-8F4C-D76724600D41}" type="pres">
      <dgm:prSet presAssocID="{59038833-EE1D-4C67-820F-BA0AEDD0C942}" presName="Name64" presStyleLbl="parChTrans1D3" presStyleIdx="2" presStyleCnt="3"/>
      <dgm:spPr/>
      <dgm:t>
        <a:bodyPr/>
        <a:lstStyle/>
        <a:p>
          <a:endParaRPr lang="en-US"/>
        </a:p>
      </dgm:t>
    </dgm:pt>
    <dgm:pt modelId="{6A7A4AA2-22AF-465C-B105-3151A0DEB781}" type="pres">
      <dgm:prSet presAssocID="{821124C1-C712-4F30-907E-16F63F240D58}" presName="hierRoot2" presStyleCnt="0">
        <dgm:presLayoutVars>
          <dgm:hierBranch val="init"/>
        </dgm:presLayoutVars>
      </dgm:prSet>
      <dgm:spPr/>
    </dgm:pt>
    <dgm:pt modelId="{F3EBFAD7-F457-422F-84EB-97F481FE1144}" type="pres">
      <dgm:prSet presAssocID="{821124C1-C712-4F30-907E-16F63F240D58}" presName="rootComposite" presStyleCnt="0"/>
      <dgm:spPr/>
    </dgm:pt>
    <dgm:pt modelId="{18C261DE-3FD0-45DC-BDF2-F90C1E173590}" type="pres">
      <dgm:prSet presAssocID="{821124C1-C712-4F30-907E-16F63F240D58}" presName="rootText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3B537F8-132C-4941-B4CE-B3C75D77CE62}" type="pres">
      <dgm:prSet presAssocID="{821124C1-C712-4F30-907E-16F63F240D58}" presName="rootConnector" presStyleLbl="node3" presStyleIdx="2" presStyleCnt="3"/>
      <dgm:spPr/>
      <dgm:t>
        <a:bodyPr/>
        <a:lstStyle/>
        <a:p>
          <a:endParaRPr lang="en-US"/>
        </a:p>
      </dgm:t>
    </dgm:pt>
    <dgm:pt modelId="{33FC68CC-4FF7-4347-B2D1-715B740BB80C}" type="pres">
      <dgm:prSet presAssocID="{821124C1-C712-4F30-907E-16F63F240D58}" presName="hierChild4" presStyleCnt="0"/>
      <dgm:spPr/>
    </dgm:pt>
    <dgm:pt modelId="{19509C11-E337-46F9-A816-7AE8AB4EA9F1}" type="pres">
      <dgm:prSet presAssocID="{2CA25FD0-2D10-4AFF-ADBD-6E2833DBD710}" presName="Name64" presStyleLbl="parChTrans1D4" presStyleIdx="1" presStyleCnt="8"/>
      <dgm:spPr/>
      <dgm:t>
        <a:bodyPr/>
        <a:lstStyle/>
        <a:p>
          <a:endParaRPr lang="en-US"/>
        </a:p>
      </dgm:t>
    </dgm:pt>
    <dgm:pt modelId="{87B7DF0E-66EC-4A43-BE8E-63AB50FC1D23}" type="pres">
      <dgm:prSet presAssocID="{64F300B3-C10F-4947-9CE7-24FD91878FE7}" presName="hierRoot2" presStyleCnt="0">
        <dgm:presLayoutVars>
          <dgm:hierBranch val="init"/>
        </dgm:presLayoutVars>
      </dgm:prSet>
      <dgm:spPr/>
    </dgm:pt>
    <dgm:pt modelId="{21CA679B-EBEF-4CA7-9F46-D5FF5646C06C}" type="pres">
      <dgm:prSet presAssocID="{64F300B3-C10F-4947-9CE7-24FD91878FE7}" presName="rootComposite" presStyleCnt="0"/>
      <dgm:spPr/>
    </dgm:pt>
    <dgm:pt modelId="{75AC79AA-D383-4C05-AA96-11378C9CD2EA}" type="pres">
      <dgm:prSet presAssocID="{64F300B3-C10F-4947-9CE7-24FD91878FE7}" presName="rootText" presStyleLbl="node4" presStyleIdx="1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0C33084-4AB8-48BB-A1E5-0566F29CE17C}" type="pres">
      <dgm:prSet presAssocID="{64F300B3-C10F-4947-9CE7-24FD91878FE7}" presName="rootConnector" presStyleLbl="node4" presStyleIdx="1" presStyleCnt="8"/>
      <dgm:spPr/>
      <dgm:t>
        <a:bodyPr/>
        <a:lstStyle/>
        <a:p>
          <a:endParaRPr lang="en-US"/>
        </a:p>
      </dgm:t>
    </dgm:pt>
    <dgm:pt modelId="{A54C7CDC-21EE-434B-B95C-3C846543F2CC}" type="pres">
      <dgm:prSet presAssocID="{64F300B3-C10F-4947-9CE7-24FD91878FE7}" presName="hierChild4" presStyleCnt="0"/>
      <dgm:spPr/>
    </dgm:pt>
    <dgm:pt modelId="{8C920C0E-F76E-4353-BF43-75B03F4E83E2}" type="pres">
      <dgm:prSet presAssocID="{64F300B3-C10F-4947-9CE7-24FD91878FE7}" presName="hierChild5" presStyleCnt="0"/>
      <dgm:spPr/>
    </dgm:pt>
    <dgm:pt modelId="{E60CC840-0884-49B2-B001-3B528447A91F}" type="pres">
      <dgm:prSet presAssocID="{727D6021-6AB7-47D3-9655-48E621F68214}" presName="Name64" presStyleLbl="parChTrans1D4" presStyleIdx="2" presStyleCnt="8"/>
      <dgm:spPr/>
      <dgm:t>
        <a:bodyPr/>
        <a:lstStyle/>
        <a:p>
          <a:endParaRPr lang="en-US"/>
        </a:p>
      </dgm:t>
    </dgm:pt>
    <dgm:pt modelId="{F432667D-6667-4C6C-AD84-AD03554FF870}" type="pres">
      <dgm:prSet presAssocID="{F84929DF-EB53-4B63-A494-0571F0253B49}" presName="hierRoot2" presStyleCnt="0">
        <dgm:presLayoutVars>
          <dgm:hierBranch val="init"/>
        </dgm:presLayoutVars>
      </dgm:prSet>
      <dgm:spPr/>
    </dgm:pt>
    <dgm:pt modelId="{ADD7398F-8A3C-4012-B4B5-2672DA3FC1A3}" type="pres">
      <dgm:prSet presAssocID="{F84929DF-EB53-4B63-A494-0571F0253B49}" presName="rootComposite" presStyleCnt="0"/>
      <dgm:spPr/>
    </dgm:pt>
    <dgm:pt modelId="{342507B3-B81D-4B63-B0B2-9067E69164D0}" type="pres">
      <dgm:prSet presAssocID="{F84929DF-EB53-4B63-A494-0571F0253B49}" presName="rootText" presStyleLbl="node4" presStyleIdx="2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BFAD9AD-0B3E-4B37-A155-BEF87A3D292C}" type="pres">
      <dgm:prSet presAssocID="{F84929DF-EB53-4B63-A494-0571F0253B49}" presName="rootConnector" presStyleLbl="node4" presStyleIdx="2" presStyleCnt="8"/>
      <dgm:spPr/>
      <dgm:t>
        <a:bodyPr/>
        <a:lstStyle/>
        <a:p>
          <a:endParaRPr lang="en-US"/>
        </a:p>
      </dgm:t>
    </dgm:pt>
    <dgm:pt modelId="{45ED39A4-79F2-4923-BD2A-78BD263E0FFC}" type="pres">
      <dgm:prSet presAssocID="{F84929DF-EB53-4B63-A494-0571F0253B49}" presName="hierChild4" presStyleCnt="0"/>
      <dgm:spPr/>
    </dgm:pt>
    <dgm:pt modelId="{491C44F6-FCA6-4AA3-878D-9EC81256CA2C}" type="pres">
      <dgm:prSet presAssocID="{87056CA6-DA46-4025-946F-AB8877816D33}" presName="Name64" presStyleLbl="parChTrans1D4" presStyleIdx="3" presStyleCnt="8"/>
      <dgm:spPr/>
      <dgm:t>
        <a:bodyPr/>
        <a:lstStyle/>
        <a:p>
          <a:endParaRPr lang="en-US"/>
        </a:p>
      </dgm:t>
    </dgm:pt>
    <dgm:pt modelId="{586C44F9-0B8E-44AE-94FD-E1AAF70408D9}" type="pres">
      <dgm:prSet presAssocID="{EF300D44-AA46-4B68-BE5B-E1851CEB6D15}" presName="hierRoot2" presStyleCnt="0">
        <dgm:presLayoutVars>
          <dgm:hierBranch val="init"/>
        </dgm:presLayoutVars>
      </dgm:prSet>
      <dgm:spPr/>
    </dgm:pt>
    <dgm:pt modelId="{45CD6112-7066-4EFC-9BA8-BBC5CF60510E}" type="pres">
      <dgm:prSet presAssocID="{EF300D44-AA46-4B68-BE5B-E1851CEB6D15}" presName="rootComposite" presStyleCnt="0"/>
      <dgm:spPr/>
    </dgm:pt>
    <dgm:pt modelId="{94921CA2-8FD6-44FA-91DA-F879213D6035}" type="pres">
      <dgm:prSet presAssocID="{EF300D44-AA46-4B68-BE5B-E1851CEB6D15}" presName="rootText" presStyleLbl="node4" presStyleIdx="3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73593FD-37AD-4535-8585-D3E2FD8D762F}" type="pres">
      <dgm:prSet presAssocID="{EF300D44-AA46-4B68-BE5B-E1851CEB6D15}" presName="rootConnector" presStyleLbl="node4" presStyleIdx="3" presStyleCnt="8"/>
      <dgm:spPr/>
      <dgm:t>
        <a:bodyPr/>
        <a:lstStyle/>
        <a:p>
          <a:endParaRPr lang="en-US"/>
        </a:p>
      </dgm:t>
    </dgm:pt>
    <dgm:pt modelId="{1F75DE6F-C271-4B73-B71B-516101B40098}" type="pres">
      <dgm:prSet presAssocID="{EF300D44-AA46-4B68-BE5B-E1851CEB6D15}" presName="hierChild4" presStyleCnt="0"/>
      <dgm:spPr/>
    </dgm:pt>
    <dgm:pt modelId="{7E01D92E-3F1C-485A-809E-9BE123C01204}" type="pres">
      <dgm:prSet presAssocID="{EF300D44-AA46-4B68-BE5B-E1851CEB6D15}" presName="hierChild5" presStyleCnt="0"/>
      <dgm:spPr/>
    </dgm:pt>
    <dgm:pt modelId="{F4FECAC1-B9DE-49D1-9073-5DE6D15D92D8}" type="pres">
      <dgm:prSet presAssocID="{43084917-53AE-4239-974B-CB902194325F}" presName="Name64" presStyleLbl="parChTrans1D4" presStyleIdx="4" presStyleCnt="8"/>
      <dgm:spPr/>
      <dgm:t>
        <a:bodyPr/>
        <a:lstStyle/>
        <a:p>
          <a:endParaRPr lang="en-US"/>
        </a:p>
      </dgm:t>
    </dgm:pt>
    <dgm:pt modelId="{451C1FD5-9078-4737-9AD0-1A9DB7A8320B}" type="pres">
      <dgm:prSet presAssocID="{AAA248DB-266D-43DC-B398-5C004F4CC0D4}" presName="hierRoot2" presStyleCnt="0">
        <dgm:presLayoutVars>
          <dgm:hierBranch val="init"/>
        </dgm:presLayoutVars>
      </dgm:prSet>
      <dgm:spPr/>
    </dgm:pt>
    <dgm:pt modelId="{4B2DDD45-09F2-4888-93B1-0B3A8586C28C}" type="pres">
      <dgm:prSet presAssocID="{AAA248DB-266D-43DC-B398-5C004F4CC0D4}" presName="rootComposite" presStyleCnt="0"/>
      <dgm:spPr/>
    </dgm:pt>
    <dgm:pt modelId="{9826F399-AC98-4467-A374-E03F83A8C950}" type="pres">
      <dgm:prSet presAssocID="{AAA248DB-266D-43DC-B398-5C004F4CC0D4}" presName="rootText" presStyleLbl="node4" presStyleIdx="4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A7E91B1-75C1-4A67-9C32-93D3DA041470}" type="pres">
      <dgm:prSet presAssocID="{AAA248DB-266D-43DC-B398-5C004F4CC0D4}" presName="rootConnector" presStyleLbl="node4" presStyleIdx="4" presStyleCnt="8"/>
      <dgm:spPr/>
      <dgm:t>
        <a:bodyPr/>
        <a:lstStyle/>
        <a:p>
          <a:endParaRPr lang="en-US"/>
        </a:p>
      </dgm:t>
    </dgm:pt>
    <dgm:pt modelId="{956BACB8-5CC7-4E07-960B-E84012A37A46}" type="pres">
      <dgm:prSet presAssocID="{AAA248DB-266D-43DC-B398-5C004F4CC0D4}" presName="hierChild4" presStyleCnt="0"/>
      <dgm:spPr/>
    </dgm:pt>
    <dgm:pt modelId="{AEA0F047-24D7-4242-8510-FF9A8CD75D83}" type="pres">
      <dgm:prSet presAssocID="{AAA248DB-266D-43DC-B398-5C004F4CC0D4}" presName="hierChild5" presStyleCnt="0"/>
      <dgm:spPr/>
    </dgm:pt>
    <dgm:pt modelId="{2313DE9B-FBD9-4FB3-9A34-85304B6DD15A}" type="pres">
      <dgm:prSet presAssocID="{7A065BAD-EBDD-40F5-891B-8FA7DD485881}" presName="Name64" presStyleLbl="parChTrans1D4" presStyleIdx="5" presStyleCnt="8"/>
      <dgm:spPr/>
      <dgm:t>
        <a:bodyPr/>
        <a:lstStyle/>
        <a:p>
          <a:endParaRPr lang="en-US"/>
        </a:p>
      </dgm:t>
    </dgm:pt>
    <dgm:pt modelId="{800FE410-AF40-48BF-9AA4-4362EAFA7C66}" type="pres">
      <dgm:prSet presAssocID="{ED68BA2D-364A-4F2F-A66A-31F4A5E5E5C7}" presName="hierRoot2" presStyleCnt="0">
        <dgm:presLayoutVars>
          <dgm:hierBranch val="init"/>
        </dgm:presLayoutVars>
      </dgm:prSet>
      <dgm:spPr/>
    </dgm:pt>
    <dgm:pt modelId="{2EC1C15B-84EE-4790-95EA-65134C50E253}" type="pres">
      <dgm:prSet presAssocID="{ED68BA2D-364A-4F2F-A66A-31F4A5E5E5C7}" presName="rootComposite" presStyleCnt="0"/>
      <dgm:spPr/>
    </dgm:pt>
    <dgm:pt modelId="{F19A3353-71BD-4368-A575-D65798E0793F}" type="pres">
      <dgm:prSet presAssocID="{ED68BA2D-364A-4F2F-A66A-31F4A5E5E5C7}" presName="rootText" presStyleLbl="node4" presStyleIdx="5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30CCFC-3326-4A69-A772-49CA9D9708C1}" type="pres">
      <dgm:prSet presAssocID="{ED68BA2D-364A-4F2F-A66A-31F4A5E5E5C7}" presName="rootConnector" presStyleLbl="node4" presStyleIdx="5" presStyleCnt="8"/>
      <dgm:spPr/>
      <dgm:t>
        <a:bodyPr/>
        <a:lstStyle/>
        <a:p>
          <a:endParaRPr lang="en-US"/>
        </a:p>
      </dgm:t>
    </dgm:pt>
    <dgm:pt modelId="{C5732CB3-FA3F-4DD5-B2C7-54D276CAD06D}" type="pres">
      <dgm:prSet presAssocID="{ED68BA2D-364A-4F2F-A66A-31F4A5E5E5C7}" presName="hierChild4" presStyleCnt="0"/>
      <dgm:spPr/>
    </dgm:pt>
    <dgm:pt modelId="{33781682-6C51-49DE-BFD6-D01833534CA3}" type="pres">
      <dgm:prSet presAssocID="{ED68BA2D-364A-4F2F-A66A-31F4A5E5E5C7}" presName="hierChild5" presStyleCnt="0"/>
      <dgm:spPr/>
    </dgm:pt>
    <dgm:pt modelId="{3AE139F1-7DA4-4713-84FE-3C706FC75CDF}" type="pres">
      <dgm:prSet presAssocID="{F84929DF-EB53-4B63-A494-0571F0253B49}" presName="hierChild5" presStyleCnt="0"/>
      <dgm:spPr/>
    </dgm:pt>
    <dgm:pt modelId="{96F45DFD-1E75-4A97-B6C7-7C7137DC7843}" type="pres">
      <dgm:prSet presAssocID="{49522D31-4E5D-44E8-98F4-E4652C78EC41}" presName="Name64" presStyleLbl="parChTrans1D4" presStyleIdx="6" presStyleCnt="8"/>
      <dgm:spPr/>
      <dgm:t>
        <a:bodyPr/>
        <a:lstStyle/>
        <a:p>
          <a:endParaRPr lang="en-US"/>
        </a:p>
      </dgm:t>
    </dgm:pt>
    <dgm:pt modelId="{C3BB9DC9-A2C3-4358-B0E4-C07704ECAED4}" type="pres">
      <dgm:prSet presAssocID="{D6FA1344-2546-46B7-ACDF-2B2E9B212618}" presName="hierRoot2" presStyleCnt="0">
        <dgm:presLayoutVars>
          <dgm:hierBranch val="init"/>
        </dgm:presLayoutVars>
      </dgm:prSet>
      <dgm:spPr/>
    </dgm:pt>
    <dgm:pt modelId="{B7356412-B21B-4B9E-A46B-1CC568780C2B}" type="pres">
      <dgm:prSet presAssocID="{D6FA1344-2546-46B7-ACDF-2B2E9B212618}" presName="rootComposite" presStyleCnt="0"/>
      <dgm:spPr/>
    </dgm:pt>
    <dgm:pt modelId="{A1ED1B98-CE43-4C24-9242-4AB22DBDB4A9}" type="pres">
      <dgm:prSet presAssocID="{D6FA1344-2546-46B7-ACDF-2B2E9B212618}" presName="rootText" presStyleLbl="node4" presStyleIdx="6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7C90B64-E7BA-4705-B01B-B4FC3C3E76B6}" type="pres">
      <dgm:prSet presAssocID="{D6FA1344-2546-46B7-ACDF-2B2E9B212618}" presName="rootConnector" presStyleLbl="node4" presStyleIdx="6" presStyleCnt="8"/>
      <dgm:spPr/>
      <dgm:t>
        <a:bodyPr/>
        <a:lstStyle/>
        <a:p>
          <a:endParaRPr lang="en-US"/>
        </a:p>
      </dgm:t>
    </dgm:pt>
    <dgm:pt modelId="{56A3224D-9832-4D91-B1A2-67D624CFDDED}" type="pres">
      <dgm:prSet presAssocID="{D6FA1344-2546-46B7-ACDF-2B2E9B212618}" presName="hierChild4" presStyleCnt="0"/>
      <dgm:spPr/>
    </dgm:pt>
    <dgm:pt modelId="{B5ADF96A-BD0E-4F5E-92A3-4931B3BE5CB3}" type="pres">
      <dgm:prSet presAssocID="{D6FA1344-2546-46B7-ACDF-2B2E9B212618}" presName="hierChild5" presStyleCnt="0"/>
      <dgm:spPr/>
    </dgm:pt>
    <dgm:pt modelId="{7762FE6A-E4BC-45DC-8E94-354B461B929A}" type="pres">
      <dgm:prSet presAssocID="{D2FD9F2C-D00F-4BF1-ABD4-2F7EA30D7511}" presName="Name64" presStyleLbl="parChTrans1D4" presStyleIdx="7" presStyleCnt="8"/>
      <dgm:spPr/>
      <dgm:t>
        <a:bodyPr/>
        <a:lstStyle/>
        <a:p>
          <a:endParaRPr lang="en-US"/>
        </a:p>
      </dgm:t>
    </dgm:pt>
    <dgm:pt modelId="{02A25410-31FE-4521-8C1B-FAB4512885A0}" type="pres">
      <dgm:prSet presAssocID="{48817B2F-BE41-425D-898D-450F3CC596C1}" presName="hierRoot2" presStyleCnt="0">
        <dgm:presLayoutVars>
          <dgm:hierBranch val="init"/>
        </dgm:presLayoutVars>
      </dgm:prSet>
      <dgm:spPr/>
    </dgm:pt>
    <dgm:pt modelId="{2BB65407-481F-4889-9134-5FA0A0F4F190}" type="pres">
      <dgm:prSet presAssocID="{48817B2F-BE41-425D-898D-450F3CC596C1}" presName="rootComposite" presStyleCnt="0"/>
      <dgm:spPr/>
    </dgm:pt>
    <dgm:pt modelId="{D839484C-8FA1-4AFE-9D6C-750AC8942E8D}" type="pres">
      <dgm:prSet presAssocID="{48817B2F-BE41-425D-898D-450F3CC596C1}" presName="rootText" presStyleLbl="node4" presStyleIdx="7" presStyleCnt="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DE68BC1-C468-43F6-8240-B3B3F12579B5}" type="pres">
      <dgm:prSet presAssocID="{48817B2F-BE41-425D-898D-450F3CC596C1}" presName="rootConnector" presStyleLbl="node4" presStyleIdx="7" presStyleCnt="8"/>
      <dgm:spPr/>
      <dgm:t>
        <a:bodyPr/>
        <a:lstStyle/>
        <a:p>
          <a:endParaRPr lang="en-US"/>
        </a:p>
      </dgm:t>
    </dgm:pt>
    <dgm:pt modelId="{2FBFE2D9-C9F4-4CA0-881B-8F15E88A1649}" type="pres">
      <dgm:prSet presAssocID="{48817B2F-BE41-425D-898D-450F3CC596C1}" presName="hierChild4" presStyleCnt="0"/>
      <dgm:spPr/>
    </dgm:pt>
    <dgm:pt modelId="{B85574E2-9875-4880-85F0-F500D2EE1B04}" type="pres">
      <dgm:prSet presAssocID="{48817B2F-BE41-425D-898D-450F3CC596C1}" presName="hierChild5" presStyleCnt="0"/>
      <dgm:spPr/>
    </dgm:pt>
    <dgm:pt modelId="{895C1D61-10EB-40EC-A006-9DBBD59CC4EA}" type="pres">
      <dgm:prSet presAssocID="{821124C1-C712-4F30-907E-16F63F240D58}" presName="hierChild5" presStyleCnt="0"/>
      <dgm:spPr/>
    </dgm:pt>
    <dgm:pt modelId="{EBC72B5D-4A0E-49FF-B23F-C477F6B38555}" type="pres">
      <dgm:prSet presAssocID="{07249490-DF72-4A7D-A37A-D5AE9139570A}" presName="hierChild5" presStyleCnt="0"/>
      <dgm:spPr/>
    </dgm:pt>
    <dgm:pt modelId="{4A0FEE4E-82D3-4339-A343-42B9F3106DBF}" type="pres">
      <dgm:prSet presAssocID="{F703E06D-B3A9-4246-9776-2A103548D91B}" presName="hierChild3" presStyleCnt="0"/>
      <dgm:spPr/>
    </dgm:pt>
  </dgm:ptLst>
  <dgm:cxnLst>
    <dgm:cxn modelId="{F51BD53D-FC5E-4C8C-9784-7307DBFBA4EF}" srcId="{821124C1-C712-4F30-907E-16F63F240D58}" destId="{D6FA1344-2546-46B7-ACDF-2B2E9B212618}" srcOrd="2" destOrd="0" parTransId="{49522D31-4E5D-44E8-98F4-E4652C78EC41}" sibTransId="{2CB4E200-90D0-42FC-BF0B-275E42050C61}"/>
    <dgm:cxn modelId="{8D12164E-D98D-47B1-BB01-68E8DC9D8523}" srcId="{F84929DF-EB53-4B63-A494-0571F0253B49}" destId="{ED68BA2D-364A-4F2F-A66A-31F4A5E5E5C7}" srcOrd="2" destOrd="0" parTransId="{7A065BAD-EBDD-40F5-891B-8FA7DD485881}" sibTransId="{522B1DF9-1C27-480B-867E-7EDD6C4325F2}"/>
    <dgm:cxn modelId="{E79E011B-6A76-4B40-AD56-8D34F40B14AD}" type="presOf" srcId="{ED68BA2D-364A-4F2F-A66A-31F4A5E5E5C7}" destId="{F19A3353-71BD-4368-A575-D65798E0793F}" srcOrd="0" destOrd="0" presId="urn:microsoft.com/office/officeart/2009/3/layout/HorizontalOrganizationChart"/>
    <dgm:cxn modelId="{D922F3E0-7D93-4728-AB5B-680403FC5427}" type="presOf" srcId="{F703E06D-B3A9-4246-9776-2A103548D91B}" destId="{C04A84ED-90F0-4CD9-91B4-CF12D60B843B}" srcOrd="0" destOrd="0" presId="urn:microsoft.com/office/officeart/2009/3/layout/HorizontalOrganizationChart"/>
    <dgm:cxn modelId="{73ABB3E8-263B-456E-9288-6294E7BD793B}" type="presOf" srcId="{0360ACE8-579B-4573-852D-2FCF75F7D5F7}" destId="{F1375C3B-8474-4233-85C5-4F6C462665CA}" srcOrd="0" destOrd="0" presId="urn:microsoft.com/office/officeart/2009/3/layout/HorizontalOrganizationChart"/>
    <dgm:cxn modelId="{AF91CFA5-3720-4BBF-A8DA-31F3FAA94F6E}" type="presOf" srcId="{727D6021-6AB7-47D3-9655-48E621F68214}" destId="{E60CC840-0884-49B2-B001-3B528447A91F}" srcOrd="0" destOrd="0" presId="urn:microsoft.com/office/officeart/2009/3/layout/HorizontalOrganizationChart"/>
    <dgm:cxn modelId="{70EE88A0-3C94-40D4-8AA5-5A0FB8CC44D3}" type="presOf" srcId="{48817B2F-BE41-425D-898D-450F3CC596C1}" destId="{D839484C-8FA1-4AFE-9D6C-750AC8942E8D}" srcOrd="0" destOrd="0" presId="urn:microsoft.com/office/officeart/2009/3/layout/HorizontalOrganizationChart"/>
    <dgm:cxn modelId="{266BC4C3-B06C-42F8-945E-3AE819107899}" type="presOf" srcId="{821124C1-C712-4F30-907E-16F63F240D58}" destId="{93B537F8-132C-4941-B4CE-B3C75D77CE62}" srcOrd="1" destOrd="0" presId="urn:microsoft.com/office/officeart/2009/3/layout/HorizontalOrganizationChart"/>
    <dgm:cxn modelId="{9A5F51B6-C83A-4FB7-939C-3361B7F7B45C}" srcId="{A4F89F09-4BB6-44C4-B6F4-C1BD7B410276}" destId="{E4EA5200-6CAC-4758-A85F-BC0ACF2F74AC}" srcOrd="0" destOrd="0" parTransId="{87F33D70-ACBF-4C13-9E0B-A5AE7FCC5D6D}" sibTransId="{C4EF342B-892F-4530-A7A9-E9D1A1B7198B}"/>
    <dgm:cxn modelId="{C416B366-F7F6-4A95-844E-8AB7F881C11A}" type="presOf" srcId="{18B807CD-D051-40E8-B4FC-DFEB715FE84A}" destId="{3754C380-753B-47C0-BDFB-DF5FCFCAED31}" srcOrd="1" destOrd="0" presId="urn:microsoft.com/office/officeart/2009/3/layout/HorizontalOrganizationChart"/>
    <dgm:cxn modelId="{9A56317E-A8CC-47EA-A00D-8B45E9C8695D}" type="presOf" srcId="{48817B2F-BE41-425D-898D-450F3CC596C1}" destId="{4DE68BC1-C468-43F6-8240-B3B3F12579B5}" srcOrd="1" destOrd="0" presId="urn:microsoft.com/office/officeart/2009/3/layout/HorizontalOrganizationChart"/>
    <dgm:cxn modelId="{54C93A46-FC9E-4B3C-B624-B3064B8EE6B1}" type="presOf" srcId="{F703E06D-B3A9-4246-9776-2A103548D91B}" destId="{E3799E9A-6B5D-48A2-A252-F603742169DB}" srcOrd="1" destOrd="0" presId="urn:microsoft.com/office/officeart/2009/3/layout/HorizontalOrganizationChart"/>
    <dgm:cxn modelId="{D11ECD7F-86EE-4208-A3AC-611B0E492308}" type="presOf" srcId="{EF300D44-AA46-4B68-BE5B-E1851CEB6D15}" destId="{94921CA2-8FD6-44FA-91DA-F879213D6035}" srcOrd="0" destOrd="0" presId="urn:microsoft.com/office/officeart/2009/3/layout/HorizontalOrganizationChart"/>
    <dgm:cxn modelId="{047624F5-78C4-4555-90EA-1FF4AE630FAC}" type="presOf" srcId="{BB7A461C-47B0-45F5-AB13-801CFDE20909}" destId="{2959D33A-5056-4DB2-9FB2-3D4AB96384F2}" srcOrd="0" destOrd="0" presId="urn:microsoft.com/office/officeart/2009/3/layout/HorizontalOrganizationChart"/>
    <dgm:cxn modelId="{1DDBF1A6-4554-4DAD-91B8-4A70E3FDB3C4}" type="presOf" srcId="{64F300B3-C10F-4947-9CE7-24FD91878FE7}" destId="{60C33084-4AB8-48BB-A1E5-0566F29CE17C}" srcOrd="1" destOrd="0" presId="urn:microsoft.com/office/officeart/2009/3/layout/HorizontalOrganizationChart"/>
    <dgm:cxn modelId="{91165986-E05B-49D9-83C1-C8D696340253}" srcId="{821124C1-C712-4F30-907E-16F63F240D58}" destId="{48817B2F-BE41-425D-898D-450F3CC596C1}" srcOrd="3" destOrd="0" parTransId="{D2FD9F2C-D00F-4BF1-ABD4-2F7EA30D7511}" sibTransId="{BB23BEC3-B48E-444A-A378-9B069F57802C}"/>
    <dgm:cxn modelId="{A762CCF7-2DC5-4F1F-91B6-48914AAFFC40}" type="presOf" srcId="{07249490-DF72-4A7D-A37A-D5AE9139570A}" destId="{C23956B8-5679-417B-8767-86EFA6F19BC1}" srcOrd="1" destOrd="0" presId="urn:microsoft.com/office/officeart/2009/3/layout/HorizontalOrganizationChart"/>
    <dgm:cxn modelId="{290A89DB-C2E1-4A30-B700-A4E62CC6D1B6}" type="presOf" srcId="{43084917-53AE-4239-974B-CB902194325F}" destId="{F4FECAC1-B9DE-49D1-9073-5DE6D15D92D8}" srcOrd="0" destOrd="0" presId="urn:microsoft.com/office/officeart/2009/3/layout/HorizontalOrganizationChart"/>
    <dgm:cxn modelId="{1F1FC513-6547-455F-BEBB-6FBCABB1C4E7}" srcId="{F84929DF-EB53-4B63-A494-0571F0253B49}" destId="{AAA248DB-266D-43DC-B398-5C004F4CC0D4}" srcOrd="1" destOrd="0" parTransId="{43084917-53AE-4239-974B-CB902194325F}" sibTransId="{23965107-A4B6-4215-ABBF-FFD3F0E6BEF8}"/>
    <dgm:cxn modelId="{5B52CA22-5CE1-4B74-9388-E048D1630733}" type="presOf" srcId="{D6FA1344-2546-46B7-ACDF-2B2E9B212618}" destId="{A1ED1B98-CE43-4C24-9242-4AB22DBDB4A9}" srcOrd="0" destOrd="0" presId="urn:microsoft.com/office/officeart/2009/3/layout/HorizontalOrganizationChart"/>
    <dgm:cxn modelId="{0BBECE4F-7AC0-4123-BF6E-78713F66BA45}" type="presOf" srcId="{B4100C9F-649D-47C9-B6C8-AEFBF463BE69}" destId="{C0AD77B6-9087-4E76-9A2D-06724DB28890}" srcOrd="1" destOrd="0" presId="urn:microsoft.com/office/officeart/2009/3/layout/HorizontalOrganizationChart"/>
    <dgm:cxn modelId="{BB5A5929-9BD6-47A0-ADC0-3B981FF21F5D}" type="presOf" srcId="{E4EA5200-6CAC-4758-A85F-BC0ACF2F74AC}" destId="{234AA098-7031-498F-AD02-9A75B0CB4A17}" srcOrd="1" destOrd="0" presId="urn:microsoft.com/office/officeart/2009/3/layout/HorizontalOrganizationChart"/>
    <dgm:cxn modelId="{7894B3C0-C02A-4C82-B81B-E7E40F07ECF0}" srcId="{F703E06D-B3A9-4246-9776-2A103548D91B}" destId="{B4100C9F-649D-47C9-B6C8-AEFBF463BE69}" srcOrd="1" destOrd="0" parTransId="{6A32D07C-C2D3-426C-96AE-2AE760178DFD}" sibTransId="{4694436A-6F07-404A-8013-09EE0E7BE5BE}"/>
    <dgm:cxn modelId="{B62F81E7-2C8C-4310-8173-05ADC2BCA8BB}" srcId="{07249490-DF72-4A7D-A37A-D5AE9139570A}" destId="{821124C1-C712-4F30-907E-16F63F240D58}" srcOrd="0" destOrd="0" parTransId="{59038833-EE1D-4C67-820F-BA0AEDD0C942}" sibTransId="{38974FBA-E008-43A9-B8E6-D00DEF0FF7EB}"/>
    <dgm:cxn modelId="{BDBF2A92-4F10-4764-BB40-EE9474F499A6}" srcId="{F703E06D-B3A9-4246-9776-2A103548D91B}" destId="{A4F89F09-4BB6-44C4-B6F4-C1BD7B410276}" srcOrd="0" destOrd="0" parTransId="{A57E9EDB-8A2D-4B93-8CC2-8722A100BCDD}" sibTransId="{9ADCB796-4136-4916-88F4-23FD2FBD33F5}"/>
    <dgm:cxn modelId="{6C320C07-EE8F-492B-8E74-C94028781B30}" type="presOf" srcId="{59038833-EE1D-4C67-820F-BA0AEDD0C942}" destId="{7155064F-B225-4AA2-8F4C-D76724600D41}" srcOrd="0" destOrd="0" presId="urn:microsoft.com/office/officeart/2009/3/layout/HorizontalOrganizationChart"/>
    <dgm:cxn modelId="{7AD1A236-9D1D-47C1-95F6-A92697450F68}" type="presOf" srcId="{18B807CD-D051-40E8-B4FC-DFEB715FE84A}" destId="{93AA7F98-D0CC-4D4E-B116-F367A092A4D8}" srcOrd="0" destOrd="0" presId="urn:microsoft.com/office/officeart/2009/3/layout/HorizontalOrganizationChart"/>
    <dgm:cxn modelId="{49F38F6F-B584-4A72-B9D1-3A2843C06FA7}" type="presOf" srcId="{821124C1-C712-4F30-907E-16F63F240D58}" destId="{18C261DE-3FD0-45DC-BDF2-F90C1E173590}" srcOrd="0" destOrd="0" presId="urn:microsoft.com/office/officeart/2009/3/layout/HorizontalOrganizationChart"/>
    <dgm:cxn modelId="{36F7D816-8D3C-42A3-8149-CD2D304B8694}" type="presOf" srcId="{A57E9EDB-8A2D-4B93-8CC2-8722A100BCDD}" destId="{C80E4858-093E-40EC-BAAD-794DBAE3105D}" srcOrd="0" destOrd="0" presId="urn:microsoft.com/office/officeart/2009/3/layout/HorizontalOrganizationChart"/>
    <dgm:cxn modelId="{7133AE6B-A68F-44E0-992C-3303425519CF}" type="presOf" srcId="{49522D31-4E5D-44E8-98F4-E4652C78EC41}" destId="{96F45DFD-1E75-4A97-B6C7-7C7137DC7843}" srcOrd="0" destOrd="0" presId="urn:microsoft.com/office/officeart/2009/3/layout/HorizontalOrganizationChart"/>
    <dgm:cxn modelId="{7BD55270-D7CD-465C-A38A-66AFB8224877}" srcId="{821124C1-C712-4F30-907E-16F63F240D58}" destId="{64F300B3-C10F-4947-9CE7-24FD91878FE7}" srcOrd="0" destOrd="0" parTransId="{2CA25FD0-2D10-4AFF-ADBD-6E2833DBD710}" sibTransId="{98B3DE61-4C2F-4638-B89C-04872AFE3338}"/>
    <dgm:cxn modelId="{AB1FE295-0B41-49EE-82FD-5590BB831259}" type="presOf" srcId="{EF300D44-AA46-4B68-BE5B-E1851CEB6D15}" destId="{273593FD-37AD-4535-8585-D3E2FD8D762F}" srcOrd="1" destOrd="0" presId="urn:microsoft.com/office/officeart/2009/3/layout/HorizontalOrganizationChart"/>
    <dgm:cxn modelId="{DCA5D686-4858-4BE0-9B22-03D1C6B7F52F}" srcId="{B4100C9F-649D-47C9-B6C8-AEFBF463BE69}" destId="{B42102E5-C8AE-4E72-A0DF-99B310F33E3E}" srcOrd="0" destOrd="0" parTransId="{BB7A461C-47B0-45F5-AB13-801CFDE20909}" sibTransId="{B5B7D240-9768-48E0-B673-61597A6A2677}"/>
    <dgm:cxn modelId="{1C33D06D-2395-480D-AE82-7BDA12FB311F}" srcId="{821124C1-C712-4F30-907E-16F63F240D58}" destId="{F84929DF-EB53-4B63-A494-0571F0253B49}" srcOrd="1" destOrd="0" parTransId="{727D6021-6AB7-47D3-9655-48E621F68214}" sibTransId="{50D93AC8-4E55-4C8E-94D0-949FAD0B1054}"/>
    <dgm:cxn modelId="{A5BE2895-7FD0-429E-A688-EE167F56A314}" type="presOf" srcId="{E4EA5200-6CAC-4758-A85F-BC0ACF2F74AC}" destId="{FED5D9C5-D09E-4AA3-9DBF-20250E084FAE}" srcOrd="0" destOrd="0" presId="urn:microsoft.com/office/officeart/2009/3/layout/HorizontalOrganizationChart"/>
    <dgm:cxn modelId="{D9BBB657-9933-4F6B-8AE1-A4BD90B9BAC1}" type="presOf" srcId="{B42102E5-C8AE-4E72-A0DF-99B310F33E3E}" destId="{29573EF8-576A-486C-87FD-923B244CE63B}" srcOrd="0" destOrd="0" presId="urn:microsoft.com/office/officeart/2009/3/layout/HorizontalOrganizationChart"/>
    <dgm:cxn modelId="{663373DB-CC38-45B5-9375-735636A443BE}" type="presOf" srcId="{07249490-DF72-4A7D-A37A-D5AE9139570A}" destId="{E662AD5E-719C-4CF5-BC1B-315094376E46}" srcOrd="0" destOrd="0" presId="urn:microsoft.com/office/officeart/2009/3/layout/HorizontalOrganizationChart"/>
    <dgm:cxn modelId="{B2182158-04A5-4ED2-9748-DE42C987AAF3}" type="presOf" srcId="{2CA25FD0-2D10-4AFF-ADBD-6E2833DBD710}" destId="{19509C11-E337-46F9-A816-7AE8AB4EA9F1}" srcOrd="0" destOrd="0" presId="urn:microsoft.com/office/officeart/2009/3/layout/HorizontalOrganizationChart"/>
    <dgm:cxn modelId="{6BBEF8A9-EFB0-4E55-8E3B-1BF10C725D36}" type="presOf" srcId="{152ACBEF-9F3B-4512-90C6-BC3BD0F2AE65}" destId="{06A5584C-E05A-4159-8619-24B1851853DB}" srcOrd="0" destOrd="0" presId="urn:microsoft.com/office/officeart/2009/3/layout/HorizontalOrganizationChart"/>
    <dgm:cxn modelId="{2DE6DF93-A6AE-4B28-90CC-44C72D1704C8}" srcId="{F703E06D-B3A9-4246-9776-2A103548D91B}" destId="{07249490-DF72-4A7D-A37A-D5AE9139570A}" srcOrd="2" destOrd="0" parTransId="{0360ACE8-579B-4573-852D-2FCF75F7D5F7}" sibTransId="{6FD76154-CBC7-42F1-8DDD-05CD35E95211}"/>
    <dgm:cxn modelId="{5DD5E8EA-2F9E-4FEB-8F3F-6DE11C322086}" srcId="{E4EA5200-6CAC-4758-A85F-BC0ACF2F74AC}" destId="{18B807CD-D051-40E8-B4FC-DFEB715FE84A}" srcOrd="0" destOrd="0" parTransId="{152ACBEF-9F3B-4512-90C6-BC3BD0F2AE65}" sibTransId="{F809CD07-0615-4946-B19C-79C71C730743}"/>
    <dgm:cxn modelId="{B5909404-C3EB-42D0-9447-F716228A5039}" type="presOf" srcId="{D2FD9F2C-D00F-4BF1-ABD4-2F7EA30D7511}" destId="{7762FE6A-E4BC-45DC-8E94-354B461B929A}" srcOrd="0" destOrd="0" presId="urn:microsoft.com/office/officeart/2009/3/layout/HorizontalOrganizationChart"/>
    <dgm:cxn modelId="{BC4BD61F-80AB-470C-949D-2D2277593663}" type="presOf" srcId="{F84929DF-EB53-4B63-A494-0571F0253B49}" destId="{342507B3-B81D-4B63-B0B2-9067E69164D0}" srcOrd="0" destOrd="0" presId="urn:microsoft.com/office/officeart/2009/3/layout/HorizontalOrganizationChart"/>
    <dgm:cxn modelId="{270A4D84-3F72-4FE2-8677-0494A5895318}" type="presOf" srcId="{64F300B3-C10F-4947-9CE7-24FD91878FE7}" destId="{75AC79AA-D383-4C05-AA96-11378C9CD2EA}" srcOrd="0" destOrd="0" presId="urn:microsoft.com/office/officeart/2009/3/layout/HorizontalOrganizationChart"/>
    <dgm:cxn modelId="{854D279E-7B96-44ED-8511-93D545F73467}" type="presOf" srcId="{7A065BAD-EBDD-40F5-891B-8FA7DD485881}" destId="{2313DE9B-FBD9-4FB3-9A34-85304B6DD15A}" srcOrd="0" destOrd="0" presId="urn:microsoft.com/office/officeart/2009/3/layout/HorizontalOrganizationChart"/>
    <dgm:cxn modelId="{30F451CF-BBB2-4F5A-9B1A-B5860BF885E6}" type="presOf" srcId="{AAA248DB-266D-43DC-B398-5C004F4CC0D4}" destId="{EA7E91B1-75C1-4A67-9C32-93D3DA041470}" srcOrd="1" destOrd="0" presId="urn:microsoft.com/office/officeart/2009/3/layout/HorizontalOrganizationChart"/>
    <dgm:cxn modelId="{043173C3-AB9A-40DC-94C3-CAED377E0FAF}" type="presOf" srcId="{F025A3E2-C3AB-49E2-9BAA-68F4154F2115}" destId="{799F6F1B-B5F2-4516-BB67-08765130A4DA}" srcOrd="0" destOrd="0" presId="urn:microsoft.com/office/officeart/2009/3/layout/HorizontalOrganizationChart"/>
    <dgm:cxn modelId="{EDDE438E-E1BE-4684-9C28-B798475AD096}" type="presOf" srcId="{B4100C9F-649D-47C9-B6C8-AEFBF463BE69}" destId="{F42582E7-E8A7-4754-B0FB-DC5151E2829C}" srcOrd="0" destOrd="0" presId="urn:microsoft.com/office/officeart/2009/3/layout/HorizontalOrganizationChart"/>
    <dgm:cxn modelId="{6A096070-4126-499A-B10E-884BE474AE5A}" srcId="{F84929DF-EB53-4B63-A494-0571F0253B49}" destId="{EF300D44-AA46-4B68-BE5B-E1851CEB6D15}" srcOrd="0" destOrd="0" parTransId="{87056CA6-DA46-4025-946F-AB8877816D33}" sibTransId="{792BC5CC-36F9-4A68-91EC-1BF5621D7719}"/>
    <dgm:cxn modelId="{7B8A3D22-0E4A-4D27-91B7-067DC42A2A0F}" srcId="{F025A3E2-C3AB-49E2-9BAA-68F4154F2115}" destId="{F703E06D-B3A9-4246-9776-2A103548D91B}" srcOrd="0" destOrd="0" parTransId="{423C717E-359B-49A4-B97A-0F44855740C7}" sibTransId="{AEE5B7CA-47E1-4957-8368-459DB223FEE6}"/>
    <dgm:cxn modelId="{C4DB8852-543D-4C3A-94FD-02053F956CD0}" type="presOf" srcId="{B42102E5-C8AE-4E72-A0DF-99B310F33E3E}" destId="{52A84B9C-43E9-47C3-A5C6-6C7BFDAA8112}" srcOrd="1" destOrd="0" presId="urn:microsoft.com/office/officeart/2009/3/layout/HorizontalOrganizationChart"/>
    <dgm:cxn modelId="{F2281D50-BE94-4DDB-A722-EFC8EE9801F8}" type="presOf" srcId="{87F33D70-ACBF-4C13-9E0B-A5AE7FCC5D6D}" destId="{9E153117-A21A-46BC-B587-6534692EF0E9}" srcOrd="0" destOrd="0" presId="urn:microsoft.com/office/officeart/2009/3/layout/HorizontalOrganizationChart"/>
    <dgm:cxn modelId="{6B6B30D3-10C0-4012-ADAC-2BFDEDBAE4D1}" type="presOf" srcId="{6A32D07C-C2D3-426C-96AE-2AE760178DFD}" destId="{B98CDCC3-798C-49E2-B3BF-A8BF3B406375}" srcOrd="0" destOrd="0" presId="urn:microsoft.com/office/officeart/2009/3/layout/HorizontalOrganizationChart"/>
    <dgm:cxn modelId="{35CF72FB-78F9-44F9-85A6-D3430036E336}" type="presOf" srcId="{ED68BA2D-364A-4F2F-A66A-31F4A5E5E5C7}" destId="{8A30CCFC-3326-4A69-A772-49CA9D9708C1}" srcOrd="1" destOrd="0" presId="urn:microsoft.com/office/officeart/2009/3/layout/HorizontalOrganizationChart"/>
    <dgm:cxn modelId="{3A515BF0-97B5-4EB8-B8AF-5149A981F697}" type="presOf" srcId="{87056CA6-DA46-4025-946F-AB8877816D33}" destId="{491C44F6-FCA6-4AA3-878D-9EC81256CA2C}" srcOrd="0" destOrd="0" presId="urn:microsoft.com/office/officeart/2009/3/layout/HorizontalOrganizationChart"/>
    <dgm:cxn modelId="{07C2AC0B-DE26-4920-8448-331D9A4B06BD}" type="presOf" srcId="{A4F89F09-4BB6-44C4-B6F4-C1BD7B410276}" destId="{93528C54-800C-44E1-852A-9D66A9CDB4D3}" srcOrd="1" destOrd="0" presId="urn:microsoft.com/office/officeart/2009/3/layout/HorizontalOrganizationChart"/>
    <dgm:cxn modelId="{CC82AABE-F238-4C96-92DF-11BB66B2AB80}" type="presOf" srcId="{AAA248DB-266D-43DC-B398-5C004F4CC0D4}" destId="{9826F399-AC98-4467-A374-E03F83A8C950}" srcOrd="0" destOrd="0" presId="urn:microsoft.com/office/officeart/2009/3/layout/HorizontalOrganizationChart"/>
    <dgm:cxn modelId="{F06F55A4-6C00-4C34-BDD8-74F5BDF7B0E0}" type="presOf" srcId="{A4F89F09-4BB6-44C4-B6F4-C1BD7B410276}" destId="{194727DD-AE03-4B62-A617-282FBED7F783}" srcOrd="0" destOrd="0" presId="urn:microsoft.com/office/officeart/2009/3/layout/HorizontalOrganizationChart"/>
    <dgm:cxn modelId="{23147AD1-9B85-4BDF-BFC0-45650AFF8274}" type="presOf" srcId="{F84929DF-EB53-4B63-A494-0571F0253B49}" destId="{5BFAD9AD-0B3E-4B37-A155-BEF87A3D292C}" srcOrd="1" destOrd="0" presId="urn:microsoft.com/office/officeart/2009/3/layout/HorizontalOrganizationChart"/>
    <dgm:cxn modelId="{C46F7A00-81AF-4439-BE2E-2063AF8D8DBB}" type="presOf" srcId="{D6FA1344-2546-46B7-ACDF-2B2E9B212618}" destId="{37C90B64-E7BA-4705-B01B-B4FC3C3E76B6}" srcOrd="1" destOrd="0" presId="urn:microsoft.com/office/officeart/2009/3/layout/HorizontalOrganizationChart"/>
    <dgm:cxn modelId="{F25BAE44-4451-4418-BF10-28B9A39C86D7}" type="presParOf" srcId="{799F6F1B-B5F2-4516-BB67-08765130A4DA}" destId="{53043031-59B6-4FFB-B3A8-62530E0665DB}" srcOrd="0" destOrd="0" presId="urn:microsoft.com/office/officeart/2009/3/layout/HorizontalOrganizationChart"/>
    <dgm:cxn modelId="{18815451-E9ED-4BF9-A6BD-7B4B205109D8}" type="presParOf" srcId="{53043031-59B6-4FFB-B3A8-62530E0665DB}" destId="{4C46156E-0839-41B0-AA15-A1D09D2E6B6F}" srcOrd="0" destOrd="0" presId="urn:microsoft.com/office/officeart/2009/3/layout/HorizontalOrganizationChart"/>
    <dgm:cxn modelId="{56BC458B-D4B0-4312-8BD5-62BD7D847542}" type="presParOf" srcId="{4C46156E-0839-41B0-AA15-A1D09D2E6B6F}" destId="{C04A84ED-90F0-4CD9-91B4-CF12D60B843B}" srcOrd="0" destOrd="0" presId="urn:microsoft.com/office/officeart/2009/3/layout/HorizontalOrganizationChart"/>
    <dgm:cxn modelId="{5E51F1B5-6E46-40B1-AE87-03E7F996135A}" type="presParOf" srcId="{4C46156E-0839-41B0-AA15-A1D09D2E6B6F}" destId="{E3799E9A-6B5D-48A2-A252-F603742169DB}" srcOrd="1" destOrd="0" presId="urn:microsoft.com/office/officeart/2009/3/layout/HorizontalOrganizationChart"/>
    <dgm:cxn modelId="{2CE0697D-2B6D-49C4-BD1F-8FEA77C30848}" type="presParOf" srcId="{53043031-59B6-4FFB-B3A8-62530E0665DB}" destId="{3148A247-A9DD-4CB6-B112-E233B274F52A}" srcOrd="1" destOrd="0" presId="urn:microsoft.com/office/officeart/2009/3/layout/HorizontalOrganizationChart"/>
    <dgm:cxn modelId="{594E8A3C-0BC2-492F-8146-9A26F2DE94F9}" type="presParOf" srcId="{3148A247-A9DD-4CB6-B112-E233B274F52A}" destId="{C80E4858-093E-40EC-BAAD-794DBAE3105D}" srcOrd="0" destOrd="0" presId="urn:microsoft.com/office/officeart/2009/3/layout/HorizontalOrganizationChart"/>
    <dgm:cxn modelId="{1675972B-58E9-48E5-A232-83B4D6BDD05F}" type="presParOf" srcId="{3148A247-A9DD-4CB6-B112-E233B274F52A}" destId="{4DCF7971-FBD6-472E-9EFB-47DC86488C14}" srcOrd="1" destOrd="0" presId="urn:microsoft.com/office/officeart/2009/3/layout/HorizontalOrganizationChart"/>
    <dgm:cxn modelId="{B700ED7B-08BC-41A4-A96F-9215D5C4510D}" type="presParOf" srcId="{4DCF7971-FBD6-472E-9EFB-47DC86488C14}" destId="{A246C0DF-E47B-4A0B-8E70-75E326F4D833}" srcOrd="0" destOrd="0" presId="urn:microsoft.com/office/officeart/2009/3/layout/HorizontalOrganizationChart"/>
    <dgm:cxn modelId="{2896EF82-CD33-417B-AD80-0076E639CD35}" type="presParOf" srcId="{A246C0DF-E47B-4A0B-8E70-75E326F4D833}" destId="{194727DD-AE03-4B62-A617-282FBED7F783}" srcOrd="0" destOrd="0" presId="urn:microsoft.com/office/officeart/2009/3/layout/HorizontalOrganizationChart"/>
    <dgm:cxn modelId="{A3E430E7-F607-40EC-90F9-1201143E0C30}" type="presParOf" srcId="{A246C0DF-E47B-4A0B-8E70-75E326F4D833}" destId="{93528C54-800C-44E1-852A-9D66A9CDB4D3}" srcOrd="1" destOrd="0" presId="urn:microsoft.com/office/officeart/2009/3/layout/HorizontalOrganizationChart"/>
    <dgm:cxn modelId="{ABDF6714-F109-4B9C-96EA-8462F64431B9}" type="presParOf" srcId="{4DCF7971-FBD6-472E-9EFB-47DC86488C14}" destId="{889F4F18-8621-4185-94FD-E5B35BC464AA}" srcOrd="1" destOrd="0" presId="urn:microsoft.com/office/officeart/2009/3/layout/HorizontalOrganizationChart"/>
    <dgm:cxn modelId="{521D54E4-2B57-4ABA-BC4C-CB55D05FB2BD}" type="presParOf" srcId="{889F4F18-8621-4185-94FD-E5B35BC464AA}" destId="{9E153117-A21A-46BC-B587-6534692EF0E9}" srcOrd="0" destOrd="0" presId="urn:microsoft.com/office/officeart/2009/3/layout/HorizontalOrganizationChart"/>
    <dgm:cxn modelId="{A7E734DD-C407-496D-AB9A-44B0253C0FF7}" type="presParOf" srcId="{889F4F18-8621-4185-94FD-E5B35BC464AA}" destId="{F652FBDB-C414-477B-A8F1-56129BCFD5A9}" srcOrd="1" destOrd="0" presId="urn:microsoft.com/office/officeart/2009/3/layout/HorizontalOrganizationChart"/>
    <dgm:cxn modelId="{4639ADBA-441F-42C4-BA03-980F38CCA5F5}" type="presParOf" srcId="{F652FBDB-C414-477B-A8F1-56129BCFD5A9}" destId="{8DC7E7FB-353E-4D3F-8CFB-EB862C0B12B9}" srcOrd="0" destOrd="0" presId="urn:microsoft.com/office/officeart/2009/3/layout/HorizontalOrganizationChart"/>
    <dgm:cxn modelId="{AFA37933-A012-4DA6-BFAB-3DD2EE003029}" type="presParOf" srcId="{8DC7E7FB-353E-4D3F-8CFB-EB862C0B12B9}" destId="{FED5D9C5-D09E-4AA3-9DBF-20250E084FAE}" srcOrd="0" destOrd="0" presId="urn:microsoft.com/office/officeart/2009/3/layout/HorizontalOrganizationChart"/>
    <dgm:cxn modelId="{630992F2-513A-490B-92D1-5B0E1E392731}" type="presParOf" srcId="{8DC7E7FB-353E-4D3F-8CFB-EB862C0B12B9}" destId="{234AA098-7031-498F-AD02-9A75B0CB4A17}" srcOrd="1" destOrd="0" presId="urn:microsoft.com/office/officeart/2009/3/layout/HorizontalOrganizationChart"/>
    <dgm:cxn modelId="{1F4DA8A0-C73D-434A-BEC3-295B6134E4F8}" type="presParOf" srcId="{F652FBDB-C414-477B-A8F1-56129BCFD5A9}" destId="{187B4176-1A52-4323-807E-2C35CD6D6F69}" srcOrd="1" destOrd="0" presId="urn:microsoft.com/office/officeart/2009/3/layout/HorizontalOrganizationChart"/>
    <dgm:cxn modelId="{9D4C4816-4C04-4393-9DAF-7E845ECB2F5B}" type="presParOf" srcId="{187B4176-1A52-4323-807E-2C35CD6D6F69}" destId="{06A5584C-E05A-4159-8619-24B1851853DB}" srcOrd="0" destOrd="0" presId="urn:microsoft.com/office/officeart/2009/3/layout/HorizontalOrganizationChart"/>
    <dgm:cxn modelId="{49F96AFC-0FE4-4C82-988F-57DB27990B54}" type="presParOf" srcId="{187B4176-1A52-4323-807E-2C35CD6D6F69}" destId="{F5D114C6-C1C1-41CB-9239-9869A5AB5C40}" srcOrd="1" destOrd="0" presId="urn:microsoft.com/office/officeart/2009/3/layout/HorizontalOrganizationChart"/>
    <dgm:cxn modelId="{A24BEDBC-4F1B-4874-95D8-BF50C99A70A2}" type="presParOf" srcId="{F5D114C6-C1C1-41CB-9239-9869A5AB5C40}" destId="{C02A4FFB-558C-4996-8292-F9D1A5798277}" srcOrd="0" destOrd="0" presId="urn:microsoft.com/office/officeart/2009/3/layout/HorizontalOrganizationChart"/>
    <dgm:cxn modelId="{3A3944CB-20F1-432B-94D6-316ED94F191B}" type="presParOf" srcId="{C02A4FFB-558C-4996-8292-F9D1A5798277}" destId="{93AA7F98-D0CC-4D4E-B116-F367A092A4D8}" srcOrd="0" destOrd="0" presId="urn:microsoft.com/office/officeart/2009/3/layout/HorizontalOrganizationChart"/>
    <dgm:cxn modelId="{C819823B-189C-4E57-BCF3-267F0DC72A76}" type="presParOf" srcId="{C02A4FFB-558C-4996-8292-F9D1A5798277}" destId="{3754C380-753B-47C0-BDFB-DF5FCFCAED31}" srcOrd="1" destOrd="0" presId="urn:microsoft.com/office/officeart/2009/3/layout/HorizontalOrganizationChart"/>
    <dgm:cxn modelId="{E6A086B3-8675-4F29-B52D-3FB4FFEBF2DF}" type="presParOf" srcId="{F5D114C6-C1C1-41CB-9239-9869A5AB5C40}" destId="{6BF323BD-7227-4BA1-8FDC-9DED5E83D667}" srcOrd="1" destOrd="0" presId="urn:microsoft.com/office/officeart/2009/3/layout/HorizontalOrganizationChart"/>
    <dgm:cxn modelId="{5F500388-C85C-4D52-AC5F-F63C5A156A1E}" type="presParOf" srcId="{F5D114C6-C1C1-41CB-9239-9869A5AB5C40}" destId="{ACB6E6F3-70AF-42E2-926D-F93551A64184}" srcOrd="2" destOrd="0" presId="urn:microsoft.com/office/officeart/2009/3/layout/HorizontalOrganizationChart"/>
    <dgm:cxn modelId="{A77E019A-98E0-49A2-817A-2A4B1AB7F521}" type="presParOf" srcId="{F652FBDB-C414-477B-A8F1-56129BCFD5A9}" destId="{79643322-42C8-472C-8F8F-9DE40883C519}" srcOrd="2" destOrd="0" presId="urn:microsoft.com/office/officeart/2009/3/layout/HorizontalOrganizationChart"/>
    <dgm:cxn modelId="{3AB5D76D-AECC-4C8A-9801-C498AFC9FAB4}" type="presParOf" srcId="{4DCF7971-FBD6-472E-9EFB-47DC86488C14}" destId="{915ED730-B08C-47C2-B10E-B2FAF4D88B5F}" srcOrd="2" destOrd="0" presId="urn:microsoft.com/office/officeart/2009/3/layout/HorizontalOrganizationChart"/>
    <dgm:cxn modelId="{27501F22-8F55-4888-80C2-7F6505793ED7}" type="presParOf" srcId="{3148A247-A9DD-4CB6-B112-E233B274F52A}" destId="{B98CDCC3-798C-49E2-B3BF-A8BF3B406375}" srcOrd="2" destOrd="0" presId="urn:microsoft.com/office/officeart/2009/3/layout/HorizontalOrganizationChart"/>
    <dgm:cxn modelId="{2616D3E1-D4C5-46AD-81ED-9C30F1AC5AED}" type="presParOf" srcId="{3148A247-A9DD-4CB6-B112-E233B274F52A}" destId="{106F0BAD-5FBF-411F-BE84-66106681F8ED}" srcOrd="3" destOrd="0" presId="urn:microsoft.com/office/officeart/2009/3/layout/HorizontalOrganizationChart"/>
    <dgm:cxn modelId="{60AAED2D-BB21-4B4B-AE7C-8691A5ADBF0B}" type="presParOf" srcId="{106F0BAD-5FBF-411F-BE84-66106681F8ED}" destId="{ED3B1CE0-AF46-41A7-97E6-DEB43D9E6A17}" srcOrd="0" destOrd="0" presId="urn:microsoft.com/office/officeart/2009/3/layout/HorizontalOrganizationChart"/>
    <dgm:cxn modelId="{31326825-F186-4C36-8EAC-53B110BDAC6D}" type="presParOf" srcId="{ED3B1CE0-AF46-41A7-97E6-DEB43D9E6A17}" destId="{F42582E7-E8A7-4754-B0FB-DC5151E2829C}" srcOrd="0" destOrd="0" presId="urn:microsoft.com/office/officeart/2009/3/layout/HorizontalOrganizationChart"/>
    <dgm:cxn modelId="{86B9DB43-5600-4623-A585-FCBC458CE735}" type="presParOf" srcId="{ED3B1CE0-AF46-41A7-97E6-DEB43D9E6A17}" destId="{C0AD77B6-9087-4E76-9A2D-06724DB28890}" srcOrd="1" destOrd="0" presId="urn:microsoft.com/office/officeart/2009/3/layout/HorizontalOrganizationChart"/>
    <dgm:cxn modelId="{E239BAD3-318F-42A5-ADAB-32927197EDAF}" type="presParOf" srcId="{106F0BAD-5FBF-411F-BE84-66106681F8ED}" destId="{A80529CD-32F0-4DDE-8F0B-C3C682FF5269}" srcOrd="1" destOrd="0" presId="urn:microsoft.com/office/officeart/2009/3/layout/HorizontalOrganizationChart"/>
    <dgm:cxn modelId="{BE19A508-44C9-4511-BACF-04E542D911C2}" type="presParOf" srcId="{A80529CD-32F0-4DDE-8F0B-C3C682FF5269}" destId="{2959D33A-5056-4DB2-9FB2-3D4AB96384F2}" srcOrd="0" destOrd="0" presId="urn:microsoft.com/office/officeart/2009/3/layout/HorizontalOrganizationChart"/>
    <dgm:cxn modelId="{E10D16B7-C5F4-4550-8858-EB211D1E22F5}" type="presParOf" srcId="{A80529CD-32F0-4DDE-8F0B-C3C682FF5269}" destId="{B3EAF4FE-659B-43EF-9199-461FB9B5E59E}" srcOrd="1" destOrd="0" presId="urn:microsoft.com/office/officeart/2009/3/layout/HorizontalOrganizationChart"/>
    <dgm:cxn modelId="{05934390-A107-44C1-B53B-A3A7508895A9}" type="presParOf" srcId="{B3EAF4FE-659B-43EF-9199-461FB9B5E59E}" destId="{C58A5AE6-68FF-4F07-9FC3-BE16B77B9881}" srcOrd="0" destOrd="0" presId="urn:microsoft.com/office/officeart/2009/3/layout/HorizontalOrganizationChart"/>
    <dgm:cxn modelId="{752F160B-DC86-438B-B596-335159012F0D}" type="presParOf" srcId="{C58A5AE6-68FF-4F07-9FC3-BE16B77B9881}" destId="{29573EF8-576A-486C-87FD-923B244CE63B}" srcOrd="0" destOrd="0" presId="urn:microsoft.com/office/officeart/2009/3/layout/HorizontalOrganizationChart"/>
    <dgm:cxn modelId="{85C956D9-1CF1-4108-BCAC-DAF2CA702098}" type="presParOf" srcId="{C58A5AE6-68FF-4F07-9FC3-BE16B77B9881}" destId="{52A84B9C-43E9-47C3-A5C6-6C7BFDAA8112}" srcOrd="1" destOrd="0" presId="urn:microsoft.com/office/officeart/2009/3/layout/HorizontalOrganizationChart"/>
    <dgm:cxn modelId="{F7114C90-28F6-466E-B78E-003C00D530B1}" type="presParOf" srcId="{B3EAF4FE-659B-43EF-9199-461FB9B5E59E}" destId="{C8C1ADB2-8682-47B7-8AA7-9F7061C0A620}" srcOrd="1" destOrd="0" presId="urn:microsoft.com/office/officeart/2009/3/layout/HorizontalOrganizationChart"/>
    <dgm:cxn modelId="{BA674CE8-F221-4578-A3A0-E476ADCF80B1}" type="presParOf" srcId="{B3EAF4FE-659B-43EF-9199-461FB9B5E59E}" destId="{4D5EFDF4-A9E0-48BA-A42D-369F8DE60BA6}" srcOrd="2" destOrd="0" presId="urn:microsoft.com/office/officeart/2009/3/layout/HorizontalOrganizationChart"/>
    <dgm:cxn modelId="{1C82A256-2CA3-4725-9B75-2069EED494A2}" type="presParOf" srcId="{106F0BAD-5FBF-411F-BE84-66106681F8ED}" destId="{F70CFB6A-A62A-4449-9493-4BFFF8B7D2ED}" srcOrd="2" destOrd="0" presId="urn:microsoft.com/office/officeart/2009/3/layout/HorizontalOrganizationChart"/>
    <dgm:cxn modelId="{D2CBBE32-6AD1-4902-8F70-4BDBDCC5F8B7}" type="presParOf" srcId="{3148A247-A9DD-4CB6-B112-E233B274F52A}" destId="{F1375C3B-8474-4233-85C5-4F6C462665CA}" srcOrd="4" destOrd="0" presId="urn:microsoft.com/office/officeart/2009/3/layout/HorizontalOrganizationChart"/>
    <dgm:cxn modelId="{D44FF002-7D44-4ECB-9FB1-8E209924F7A7}" type="presParOf" srcId="{3148A247-A9DD-4CB6-B112-E233B274F52A}" destId="{81C6A91F-1DFA-48C6-B176-9F4C40D19AB9}" srcOrd="5" destOrd="0" presId="urn:microsoft.com/office/officeart/2009/3/layout/HorizontalOrganizationChart"/>
    <dgm:cxn modelId="{447573E5-3F6A-42F9-A7B0-1DB9CFFB31D8}" type="presParOf" srcId="{81C6A91F-1DFA-48C6-B176-9F4C40D19AB9}" destId="{1A24BACB-C63A-4CC6-AC48-7FC1F31CEAD9}" srcOrd="0" destOrd="0" presId="urn:microsoft.com/office/officeart/2009/3/layout/HorizontalOrganizationChart"/>
    <dgm:cxn modelId="{F36F290D-354D-4C9E-B358-95E94CD51B10}" type="presParOf" srcId="{1A24BACB-C63A-4CC6-AC48-7FC1F31CEAD9}" destId="{E662AD5E-719C-4CF5-BC1B-315094376E46}" srcOrd="0" destOrd="0" presId="urn:microsoft.com/office/officeart/2009/3/layout/HorizontalOrganizationChart"/>
    <dgm:cxn modelId="{CE19DC84-8ACA-40DE-99C8-B9FFD484C7F5}" type="presParOf" srcId="{1A24BACB-C63A-4CC6-AC48-7FC1F31CEAD9}" destId="{C23956B8-5679-417B-8767-86EFA6F19BC1}" srcOrd="1" destOrd="0" presId="urn:microsoft.com/office/officeart/2009/3/layout/HorizontalOrganizationChart"/>
    <dgm:cxn modelId="{444C232C-7D2E-45EF-91C5-25334BEECCE0}" type="presParOf" srcId="{81C6A91F-1DFA-48C6-B176-9F4C40D19AB9}" destId="{9C08E97F-CC4A-496A-AEDF-FBC8DCD8A7F6}" srcOrd="1" destOrd="0" presId="urn:microsoft.com/office/officeart/2009/3/layout/HorizontalOrganizationChart"/>
    <dgm:cxn modelId="{9DC6CABD-9B7F-47C0-87FE-2D35CC28283A}" type="presParOf" srcId="{9C08E97F-CC4A-496A-AEDF-FBC8DCD8A7F6}" destId="{7155064F-B225-4AA2-8F4C-D76724600D41}" srcOrd="0" destOrd="0" presId="urn:microsoft.com/office/officeart/2009/3/layout/HorizontalOrganizationChart"/>
    <dgm:cxn modelId="{454E25DF-768B-448C-A482-E9F5EA54E210}" type="presParOf" srcId="{9C08E97F-CC4A-496A-AEDF-FBC8DCD8A7F6}" destId="{6A7A4AA2-22AF-465C-B105-3151A0DEB781}" srcOrd="1" destOrd="0" presId="urn:microsoft.com/office/officeart/2009/3/layout/HorizontalOrganizationChart"/>
    <dgm:cxn modelId="{6AA2133F-3518-4409-A216-67668230747B}" type="presParOf" srcId="{6A7A4AA2-22AF-465C-B105-3151A0DEB781}" destId="{F3EBFAD7-F457-422F-84EB-97F481FE1144}" srcOrd="0" destOrd="0" presId="urn:microsoft.com/office/officeart/2009/3/layout/HorizontalOrganizationChart"/>
    <dgm:cxn modelId="{19DF7FFF-C597-4A36-AD27-A8B29DAFD906}" type="presParOf" srcId="{F3EBFAD7-F457-422F-84EB-97F481FE1144}" destId="{18C261DE-3FD0-45DC-BDF2-F90C1E173590}" srcOrd="0" destOrd="0" presId="urn:microsoft.com/office/officeart/2009/3/layout/HorizontalOrganizationChart"/>
    <dgm:cxn modelId="{27900BD4-7677-4E7A-896E-F8C7D7377C3D}" type="presParOf" srcId="{F3EBFAD7-F457-422F-84EB-97F481FE1144}" destId="{93B537F8-132C-4941-B4CE-B3C75D77CE62}" srcOrd="1" destOrd="0" presId="urn:microsoft.com/office/officeart/2009/3/layout/HorizontalOrganizationChart"/>
    <dgm:cxn modelId="{B35B275D-9B4B-4540-83D4-F36466D3A403}" type="presParOf" srcId="{6A7A4AA2-22AF-465C-B105-3151A0DEB781}" destId="{33FC68CC-4FF7-4347-B2D1-715B740BB80C}" srcOrd="1" destOrd="0" presId="urn:microsoft.com/office/officeart/2009/3/layout/HorizontalOrganizationChart"/>
    <dgm:cxn modelId="{3450EC8B-F1A1-4947-9BB3-B60BA7D1A017}" type="presParOf" srcId="{33FC68CC-4FF7-4347-B2D1-715B740BB80C}" destId="{19509C11-E337-46F9-A816-7AE8AB4EA9F1}" srcOrd="0" destOrd="0" presId="urn:microsoft.com/office/officeart/2009/3/layout/HorizontalOrganizationChart"/>
    <dgm:cxn modelId="{4E6646B9-6780-46E3-BBF1-D3C33D24CBAC}" type="presParOf" srcId="{33FC68CC-4FF7-4347-B2D1-715B740BB80C}" destId="{87B7DF0E-66EC-4A43-BE8E-63AB50FC1D23}" srcOrd="1" destOrd="0" presId="urn:microsoft.com/office/officeart/2009/3/layout/HorizontalOrganizationChart"/>
    <dgm:cxn modelId="{DC9B2D49-ACAB-4CD0-B652-24202CF8DD02}" type="presParOf" srcId="{87B7DF0E-66EC-4A43-BE8E-63AB50FC1D23}" destId="{21CA679B-EBEF-4CA7-9F46-D5FF5646C06C}" srcOrd="0" destOrd="0" presId="urn:microsoft.com/office/officeart/2009/3/layout/HorizontalOrganizationChart"/>
    <dgm:cxn modelId="{830C2978-F877-446C-A8F1-EA917F05637F}" type="presParOf" srcId="{21CA679B-EBEF-4CA7-9F46-D5FF5646C06C}" destId="{75AC79AA-D383-4C05-AA96-11378C9CD2EA}" srcOrd="0" destOrd="0" presId="urn:microsoft.com/office/officeart/2009/3/layout/HorizontalOrganizationChart"/>
    <dgm:cxn modelId="{CD4C1B08-D3EE-4D4F-A1A3-6A5447F67AD8}" type="presParOf" srcId="{21CA679B-EBEF-4CA7-9F46-D5FF5646C06C}" destId="{60C33084-4AB8-48BB-A1E5-0566F29CE17C}" srcOrd="1" destOrd="0" presId="urn:microsoft.com/office/officeart/2009/3/layout/HorizontalOrganizationChart"/>
    <dgm:cxn modelId="{858C5F47-B964-4861-B927-58C0AD0A16A9}" type="presParOf" srcId="{87B7DF0E-66EC-4A43-BE8E-63AB50FC1D23}" destId="{A54C7CDC-21EE-434B-B95C-3C846543F2CC}" srcOrd="1" destOrd="0" presId="urn:microsoft.com/office/officeart/2009/3/layout/HorizontalOrganizationChart"/>
    <dgm:cxn modelId="{90C39E87-30CE-4A05-AA89-ECA0CACFAD0B}" type="presParOf" srcId="{87B7DF0E-66EC-4A43-BE8E-63AB50FC1D23}" destId="{8C920C0E-F76E-4353-BF43-75B03F4E83E2}" srcOrd="2" destOrd="0" presId="urn:microsoft.com/office/officeart/2009/3/layout/HorizontalOrganizationChart"/>
    <dgm:cxn modelId="{FAA532A9-BD36-4D50-AA79-3820A18FEFF2}" type="presParOf" srcId="{33FC68CC-4FF7-4347-B2D1-715B740BB80C}" destId="{E60CC840-0884-49B2-B001-3B528447A91F}" srcOrd="2" destOrd="0" presId="urn:microsoft.com/office/officeart/2009/3/layout/HorizontalOrganizationChart"/>
    <dgm:cxn modelId="{F1C608C6-14F1-4537-9136-977358A3C656}" type="presParOf" srcId="{33FC68CC-4FF7-4347-B2D1-715B740BB80C}" destId="{F432667D-6667-4C6C-AD84-AD03554FF870}" srcOrd="3" destOrd="0" presId="urn:microsoft.com/office/officeart/2009/3/layout/HorizontalOrganizationChart"/>
    <dgm:cxn modelId="{FD58FF6C-C2E5-4045-B896-6DF301EA448E}" type="presParOf" srcId="{F432667D-6667-4C6C-AD84-AD03554FF870}" destId="{ADD7398F-8A3C-4012-B4B5-2672DA3FC1A3}" srcOrd="0" destOrd="0" presId="urn:microsoft.com/office/officeart/2009/3/layout/HorizontalOrganizationChart"/>
    <dgm:cxn modelId="{F311CF85-2CE6-4E6B-980E-8D661B7BB140}" type="presParOf" srcId="{ADD7398F-8A3C-4012-B4B5-2672DA3FC1A3}" destId="{342507B3-B81D-4B63-B0B2-9067E69164D0}" srcOrd="0" destOrd="0" presId="urn:microsoft.com/office/officeart/2009/3/layout/HorizontalOrganizationChart"/>
    <dgm:cxn modelId="{303C9468-AD9A-4F8A-B29B-46F9AA1D90C4}" type="presParOf" srcId="{ADD7398F-8A3C-4012-B4B5-2672DA3FC1A3}" destId="{5BFAD9AD-0B3E-4B37-A155-BEF87A3D292C}" srcOrd="1" destOrd="0" presId="urn:microsoft.com/office/officeart/2009/3/layout/HorizontalOrganizationChart"/>
    <dgm:cxn modelId="{3ABD75D4-61B0-4390-A035-461CCDF36360}" type="presParOf" srcId="{F432667D-6667-4C6C-AD84-AD03554FF870}" destId="{45ED39A4-79F2-4923-BD2A-78BD263E0FFC}" srcOrd="1" destOrd="0" presId="urn:microsoft.com/office/officeart/2009/3/layout/HorizontalOrganizationChart"/>
    <dgm:cxn modelId="{72D36685-9BC1-435E-ACAA-972B00BA9151}" type="presParOf" srcId="{45ED39A4-79F2-4923-BD2A-78BD263E0FFC}" destId="{491C44F6-FCA6-4AA3-878D-9EC81256CA2C}" srcOrd="0" destOrd="0" presId="urn:microsoft.com/office/officeart/2009/3/layout/HorizontalOrganizationChart"/>
    <dgm:cxn modelId="{A0824B4F-529E-4EEF-ADB5-AA7B7367A84A}" type="presParOf" srcId="{45ED39A4-79F2-4923-BD2A-78BD263E0FFC}" destId="{586C44F9-0B8E-44AE-94FD-E1AAF70408D9}" srcOrd="1" destOrd="0" presId="urn:microsoft.com/office/officeart/2009/3/layout/HorizontalOrganizationChart"/>
    <dgm:cxn modelId="{6AF5A7BA-D878-44AA-87D4-F41161E803C3}" type="presParOf" srcId="{586C44F9-0B8E-44AE-94FD-E1AAF70408D9}" destId="{45CD6112-7066-4EFC-9BA8-BBC5CF60510E}" srcOrd="0" destOrd="0" presId="urn:microsoft.com/office/officeart/2009/3/layout/HorizontalOrganizationChart"/>
    <dgm:cxn modelId="{DCB442A4-4438-46E2-9F2B-DDDBDADEE62E}" type="presParOf" srcId="{45CD6112-7066-4EFC-9BA8-BBC5CF60510E}" destId="{94921CA2-8FD6-44FA-91DA-F879213D6035}" srcOrd="0" destOrd="0" presId="urn:microsoft.com/office/officeart/2009/3/layout/HorizontalOrganizationChart"/>
    <dgm:cxn modelId="{FAE6BC32-01C1-4F77-BDAC-D8A74F36406A}" type="presParOf" srcId="{45CD6112-7066-4EFC-9BA8-BBC5CF60510E}" destId="{273593FD-37AD-4535-8585-D3E2FD8D762F}" srcOrd="1" destOrd="0" presId="urn:microsoft.com/office/officeart/2009/3/layout/HorizontalOrganizationChart"/>
    <dgm:cxn modelId="{2B7102A2-35D2-4581-9481-29036F9A7D84}" type="presParOf" srcId="{586C44F9-0B8E-44AE-94FD-E1AAF70408D9}" destId="{1F75DE6F-C271-4B73-B71B-516101B40098}" srcOrd="1" destOrd="0" presId="urn:microsoft.com/office/officeart/2009/3/layout/HorizontalOrganizationChart"/>
    <dgm:cxn modelId="{E192A1C8-45F7-43B0-A034-D0B1BE9D5DED}" type="presParOf" srcId="{586C44F9-0B8E-44AE-94FD-E1AAF70408D9}" destId="{7E01D92E-3F1C-485A-809E-9BE123C01204}" srcOrd="2" destOrd="0" presId="urn:microsoft.com/office/officeart/2009/3/layout/HorizontalOrganizationChart"/>
    <dgm:cxn modelId="{9CF8EA55-1AD4-4A6B-AC87-FE690042816C}" type="presParOf" srcId="{45ED39A4-79F2-4923-BD2A-78BD263E0FFC}" destId="{F4FECAC1-B9DE-49D1-9073-5DE6D15D92D8}" srcOrd="2" destOrd="0" presId="urn:microsoft.com/office/officeart/2009/3/layout/HorizontalOrganizationChart"/>
    <dgm:cxn modelId="{0B45FB2D-BAA8-47FB-8C97-11C38523239E}" type="presParOf" srcId="{45ED39A4-79F2-4923-BD2A-78BD263E0FFC}" destId="{451C1FD5-9078-4737-9AD0-1A9DB7A8320B}" srcOrd="3" destOrd="0" presId="urn:microsoft.com/office/officeart/2009/3/layout/HorizontalOrganizationChart"/>
    <dgm:cxn modelId="{5862D8D5-4B40-4EA3-A2FD-2A6553FD3A2F}" type="presParOf" srcId="{451C1FD5-9078-4737-9AD0-1A9DB7A8320B}" destId="{4B2DDD45-09F2-4888-93B1-0B3A8586C28C}" srcOrd="0" destOrd="0" presId="urn:microsoft.com/office/officeart/2009/3/layout/HorizontalOrganizationChart"/>
    <dgm:cxn modelId="{E8828497-2049-41CC-9742-74CDEF1AC22F}" type="presParOf" srcId="{4B2DDD45-09F2-4888-93B1-0B3A8586C28C}" destId="{9826F399-AC98-4467-A374-E03F83A8C950}" srcOrd="0" destOrd="0" presId="urn:microsoft.com/office/officeart/2009/3/layout/HorizontalOrganizationChart"/>
    <dgm:cxn modelId="{1BB600F6-61DE-4CAE-8D2B-339291AC7F1B}" type="presParOf" srcId="{4B2DDD45-09F2-4888-93B1-0B3A8586C28C}" destId="{EA7E91B1-75C1-4A67-9C32-93D3DA041470}" srcOrd="1" destOrd="0" presId="urn:microsoft.com/office/officeart/2009/3/layout/HorizontalOrganizationChart"/>
    <dgm:cxn modelId="{87C91B0C-E4FA-4C8C-B5A9-AD860D598B03}" type="presParOf" srcId="{451C1FD5-9078-4737-9AD0-1A9DB7A8320B}" destId="{956BACB8-5CC7-4E07-960B-E84012A37A46}" srcOrd="1" destOrd="0" presId="urn:microsoft.com/office/officeart/2009/3/layout/HorizontalOrganizationChart"/>
    <dgm:cxn modelId="{C82FCF04-D6CF-49CB-8881-C5881DCA5E89}" type="presParOf" srcId="{451C1FD5-9078-4737-9AD0-1A9DB7A8320B}" destId="{AEA0F047-24D7-4242-8510-FF9A8CD75D83}" srcOrd="2" destOrd="0" presId="urn:microsoft.com/office/officeart/2009/3/layout/HorizontalOrganizationChart"/>
    <dgm:cxn modelId="{550CA6EC-E274-4045-93FC-88CE5C09893A}" type="presParOf" srcId="{45ED39A4-79F2-4923-BD2A-78BD263E0FFC}" destId="{2313DE9B-FBD9-4FB3-9A34-85304B6DD15A}" srcOrd="4" destOrd="0" presId="urn:microsoft.com/office/officeart/2009/3/layout/HorizontalOrganizationChart"/>
    <dgm:cxn modelId="{640D587C-5A4E-4B5B-8DBC-82D9D76C1EDF}" type="presParOf" srcId="{45ED39A4-79F2-4923-BD2A-78BD263E0FFC}" destId="{800FE410-AF40-48BF-9AA4-4362EAFA7C66}" srcOrd="5" destOrd="0" presId="urn:microsoft.com/office/officeart/2009/3/layout/HorizontalOrganizationChart"/>
    <dgm:cxn modelId="{BD28752E-BED6-4D14-B056-F171CDEB0395}" type="presParOf" srcId="{800FE410-AF40-48BF-9AA4-4362EAFA7C66}" destId="{2EC1C15B-84EE-4790-95EA-65134C50E253}" srcOrd="0" destOrd="0" presId="urn:microsoft.com/office/officeart/2009/3/layout/HorizontalOrganizationChart"/>
    <dgm:cxn modelId="{C94BD516-81F0-4668-B7C9-614D2CF6CD08}" type="presParOf" srcId="{2EC1C15B-84EE-4790-95EA-65134C50E253}" destId="{F19A3353-71BD-4368-A575-D65798E0793F}" srcOrd="0" destOrd="0" presId="urn:microsoft.com/office/officeart/2009/3/layout/HorizontalOrganizationChart"/>
    <dgm:cxn modelId="{96764DA9-62A3-42C2-A735-7C3E83B953C0}" type="presParOf" srcId="{2EC1C15B-84EE-4790-95EA-65134C50E253}" destId="{8A30CCFC-3326-4A69-A772-49CA9D9708C1}" srcOrd="1" destOrd="0" presId="urn:microsoft.com/office/officeart/2009/3/layout/HorizontalOrganizationChart"/>
    <dgm:cxn modelId="{EEA379BB-BF3F-4C6E-8B29-8465323C7118}" type="presParOf" srcId="{800FE410-AF40-48BF-9AA4-4362EAFA7C66}" destId="{C5732CB3-FA3F-4DD5-B2C7-54D276CAD06D}" srcOrd="1" destOrd="0" presId="urn:microsoft.com/office/officeart/2009/3/layout/HorizontalOrganizationChart"/>
    <dgm:cxn modelId="{DDECAFDD-5484-4BAB-AEF0-FB7FB9DFC54D}" type="presParOf" srcId="{800FE410-AF40-48BF-9AA4-4362EAFA7C66}" destId="{33781682-6C51-49DE-BFD6-D01833534CA3}" srcOrd="2" destOrd="0" presId="urn:microsoft.com/office/officeart/2009/3/layout/HorizontalOrganizationChart"/>
    <dgm:cxn modelId="{66520580-2049-4A6A-9DBC-3C5F87C7EA9F}" type="presParOf" srcId="{F432667D-6667-4C6C-AD84-AD03554FF870}" destId="{3AE139F1-7DA4-4713-84FE-3C706FC75CDF}" srcOrd="2" destOrd="0" presId="urn:microsoft.com/office/officeart/2009/3/layout/HorizontalOrganizationChart"/>
    <dgm:cxn modelId="{663F3AD4-9937-4E8E-9492-35A53C09096F}" type="presParOf" srcId="{33FC68CC-4FF7-4347-B2D1-715B740BB80C}" destId="{96F45DFD-1E75-4A97-B6C7-7C7137DC7843}" srcOrd="4" destOrd="0" presId="urn:microsoft.com/office/officeart/2009/3/layout/HorizontalOrganizationChart"/>
    <dgm:cxn modelId="{19D46DBD-D8F6-45EF-9725-C038755D4173}" type="presParOf" srcId="{33FC68CC-4FF7-4347-B2D1-715B740BB80C}" destId="{C3BB9DC9-A2C3-4358-B0E4-C07704ECAED4}" srcOrd="5" destOrd="0" presId="urn:microsoft.com/office/officeart/2009/3/layout/HorizontalOrganizationChart"/>
    <dgm:cxn modelId="{E8D37AE8-B357-461D-8E4A-9AF1CD879964}" type="presParOf" srcId="{C3BB9DC9-A2C3-4358-B0E4-C07704ECAED4}" destId="{B7356412-B21B-4B9E-A46B-1CC568780C2B}" srcOrd="0" destOrd="0" presId="urn:microsoft.com/office/officeart/2009/3/layout/HorizontalOrganizationChart"/>
    <dgm:cxn modelId="{574FE991-A1DC-4C16-A643-D4792047986C}" type="presParOf" srcId="{B7356412-B21B-4B9E-A46B-1CC568780C2B}" destId="{A1ED1B98-CE43-4C24-9242-4AB22DBDB4A9}" srcOrd="0" destOrd="0" presId="urn:microsoft.com/office/officeart/2009/3/layout/HorizontalOrganizationChart"/>
    <dgm:cxn modelId="{64F8AC46-18C0-42F1-87B7-78BAFD9E15AB}" type="presParOf" srcId="{B7356412-B21B-4B9E-A46B-1CC568780C2B}" destId="{37C90B64-E7BA-4705-B01B-B4FC3C3E76B6}" srcOrd="1" destOrd="0" presId="urn:microsoft.com/office/officeart/2009/3/layout/HorizontalOrganizationChart"/>
    <dgm:cxn modelId="{5673DC49-C796-43AE-BABC-676B100C7244}" type="presParOf" srcId="{C3BB9DC9-A2C3-4358-B0E4-C07704ECAED4}" destId="{56A3224D-9832-4D91-B1A2-67D624CFDDED}" srcOrd="1" destOrd="0" presId="urn:microsoft.com/office/officeart/2009/3/layout/HorizontalOrganizationChart"/>
    <dgm:cxn modelId="{5BD17F36-BD83-49E7-9A08-0FB495F553BE}" type="presParOf" srcId="{C3BB9DC9-A2C3-4358-B0E4-C07704ECAED4}" destId="{B5ADF96A-BD0E-4F5E-92A3-4931B3BE5CB3}" srcOrd="2" destOrd="0" presId="urn:microsoft.com/office/officeart/2009/3/layout/HorizontalOrganizationChart"/>
    <dgm:cxn modelId="{8596E4EF-467D-4808-A3F2-BCB58FD0A321}" type="presParOf" srcId="{33FC68CC-4FF7-4347-B2D1-715B740BB80C}" destId="{7762FE6A-E4BC-45DC-8E94-354B461B929A}" srcOrd="6" destOrd="0" presId="urn:microsoft.com/office/officeart/2009/3/layout/HorizontalOrganizationChart"/>
    <dgm:cxn modelId="{16704C48-AE40-4440-99F3-C06518D0309A}" type="presParOf" srcId="{33FC68CC-4FF7-4347-B2D1-715B740BB80C}" destId="{02A25410-31FE-4521-8C1B-FAB4512885A0}" srcOrd="7" destOrd="0" presId="urn:microsoft.com/office/officeart/2009/3/layout/HorizontalOrganizationChart"/>
    <dgm:cxn modelId="{80288135-9885-4D2E-8CBA-A7DD767084AF}" type="presParOf" srcId="{02A25410-31FE-4521-8C1B-FAB4512885A0}" destId="{2BB65407-481F-4889-9134-5FA0A0F4F190}" srcOrd="0" destOrd="0" presId="urn:microsoft.com/office/officeart/2009/3/layout/HorizontalOrganizationChart"/>
    <dgm:cxn modelId="{C686ED43-3AFC-4AB6-81F7-C86B9C175DA1}" type="presParOf" srcId="{2BB65407-481F-4889-9134-5FA0A0F4F190}" destId="{D839484C-8FA1-4AFE-9D6C-750AC8942E8D}" srcOrd="0" destOrd="0" presId="urn:microsoft.com/office/officeart/2009/3/layout/HorizontalOrganizationChart"/>
    <dgm:cxn modelId="{2989D49D-155D-4B87-9584-D1DCE07A0601}" type="presParOf" srcId="{2BB65407-481F-4889-9134-5FA0A0F4F190}" destId="{4DE68BC1-C468-43F6-8240-B3B3F12579B5}" srcOrd="1" destOrd="0" presId="urn:microsoft.com/office/officeart/2009/3/layout/HorizontalOrganizationChart"/>
    <dgm:cxn modelId="{D5BF5035-5CF7-40E9-982C-01B5A7FD4FD1}" type="presParOf" srcId="{02A25410-31FE-4521-8C1B-FAB4512885A0}" destId="{2FBFE2D9-C9F4-4CA0-881B-8F15E88A1649}" srcOrd="1" destOrd="0" presId="urn:microsoft.com/office/officeart/2009/3/layout/HorizontalOrganizationChart"/>
    <dgm:cxn modelId="{E2A69CBA-FF6A-4146-B321-F0E691D50D88}" type="presParOf" srcId="{02A25410-31FE-4521-8C1B-FAB4512885A0}" destId="{B85574E2-9875-4880-85F0-F500D2EE1B04}" srcOrd="2" destOrd="0" presId="urn:microsoft.com/office/officeart/2009/3/layout/HorizontalOrganizationChart"/>
    <dgm:cxn modelId="{04D1990A-0015-46FA-899C-C48BB09693E2}" type="presParOf" srcId="{6A7A4AA2-22AF-465C-B105-3151A0DEB781}" destId="{895C1D61-10EB-40EC-A006-9DBBD59CC4EA}" srcOrd="2" destOrd="0" presId="urn:microsoft.com/office/officeart/2009/3/layout/HorizontalOrganizationChart"/>
    <dgm:cxn modelId="{3B5C43B6-9C48-46B1-B019-4604429CB936}" type="presParOf" srcId="{81C6A91F-1DFA-48C6-B176-9F4C40D19AB9}" destId="{EBC72B5D-4A0E-49FF-B23F-C477F6B38555}" srcOrd="2" destOrd="0" presId="urn:microsoft.com/office/officeart/2009/3/layout/HorizontalOrganizationChart"/>
    <dgm:cxn modelId="{ADEBC907-CD15-48EB-9E19-27498E8B7970}" type="presParOf" srcId="{53043031-59B6-4FFB-B3A8-62530E0665DB}" destId="{4A0FEE4E-82D3-4339-A343-42B9F3106DB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9B5C16D-4489-41BE-B1DD-5AEA06D61CCC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56E07DB-B714-4DF7-8F88-164244CB0A7F}">
      <dgm:prSet phldrT="[Texto]"/>
      <dgm:spPr/>
      <dgm:t>
        <a:bodyPr/>
        <a:lstStyle/>
        <a:p>
          <a:pPr algn="l"/>
          <a:r>
            <a:rPr lang="en-US"/>
            <a:t>vswsigappgapver</a:t>
          </a:r>
        </a:p>
      </dgm:t>
    </dgm:pt>
    <dgm:pt modelId="{49A5431F-41F9-4026-B6A0-7C10C76C3C0E}" type="parTrans" cxnId="{E534BF04-69E3-4EC4-971E-A143A3CA107C}">
      <dgm:prSet/>
      <dgm:spPr/>
      <dgm:t>
        <a:bodyPr/>
        <a:lstStyle/>
        <a:p>
          <a:pPr algn="l"/>
          <a:endParaRPr lang="en-US"/>
        </a:p>
      </dgm:t>
    </dgm:pt>
    <dgm:pt modelId="{6FE6539F-86BB-4619-987F-93934631A035}" type="sibTrans" cxnId="{E534BF04-69E3-4EC4-971E-A143A3CA107C}">
      <dgm:prSet/>
      <dgm:spPr/>
      <dgm:t>
        <a:bodyPr/>
        <a:lstStyle/>
        <a:p>
          <a:pPr algn="l"/>
          <a:endParaRPr lang="en-US"/>
        </a:p>
      </dgm:t>
    </dgm:pt>
    <dgm:pt modelId="{487651B3-7F91-4A4D-B421-C23C06A7B8F7}">
      <dgm:prSet phldrT="[Texto]"/>
      <dgm:spPr/>
      <dgm:t>
        <a:bodyPr/>
        <a:lstStyle/>
        <a:p>
          <a:pPr algn="l"/>
          <a:r>
            <a:rPr lang="en-US"/>
            <a:t>04_LOADER</a:t>
          </a:r>
        </a:p>
      </dgm:t>
    </dgm:pt>
    <dgm:pt modelId="{24587A1C-AEFC-46CE-9424-0D4A87DFA518}" type="parTrans" cxnId="{B603A071-09A9-4A6B-AEA6-E2DC6531ECFC}">
      <dgm:prSet/>
      <dgm:spPr/>
      <dgm:t>
        <a:bodyPr/>
        <a:lstStyle/>
        <a:p>
          <a:pPr algn="l"/>
          <a:endParaRPr lang="en-US"/>
        </a:p>
      </dgm:t>
    </dgm:pt>
    <dgm:pt modelId="{9B9277D7-45C5-4C5B-9E88-F69B18672FC1}" type="sibTrans" cxnId="{B603A071-09A9-4A6B-AEA6-E2DC6531ECFC}">
      <dgm:prSet/>
      <dgm:spPr/>
      <dgm:t>
        <a:bodyPr/>
        <a:lstStyle/>
        <a:p>
          <a:pPr algn="l"/>
          <a:endParaRPr lang="en-US"/>
        </a:p>
      </dgm:t>
    </dgm:pt>
    <dgm:pt modelId="{AD0CC491-19DE-40A1-B8BF-60C0364E425D}">
      <dgm:prSet phldrT="[Texto]"/>
      <dgm:spPr/>
      <dgm:t>
        <a:bodyPr/>
        <a:lstStyle/>
        <a:p>
          <a:pPr algn="l"/>
          <a:r>
            <a:rPr lang="en-US"/>
            <a:t>05_PL_SQL</a:t>
          </a:r>
        </a:p>
      </dgm:t>
    </dgm:pt>
    <dgm:pt modelId="{E864611F-03F7-44E4-97E6-532F9DCFA644}" type="parTrans" cxnId="{B88E1E40-8FB9-4D7E-9FC6-62D52654FB2E}">
      <dgm:prSet/>
      <dgm:spPr/>
      <dgm:t>
        <a:bodyPr/>
        <a:lstStyle/>
        <a:p>
          <a:pPr algn="l"/>
          <a:endParaRPr lang="en-US"/>
        </a:p>
      </dgm:t>
    </dgm:pt>
    <dgm:pt modelId="{9F9021F1-EEC9-4F6E-8529-CF072439F344}" type="sibTrans" cxnId="{B88E1E40-8FB9-4D7E-9FC6-62D52654FB2E}">
      <dgm:prSet/>
      <dgm:spPr/>
      <dgm:t>
        <a:bodyPr/>
        <a:lstStyle/>
        <a:p>
          <a:pPr algn="l"/>
          <a:endParaRPr lang="en-US"/>
        </a:p>
      </dgm:t>
    </dgm:pt>
    <dgm:pt modelId="{4A37DF72-D52F-400A-B236-DED0ACED9FC0}">
      <dgm:prSet phldrT="[Texto]"/>
      <dgm:spPr/>
      <dgm:t>
        <a:bodyPr/>
        <a:lstStyle/>
        <a:p>
          <a:pPr algn="l"/>
          <a:r>
            <a:rPr lang="en-US"/>
            <a:t>06_SHELL_SCRIPT</a:t>
          </a:r>
        </a:p>
      </dgm:t>
    </dgm:pt>
    <dgm:pt modelId="{3F0D70B5-0AF1-4254-B131-050140132132}" type="parTrans" cxnId="{07D5A3F0-7BD6-4E97-ADE0-4794F0C4854B}">
      <dgm:prSet/>
      <dgm:spPr/>
      <dgm:t>
        <a:bodyPr/>
        <a:lstStyle/>
        <a:p>
          <a:pPr algn="l"/>
          <a:endParaRPr lang="en-US"/>
        </a:p>
      </dgm:t>
    </dgm:pt>
    <dgm:pt modelId="{F21B984D-1266-44AB-AD13-DE1C384C69F9}" type="sibTrans" cxnId="{07D5A3F0-7BD6-4E97-ADE0-4794F0C4854B}">
      <dgm:prSet/>
      <dgm:spPr/>
      <dgm:t>
        <a:bodyPr/>
        <a:lstStyle/>
        <a:p>
          <a:pPr algn="l"/>
          <a:endParaRPr lang="en-US"/>
        </a:p>
      </dgm:t>
    </dgm:pt>
    <dgm:pt modelId="{0FF9020E-C8CD-4F45-8B40-E5086C1A616C}">
      <dgm:prSet/>
      <dgm:spPr/>
      <dgm:t>
        <a:bodyPr/>
        <a:lstStyle/>
        <a:p>
          <a:pPr algn="l"/>
          <a:r>
            <a:rPr lang="en-US"/>
            <a:t>07_LOG</a:t>
          </a:r>
        </a:p>
      </dgm:t>
    </dgm:pt>
    <dgm:pt modelId="{3AEC2BE0-3285-409F-9CCF-ECEB42DC977E}" type="parTrans" cxnId="{A24CAE5C-3C15-44AA-83FA-EBD4F88464E2}">
      <dgm:prSet/>
      <dgm:spPr/>
      <dgm:t>
        <a:bodyPr/>
        <a:lstStyle/>
        <a:p>
          <a:pPr algn="l"/>
          <a:endParaRPr lang="en-US"/>
        </a:p>
      </dgm:t>
    </dgm:pt>
    <dgm:pt modelId="{6AA481B2-EE81-4431-8B75-BF6AD75EAAC5}" type="sibTrans" cxnId="{A24CAE5C-3C15-44AA-83FA-EBD4F88464E2}">
      <dgm:prSet/>
      <dgm:spPr/>
      <dgm:t>
        <a:bodyPr/>
        <a:lstStyle/>
        <a:p>
          <a:pPr algn="l"/>
          <a:endParaRPr lang="en-US"/>
        </a:p>
      </dgm:t>
    </dgm:pt>
    <dgm:pt modelId="{4F0EE018-6DEE-4FAC-843E-A019170D855E}">
      <dgm:prSet/>
      <dgm:spPr/>
      <dgm:t>
        <a:bodyPr/>
        <a:lstStyle/>
        <a:p>
          <a:pPr algn="l"/>
          <a:r>
            <a:rPr lang="en-US"/>
            <a:t>*.ldt</a:t>
          </a:r>
        </a:p>
      </dgm:t>
    </dgm:pt>
    <dgm:pt modelId="{E41B6437-9439-4571-9996-9F13C1D973F9}" type="parTrans" cxnId="{7A8F6CDD-0D91-438A-A45B-EE45586155FD}">
      <dgm:prSet/>
      <dgm:spPr/>
      <dgm:t>
        <a:bodyPr/>
        <a:lstStyle/>
        <a:p>
          <a:pPr algn="l"/>
          <a:endParaRPr lang="en-US"/>
        </a:p>
      </dgm:t>
    </dgm:pt>
    <dgm:pt modelId="{5BE94C64-8243-4FBB-B8F5-2B06A037433D}" type="sibTrans" cxnId="{7A8F6CDD-0D91-438A-A45B-EE45586155FD}">
      <dgm:prSet/>
      <dgm:spPr/>
      <dgm:t>
        <a:bodyPr/>
        <a:lstStyle/>
        <a:p>
          <a:pPr algn="l"/>
          <a:endParaRPr lang="en-US"/>
        </a:p>
      </dgm:t>
    </dgm:pt>
    <dgm:pt modelId="{058D9B63-61BB-4E11-985E-0B84A036D5D3}">
      <dgm:prSet/>
      <dgm:spPr/>
      <dgm:t>
        <a:bodyPr/>
        <a:lstStyle/>
        <a:p>
          <a:pPr algn="l"/>
          <a:r>
            <a:rPr lang="en-US"/>
            <a:t>bbts_instala</a:t>
          </a:r>
        </a:p>
      </dgm:t>
    </dgm:pt>
    <dgm:pt modelId="{9ED1230D-B76A-4747-80E3-498EC000AB56}" type="parTrans" cxnId="{3A33A2B5-AA8F-4A7C-8432-78CB2EF646A8}">
      <dgm:prSet/>
      <dgm:spPr/>
      <dgm:t>
        <a:bodyPr/>
        <a:lstStyle/>
        <a:p>
          <a:pPr algn="l"/>
          <a:endParaRPr lang="en-US"/>
        </a:p>
      </dgm:t>
    </dgm:pt>
    <dgm:pt modelId="{351EB99D-6BE1-47E8-97AB-9440FA07A9B8}" type="sibTrans" cxnId="{3A33A2B5-AA8F-4A7C-8432-78CB2EF646A8}">
      <dgm:prSet/>
      <dgm:spPr/>
      <dgm:t>
        <a:bodyPr/>
        <a:lstStyle/>
        <a:p>
          <a:pPr algn="l"/>
          <a:endParaRPr lang="en-US"/>
        </a:p>
      </dgm:t>
    </dgm:pt>
    <dgm:pt modelId="{8E98C194-66E9-404A-B9AC-B069E92F31C4}">
      <dgm:prSet/>
      <dgm:spPr/>
      <dgm:t>
        <a:bodyPr/>
        <a:lstStyle/>
        <a:p>
          <a:pPr algn="l"/>
          <a:r>
            <a:rPr lang="en-US"/>
            <a:t>bbts_controle</a:t>
          </a:r>
        </a:p>
      </dgm:t>
    </dgm:pt>
    <dgm:pt modelId="{DF1D48F8-EDE6-40D1-9663-79CABB931F7C}" type="parTrans" cxnId="{8ED603A6-884B-46D9-98DC-8E1E2097000D}">
      <dgm:prSet/>
      <dgm:spPr/>
      <dgm:t>
        <a:bodyPr/>
        <a:lstStyle/>
        <a:p>
          <a:pPr algn="l"/>
          <a:endParaRPr lang="en-US"/>
        </a:p>
      </dgm:t>
    </dgm:pt>
    <dgm:pt modelId="{F0F48DB1-FD52-4986-88B7-9503FACECAAA}" type="sibTrans" cxnId="{8ED603A6-884B-46D9-98DC-8E1E2097000D}">
      <dgm:prSet/>
      <dgm:spPr/>
      <dgm:t>
        <a:bodyPr/>
        <a:lstStyle/>
        <a:p>
          <a:pPr algn="l"/>
          <a:endParaRPr lang="en-US"/>
        </a:p>
      </dgm:t>
    </dgm:pt>
    <dgm:pt modelId="{A3C5F5D8-1B37-4948-A73C-C2B47102D401}">
      <dgm:prSet/>
      <dgm:spPr/>
      <dgm:t>
        <a:bodyPr/>
        <a:lstStyle/>
        <a:p>
          <a:pPr algn="l"/>
          <a:r>
            <a:rPr lang="en-US"/>
            <a:t>bbts_desinstala</a:t>
          </a:r>
        </a:p>
      </dgm:t>
    </dgm:pt>
    <dgm:pt modelId="{34DCD775-3C2B-41AE-959B-706C721C1674}" type="parTrans" cxnId="{47910067-5B10-4ED5-83C9-01B1E8DAB58C}">
      <dgm:prSet/>
      <dgm:spPr/>
      <dgm:t>
        <a:bodyPr/>
        <a:lstStyle/>
        <a:p>
          <a:pPr algn="l"/>
          <a:endParaRPr lang="en-US"/>
        </a:p>
      </dgm:t>
    </dgm:pt>
    <dgm:pt modelId="{FFB0BB72-C78B-4BAD-BDB7-D4D30019BAFD}" type="sibTrans" cxnId="{47910067-5B10-4ED5-83C9-01B1E8DAB58C}">
      <dgm:prSet/>
      <dgm:spPr/>
      <dgm:t>
        <a:bodyPr/>
        <a:lstStyle/>
        <a:p>
          <a:pPr algn="l"/>
          <a:endParaRPr lang="en-US"/>
        </a:p>
      </dgm:t>
    </dgm:pt>
    <dgm:pt modelId="{35536BCA-007C-48F2-9A9B-81F04CDFCEF9}">
      <dgm:prSet/>
      <dgm:spPr/>
      <dgm:t>
        <a:bodyPr/>
        <a:lstStyle/>
        <a:p>
          <a:pPr algn="l"/>
          <a:r>
            <a:rPr lang="en-US"/>
            <a:t>bbts_executa</a:t>
          </a:r>
        </a:p>
      </dgm:t>
    </dgm:pt>
    <dgm:pt modelId="{D5E55462-4DD9-4E9E-BEFB-5E14ECB7DFD8}" type="parTrans" cxnId="{A41827E4-CA2D-4B7E-9C6F-896ADEA097F0}">
      <dgm:prSet/>
      <dgm:spPr/>
      <dgm:t>
        <a:bodyPr/>
        <a:lstStyle/>
        <a:p>
          <a:pPr algn="l"/>
          <a:endParaRPr lang="en-US"/>
        </a:p>
      </dgm:t>
    </dgm:pt>
    <dgm:pt modelId="{E4191929-67F2-4281-A2A1-F4632FCA9512}" type="sibTrans" cxnId="{A41827E4-CA2D-4B7E-9C6F-896ADEA097F0}">
      <dgm:prSet/>
      <dgm:spPr/>
      <dgm:t>
        <a:bodyPr/>
        <a:lstStyle/>
        <a:p>
          <a:pPr algn="l"/>
          <a:endParaRPr lang="en-US"/>
        </a:p>
      </dgm:t>
    </dgm:pt>
    <dgm:pt modelId="{23B41363-BF00-49FA-B4C7-7842E317C2FC}">
      <dgm:prSet/>
      <dgm:spPr/>
      <dgm:t>
        <a:bodyPr/>
        <a:lstStyle/>
        <a:p>
          <a:pPr algn="l"/>
          <a:r>
            <a:rPr lang="en-US"/>
            <a:t>*.{definição}</a:t>
          </a:r>
        </a:p>
      </dgm:t>
    </dgm:pt>
    <dgm:pt modelId="{EB411886-C9F8-48E4-9464-75EDDBF3A080}" type="parTrans" cxnId="{8164F3D8-EB4F-4D6E-9E9B-B9CBEDEFDAD2}">
      <dgm:prSet/>
      <dgm:spPr/>
      <dgm:t>
        <a:bodyPr/>
        <a:lstStyle/>
        <a:p>
          <a:pPr algn="l"/>
          <a:endParaRPr lang="en-US"/>
        </a:p>
      </dgm:t>
    </dgm:pt>
    <dgm:pt modelId="{8E1D3BF0-5603-4BEB-84DF-4B3D90F3A114}" type="sibTrans" cxnId="{8164F3D8-EB4F-4D6E-9E9B-B9CBEDEFDAD2}">
      <dgm:prSet/>
      <dgm:spPr/>
      <dgm:t>
        <a:bodyPr/>
        <a:lstStyle/>
        <a:p>
          <a:pPr algn="l"/>
          <a:endParaRPr lang="en-US"/>
        </a:p>
      </dgm:t>
    </dgm:pt>
    <dgm:pt modelId="{DA904B43-0C39-49BA-90DC-1873A655D64E}">
      <dgm:prSet/>
      <dgm:spPr/>
      <dgm:t>
        <a:bodyPr/>
        <a:lstStyle/>
        <a:p>
          <a:pPr algn="l"/>
          <a:r>
            <a:rPr lang="en-US"/>
            <a:t>bbts_recompila</a:t>
          </a:r>
        </a:p>
      </dgm:t>
    </dgm:pt>
    <dgm:pt modelId="{EBB99EA0-2734-47ED-ADEB-AC87AD2A91EA}" type="parTrans" cxnId="{C2B46893-55AE-4BA0-81B9-3D84472DCA0E}">
      <dgm:prSet/>
      <dgm:spPr/>
      <dgm:t>
        <a:bodyPr/>
        <a:lstStyle/>
        <a:p>
          <a:pPr algn="l"/>
          <a:endParaRPr lang="en-US"/>
        </a:p>
      </dgm:t>
    </dgm:pt>
    <dgm:pt modelId="{B41B8FC2-CE40-4B54-9DE0-0E732E3BCDAD}" type="sibTrans" cxnId="{C2B46893-55AE-4BA0-81B9-3D84472DCA0E}">
      <dgm:prSet/>
      <dgm:spPr/>
      <dgm:t>
        <a:bodyPr/>
        <a:lstStyle/>
        <a:p>
          <a:pPr algn="l"/>
          <a:endParaRPr lang="en-US"/>
        </a:p>
      </dgm:t>
    </dgm:pt>
    <dgm:pt modelId="{7863F340-70D8-4C01-BBB2-0C05B9EFE0BB}">
      <dgm:prSet/>
      <dgm:spPr/>
      <dgm:t>
        <a:bodyPr/>
        <a:lstStyle/>
        <a:p>
          <a:pPr algn="l"/>
          <a:r>
            <a:rPr lang="en-US"/>
            <a:t>*.{sh|bat}</a:t>
          </a:r>
        </a:p>
      </dgm:t>
    </dgm:pt>
    <dgm:pt modelId="{BF19D90E-CC4E-492A-B1BF-1E86ACD69147}" type="parTrans" cxnId="{0E95ED12-D4F0-4397-A3CA-B3154A7C3A53}">
      <dgm:prSet/>
      <dgm:spPr/>
      <dgm:t>
        <a:bodyPr/>
        <a:lstStyle/>
        <a:p>
          <a:pPr algn="l"/>
          <a:endParaRPr lang="en-US"/>
        </a:p>
      </dgm:t>
    </dgm:pt>
    <dgm:pt modelId="{4510CBA0-97B2-4C97-B5F1-B34F425D26A2}" type="sibTrans" cxnId="{0E95ED12-D4F0-4397-A3CA-B3154A7C3A53}">
      <dgm:prSet/>
      <dgm:spPr/>
      <dgm:t>
        <a:bodyPr/>
        <a:lstStyle/>
        <a:p>
          <a:pPr algn="l"/>
          <a:endParaRPr lang="en-US"/>
        </a:p>
      </dgm:t>
    </dgm:pt>
    <dgm:pt modelId="{45409320-5D4A-493E-9E39-E3CCB77F1457}">
      <dgm:prSet/>
      <dgm:spPr/>
      <dgm:t>
        <a:bodyPr/>
        <a:lstStyle/>
        <a:p>
          <a:pPr algn="l"/>
          <a:r>
            <a:rPr lang="en-US"/>
            <a:t>*.log</a:t>
          </a:r>
        </a:p>
      </dgm:t>
    </dgm:pt>
    <dgm:pt modelId="{C7F43BC7-1B9B-461A-915C-56E7FCD14627}" type="parTrans" cxnId="{B6554C7E-39B7-4B82-B36D-8DDCB49F3652}">
      <dgm:prSet/>
      <dgm:spPr/>
      <dgm:t>
        <a:bodyPr/>
        <a:lstStyle/>
        <a:p>
          <a:pPr algn="l"/>
          <a:endParaRPr lang="en-US"/>
        </a:p>
      </dgm:t>
    </dgm:pt>
    <dgm:pt modelId="{D7FDC131-1C3D-40BB-95BB-7A77ABE526F6}" type="sibTrans" cxnId="{B6554C7E-39B7-4B82-B36D-8DDCB49F3652}">
      <dgm:prSet/>
      <dgm:spPr/>
      <dgm:t>
        <a:bodyPr/>
        <a:lstStyle/>
        <a:p>
          <a:pPr algn="l"/>
          <a:endParaRPr lang="en-US"/>
        </a:p>
      </dgm:t>
    </dgm:pt>
    <dgm:pt modelId="{BAAB65BF-617D-4EC1-A1EE-690A1D7A59B0}" type="pres">
      <dgm:prSet presAssocID="{D9B5C16D-4489-41BE-B1DD-5AEA06D61CC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AD9792C-A725-4FEB-B3FC-3A25B8367B25}" type="pres">
      <dgm:prSet presAssocID="{956E07DB-B714-4DF7-8F88-164244CB0A7F}" presName="hierRoot1" presStyleCnt="0">
        <dgm:presLayoutVars>
          <dgm:hierBranch val="init"/>
        </dgm:presLayoutVars>
      </dgm:prSet>
      <dgm:spPr/>
    </dgm:pt>
    <dgm:pt modelId="{FC6220E6-FA74-4F75-A782-29C997579044}" type="pres">
      <dgm:prSet presAssocID="{956E07DB-B714-4DF7-8F88-164244CB0A7F}" presName="rootComposite1" presStyleCnt="0"/>
      <dgm:spPr/>
    </dgm:pt>
    <dgm:pt modelId="{492D9BA2-2344-4CB0-929F-411DE6BCE095}" type="pres">
      <dgm:prSet presAssocID="{956E07DB-B714-4DF7-8F88-164244CB0A7F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2985DA-DD1B-436F-ADEF-050B0B28C763}" type="pres">
      <dgm:prSet presAssocID="{956E07DB-B714-4DF7-8F88-164244CB0A7F}" presName="rootConnector1" presStyleLbl="node1" presStyleIdx="0" presStyleCnt="0"/>
      <dgm:spPr/>
      <dgm:t>
        <a:bodyPr/>
        <a:lstStyle/>
        <a:p>
          <a:endParaRPr lang="en-US"/>
        </a:p>
      </dgm:t>
    </dgm:pt>
    <dgm:pt modelId="{C74009B1-7ED2-4F09-A5F1-7441A7F12868}" type="pres">
      <dgm:prSet presAssocID="{956E07DB-B714-4DF7-8F88-164244CB0A7F}" presName="hierChild2" presStyleCnt="0"/>
      <dgm:spPr/>
    </dgm:pt>
    <dgm:pt modelId="{3ECB8761-77E8-4375-AB41-4C8FA63F3741}" type="pres">
      <dgm:prSet presAssocID="{24587A1C-AEFC-46CE-9424-0D4A87DFA518}" presName="Name64" presStyleLbl="parChTrans1D2" presStyleIdx="0" presStyleCnt="4"/>
      <dgm:spPr/>
      <dgm:t>
        <a:bodyPr/>
        <a:lstStyle/>
        <a:p>
          <a:endParaRPr lang="en-US"/>
        </a:p>
      </dgm:t>
    </dgm:pt>
    <dgm:pt modelId="{75672C71-DCFC-4352-84C7-1B9E64025ADD}" type="pres">
      <dgm:prSet presAssocID="{487651B3-7F91-4A4D-B421-C23C06A7B8F7}" presName="hierRoot2" presStyleCnt="0">
        <dgm:presLayoutVars>
          <dgm:hierBranch val="init"/>
        </dgm:presLayoutVars>
      </dgm:prSet>
      <dgm:spPr/>
    </dgm:pt>
    <dgm:pt modelId="{9A72E3DE-4903-43B7-90B2-DDD4E3AB11AC}" type="pres">
      <dgm:prSet presAssocID="{487651B3-7F91-4A4D-B421-C23C06A7B8F7}" presName="rootComposite" presStyleCnt="0"/>
      <dgm:spPr/>
    </dgm:pt>
    <dgm:pt modelId="{07F9AAB5-3664-41FD-91D8-2A24628735F1}" type="pres">
      <dgm:prSet presAssocID="{487651B3-7F91-4A4D-B421-C23C06A7B8F7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1CD85A4-4B2D-4A3C-9F78-56C0FCBB5DAA}" type="pres">
      <dgm:prSet presAssocID="{487651B3-7F91-4A4D-B421-C23C06A7B8F7}" presName="rootConnector" presStyleLbl="node2" presStyleIdx="0" presStyleCnt="4"/>
      <dgm:spPr/>
      <dgm:t>
        <a:bodyPr/>
        <a:lstStyle/>
        <a:p>
          <a:endParaRPr lang="en-US"/>
        </a:p>
      </dgm:t>
    </dgm:pt>
    <dgm:pt modelId="{74910AA4-0226-4B8B-9C82-11A84A6C4454}" type="pres">
      <dgm:prSet presAssocID="{487651B3-7F91-4A4D-B421-C23C06A7B8F7}" presName="hierChild4" presStyleCnt="0"/>
      <dgm:spPr/>
    </dgm:pt>
    <dgm:pt modelId="{B97C2215-E2F8-4812-A1A5-E96EC706875B}" type="pres">
      <dgm:prSet presAssocID="{E41B6437-9439-4571-9996-9F13C1D973F9}" presName="Name64" presStyleLbl="parChTrans1D3" presStyleIdx="0" presStyleCnt="9"/>
      <dgm:spPr/>
      <dgm:t>
        <a:bodyPr/>
        <a:lstStyle/>
        <a:p>
          <a:endParaRPr lang="en-US"/>
        </a:p>
      </dgm:t>
    </dgm:pt>
    <dgm:pt modelId="{D9DCFB19-3483-4A27-9980-3E8FC66230F0}" type="pres">
      <dgm:prSet presAssocID="{4F0EE018-6DEE-4FAC-843E-A019170D855E}" presName="hierRoot2" presStyleCnt="0">
        <dgm:presLayoutVars>
          <dgm:hierBranch val="init"/>
        </dgm:presLayoutVars>
      </dgm:prSet>
      <dgm:spPr/>
    </dgm:pt>
    <dgm:pt modelId="{4310F51F-B680-4B8B-8801-A2F9A2B10939}" type="pres">
      <dgm:prSet presAssocID="{4F0EE018-6DEE-4FAC-843E-A019170D855E}" presName="rootComposite" presStyleCnt="0"/>
      <dgm:spPr/>
    </dgm:pt>
    <dgm:pt modelId="{9BA62767-7FB0-4ED5-8618-F54C166CF54F}" type="pres">
      <dgm:prSet presAssocID="{4F0EE018-6DEE-4FAC-843E-A019170D855E}" presName="rootText" presStyleLbl="node3" presStyleIdx="0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2D26500-BDD3-41E8-ADB6-EBD279E0D9B5}" type="pres">
      <dgm:prSet presAssocID="{4F0EE018-6DEE-4FAC-843E-A019170D855E}" presName="rootConnector" presStyleLbl="node3" presStyleIdx="0" presStyleCnt="9"/>
      <dgm:spPr/>
      <dgm:t>
        <a:bodyPr/>
        <a:lstStyle/>
        <a:p>
          <a:endParaRPr lang="en-US"/>
        </a:p>
      </dgm:t>
    </dgm:pt>
    <dgm:pt modelId="{74A74B68-57EF-4C96-AF49-3E25281EDCC6}" type="pres">
      <dgm:prSet presAssocID="{4F0EE018-6DEE-4FAC-843E-A019170D855E}" presName="hierChild4" presStyleCnt="0"/>
      <dgm:spPr/>
    </dgm:pt>
    <dgm:pt modelId="{03AB8066-A3A5-4AC9-82E9-EBA593A20982}" type="pres">
      <dgm:prSet presAssocID="{4F0EE018-6DEE-4FAC-843E-A019170D855E}" presName="hierChild5" presStyleCnt="0"/>
      <dgm:spPr/>
    </dgm:pt>
    <dgm:pt modelId="{802D86DF-7847-49B5-88D5-FA9F18DFC033}" type="pres">
      <dgm:prSet presAssocID="{487651B3-7F91-4A4D-B421-C23C06A7B8F7}" presName="hierChild5" presStyleCnt="0"/>
      <dgm:spPr/>
    </dgm:pt>
    <dgm:pt modelId="{520E1640-1CA7-4F5A-BF44-5922AB75A668}" type="pres">
      <dgm:prSet presAssocID="{E864611F-03F7-44E4-97E6-532F9DCFA644}" presName="Name64" presStyleLbl="parChTrans1D2" presStyleIdx="1" presStyleCnt="4"/>
      <dgm:spPr/>
      <dgm:t>
        <a:bodyPr/>
        <a:lstStyle/>
        <a:p>
          <a:endParaRPr lang="en-US"/>
        </a:p>
      </dgm:t>
    </dgm:pt>
    <dgm:pt modelId="{EFF0CF33-4F9E-417E-9E4A-67F5C1BDBB04}" type="pres">
      <dgm:prSet presAssocID="{AD0CC491-19DE-40A1-B8BF-60C0364E425D}" presName="hierRoot2" presStyleCnt="0">
        <dgm:presLayoutVars>
          <dgm:hierBranch val="init"/>
        </dgm:presLayoutVars>
      </dgm:prSet>
      <dgm:spPr/>
    </dgm:pt>
    <dgm:pt modelId="{B92AFC85-8C8D-432E-96E3-35CA02151796}" type="pres">
      <dgm:prSet presAssocID="{AD0CC491-19DE-40A1-B8BF-60C0364E425D}" presName="rootComposite" presStyleCnt="0"/>
      <dgm:spPr/>
    </dgm:pt>
    <dgm:pt modelId="{B38DF8CB-6B88-4811-AAA2-19985CE6901B}" type="pres">
      <dgm:prSet presAssocID="{AD0CC491-19DE-40A1-B8BF-60C0364E425D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F105CA9-08B6-47D4-94BA-97B832762482}" type="pres">
      <dgm:prSet presAssocID="{AD0CC491-19DE-40A1-B8BF-60C0364E425D}" presName="rootConnector" presStyleLbl="node2" presStyleIdx="1" presStyleCnt="4"/>
      <dgm:spPr/>
      <dgm:t>
        <a:bodyPr/>
        <a:lstStyle/>
        <a:p>
          <a:endParaRPr lang="en-US"/>
        </a:p>
      </dgm:t>
    </dgm:pt>
    <dgm:pt modelId="{B12B23CA-7606-4A40-847A-BD54F1B00767}" type="pres">
      <dgm:prSet presAssocID="{AD0CC491-19DE-40A1-B8BF-60C0364E425D}" presName="hierChild4" presStyleCnt="0"/>
      <dgm:spPr/>
    </dgm:pt>
    <dgm:pt modelId="{9EB7A928-8EF2-43EC-A4F2-D065B7285C7B}" type="pres">
      <dgm:prSet presAssocID="{DF1D48F8-EDE6-40D1-9663-79CABB931F7C}" presName="Name64" presStyleLbl="parChTrans1D3" presStyleIdx="1" presStyleCnt="9"/>
      <dgm:spPr/>
      <dgm:t>
        <a:bodyPr/>
        <a:lstStyle/>
        <a:p>
          <a:endParaRPr lang="en-US"/>
        </a:p>
      </dgm:t>
    </dgm:pt>
    <dgm:pt modelId="{4047B8DA-AA42-4C91-81BA-3F7BCEF55F7E}" type="pres">
      <dgm:prSet presAssocID="{8E98C194-66E9-404A-B9AC-B069E92F31C4}" presName="hierRoot2" presStyleCnt="0">
        <dgm:presLayoutVars>
          <dgm:hierBranch val="init"/>
        </dgm:presLayoutVars>
      </dgm:prSet>
      <dgm:spPr/>
    </dgm:pt>
    <dgm:pt modelId="{D942177E-1EF6-4F7E-9450-DC5160AE6696}" type="pres">
      <dgm:prSet presAssocID="{8E98C194-66E9-404A-B9AC-B069E92F31C4}" presName="rootComposite" presStyleCnt="0"/>
      <dgm:spPr/>
    </dgm:pt>
    <dgm:pt modelId="{E8651B93-D3E9-4432-93D1-68164B63F51E}" type="pres">
      <dgm:prSet presAssocID="{8E98C194-66E9-404A-B9AC-B069E92F31C4}" presName="rootText" presStyleLbl="node3" presStyleIdx="1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5842247-7551-4A01-8207-877A03313C71}" type="pres">
      <dgm:prSet presAssocID="{8E98C194-66E9-404A-B9AC-B069E92F31C4}" presName="rootConnector" presStyleLbl="node3" presStyleIdx="1" presStyleCnt="9"/>
      <dgm:spPr/>
      <dgm:t>
        <a:bodyPr/>
        <a:lstStyle/>
        <a:p>
          <a:endParaRPr lang="en-US"/>
        </a:p>
      </dgm:t>
    </dgm:pt>
    <dgm:pt modelId="{FF6A3DB7-AA6E-4F10-92EA-21CC9BF4DC2E}" type="pres">
      <dgm:prSet presAssocID="{8E98C194-66E9-404A-B9AC-B069E92F31C4}" presName="hierChild4" presStyleCnt="0"/>
      <dgm:spPr/>
    </dgm:pt>
    <dgm:pt modelId="{EB8371EA-3263-4F44-9DB8-811A47B498C0}" type="pres">
      <dgm:prSet presAssocID="{8E98C194-66E9-404A-B9AC-B069E92F31C4}" presName="hierChild5" presStyleCnt="0"/>
      <dgm:spPr/>
    </dgm:pt>
    <dgm:pt modelId="{4CD6D823-8268-46AA-BCA9-FF072F6B22ED}" type="pres">
      <dgm:prSet presAssocID="{34DCD775-3C2B-41AE-959B-706C721C1674}" presName="Name64" presStyleLbl="parChTrans1D3" presStyleIdx="2" presStyleCnt="9"/>
      <dgm:spPr/>
      <dgm:t>
        <a:bodyPr/>
        <a:lstStyle/>
        <a:p>
          <a:endParaRPr lang="en-US"/>
        </a:p>
      </dgm:t>
    </dgm:pt>
    <dgm:pt modelId="{E4C4A1E0-D723-45E9-A0D1-B52575AF9A39}" type="pres">
      <dgm:prSet presAssocID="{A3C5F5D8-1B37-4948-A73C-C2B47102D401}" presName="hierRoot2" presStyleCnt="0">
        <dgm:presLayoutVars>
          <dgm:hierBranch val="init"/>
        </dgm:presLayoutVars>
      </dgm:prSet>
      <dgm:spPr/>
    </dgm:pt>
    <dgm:pt modelId="{FF1CC29F-FE92-49F3-864C-E067F23F5EB1}" type="pres">
      <dgm:prSet presAssocID="{A3C5F5D8-1B37-4948-A73C-C2B47102D401}" presName="rootComposite" presStyleCnt="0"/>
      <dgm:spPr/>
    </dgm:pt>
    <dgm:pt modelId="{E00094D2-A2F9-4125-B2CA-1FF5C4DEA837}" type="pres">
      <dgm:prSet presAssocID="{A3C5F5D8-1B37-4948-A73C-C2B47102D401}" presName="rootText" presStyleLbl="node3" presStyleIdx="2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16C1782-B17A-4AA3-81FC-4A81FCF2D108}" type="pres">
      <dgm:prSet presAssocID="{A3C5F5D8-1B37-4948-A73C-C2B47102D401}" presName="rootConnector" presStyleLbl="node3" presStyleIdx="2" presStyleCnt="9"/>
      <dgm:spPr/>
      <dgm:t>
        <a:bodyPr/>
        <a:lstStyle/>
        <a:p>
          <a:endParaRPr lang="en-US"/>
        </a:p>
      </dgm:t>
    </dgm:pt>
    <dgm:pt modelId="{72844F4D-5123-4C2F-9538-BD2EF5716A24}" type="pres">
      <dgm:prSet presAssocID="{A3C5F5D8-1B37-4948-A73C-C2B47102D401}" presName="hierChild4" presStyleCnt="0"/>
      <dgm:spPr/>
    </dgm:pt>
    <dgm:pt modelId="{8A51F705-0758-46B7-9D63-19AD5926A9C3}" type="pres">
      <dgm:prSet presAssocID="{A3C5F5D8-1B37-4948-A73C-C2B47102D401}" presName="hierChild5" presStyleCnt="0"/>
      <dgm:spPr/>
    </dgm:pt>
    <dgm:pt modelId="{FB03F31C-6F2F-4986-95B1-B555285139CB}" type="pres">
      <dgm:prSet presAssocID="{D5E55462-4DD9-4E9E-BEFB-5E14ECB7DFD8}" presName="Name64" presStyleLbl="parChTrans1D3" presStyleIdx="3" presStyleCnt="9"/>
      <dgm:spPr/>
      <dgm:t>
        <a:bodyPr/>
        <a:lstStyle/>
        <a:p>
          <a:endParaRPr lang="en-US"/>
        </a:p>
      </dgm:t>
    </dgm:pt>
    <dgm:pt modelId="{6D0888A6-76F7-4313-8D9B-097769306ED1}" type="pres">
      <dgm:prSet presAssocID="{35536BCA-007C-48F2-9A9B-81F04CDFCEF9}" presName="hierRoot2" presStyleCnt="0">
        <dgm:presLayoutVars>
          <dgm:hierBranch val="init"/>
        </dgm:presLayoutVars>
      </dgm:prSet>
      <dgm:spPr/>
    </dgm:pt>
    <dgm:pt modelId="{2828128C-DA9F-490A-9D7E-1CFD6668ADAC}" type="pres">
      <dgm:prSet presAssocID="{35536BCA-007C-48F2-9A9B-81F04CDFCEF9}" presName="rootComposite" presStyleCnt="0"/>
      <dgm:spPr/>
    </dgm:pt>
    <dgm:pt modelId="{149E7501-C62E-4C54-9FBB-65584E429315}" type="pres">
      <dgm:prSet presAssocID="{35536BCA-007C-48F2-9A9B-81F04CDFCEF9}" presName="rootText" presStyleLbl="node3" presStyleIdx="3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245EAA3-0AC0-47A1-A970-808CC117C7E4}" type="pres">
      <dgm:prSet presAssocID="{35536BCA-007C-48F2-9A9B-81F04CDFCEF9}" presName="rootConnector" presStyleLbl="node3" presStyleIdx="3" presStyleCnt="9"/>
      <dgm:spPr/>
      <dgm:t>
        <a:bodyPr/>
        <a:lstStyle/>
        <a:p>
          <a:endParaRPr lang="en-US"/>
        </a:p>
      </dgm:t>
    </dgm:pt>
    <dgm:pt modelId="{E3C99136-55F2-418D-A783-89082D21A9AD}" type="pres">
      <dgm:prSet presAssocID="{35536BCA-007C-48F2-9A9B-81F04CDFCEF9}" presName="hierChild4" presStyleCnt="0"/>
      <dgm:spPr/>
    </dgm:pt>
    <dgm:pt modelId="{CA9AEAFC-6711-449B-96D6-8DDF1AC31CEA}" type="pres">
      <dgm:prSet presAssocID="{35536BCA-007C-48F2-9A9B-81F04CDFCEF9}" presName="hierChild5" presStyleCnt="0"/>
      <dgm:spPr/>
    </dgm:pt>
    <dgm:pt modelId="{B66097FE-251D-4F72-A628-79CDCA94A3F3}" type="pres">
      <dgm:prSet presAssocID="{9ED1230D-B76A-4747-80E3-498EC000AB56}" presName="Name64" presStyleLbl="parChTrans1D3" presStyleIdx="4" presStyleCnt="9"/>
      <dgm:spPr/>
      <dgm:t>
        <a:bodyPr/>
        <a:lstStyle/>
        <a:p>
          <a:endParaRPr lang="en-US"/>
        </a:p>
      </dgm:t>
    </dgm:pt>
    <dgm:pt modelId="{F0673BC9-42A5-4B55-951B-FCBEEF4B3CF5}" type="pres">
      <dgm:prSet presAssocID="{058D9B63-61BB-4E11-985E-0B84A036D5D3}" presName="hierRoot2" presStyleCnt="0">
        <dgm:presLayoutVars>
          <dgm:hierBranch val="init"/>
        </dgm:presLayoutVars>
      </dgm:prSet>
      <dgm:spPr/>
    </dgm:pt>
    <dgm:pt modelId="{51C45EC1-5B87-4296-BC76-0FBB304FDFBA}" type="pres">
      <dgm:prSet presAssocID="{058D9B63-61BB-4E11-985E-0B84A036D5D3}" presName="rootComposite" presStyleCnt="0"/>
      <dgm:spPr/>
    </dgm:pt>
    <dgm:pt modelId="{C899DEE4-054F-485E-8537-F7FCEE3E00F9}" type="pres">
      <dgm:prSet presAssocID="{058D9B63-61BB-4E11-985E-0B84A036D5D3}" presName="rootText" presStyleLbl="node3" presStyleIdx="4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9A93DF3-1415-4FED-A068-C42A78BEB7B3}" type="pres">
      <dgm:prSet presAssocID="{058D9B63-61BB-4E11-985E-0B84A036D5D3}" presName="rootConnector" presStyleLbl="node3" presStyleIdx="4" presStyleCnt="9"/>
      <dgm:spPr/>
      <dgm:t>
        <a:bodyPr/>
        <a:lstStyle/>
        <a:p>
          <a:endParaRPr lang="en-US"/>
        </a:p>
      </dgm:t>
    </dgm:pt>
    <dgm:pt modelId="{D769D503-6EAC-41F0-9AE7-D3BF77FAE1B2}" type="pres">
      <dgm:prSet presAssocID="{058D9B63-61BB-4E11-985E-0B84A036D5D3}" presName="hierChild4" presStyleCnt="0"/>
      <dgm:spPr/>
    </dgm:pt>
    <dgm:pt modelId="{6D09C8D7-161A-4A0F-8773-2FD65DC8BFD5}" type="pres">
      <dgm:prSet presAssocID="{058D9B63-61BB-4E11-985E-0B84A036D5D3}" presName="hierChild5" presStyleCnt="0"/>
      <dgm:spPr/>
    </dgm:pt>
    <dgm:pt modelId="{7B77D527-5B09-4459-95A3-91BA987F8B75}" type="pres">
      <dgm:prSet presAssocID="{EBB99EA0-2734-47ED-ADEB-AC87AD2A91EA}" presName="Name64" presStyleLbl="parChTrans1D3" presStyleIdx="5" presStyleCnt="9"/>
      <dgm:spPr/>
      <dgm:t>
        <a:bodyPr/>
        <a:lstStyle/>
        <a:p>
          <a:endParaRPr lang="en-US"/>
        </a:p>
      </dgm:t>
    </dgm:pt>
    <dgm:pt modelId="{19D8C020-A2F6-418E-8FCF-8AB5B11422DD}" type="pres">
      <dgm:prSet presAssocID="{DA904B43-0C39-49BA-90DC-1873A655D64E}" presName="hierRoot2" presStyleCnt="0">
        <dgm:presLayoutVars>
          <dgm:hierBranch val="init"/>
        </dgm:presLayoutVars>
      </dgm:prSet>
      <dgm:spPr/>
    </dgm:pt>
    <dgm:pt modelId="{57A65416-0273-4AFD-917C-9397CA76101F}" type="pres">
      <dgm:prSet presAssocID="{DA904B43-0C39-49BA-90DC-1873A655D64E}" presName="rootComposite" presStyleCnt="0"/>
      <dgm:spPr/>
    </dgm:pt>
    <dgm:pt modelId="{3C9C4CCC-14C0-4032-A8A9-C8712F48F514}" type="pres">
      <dgm:prSet presAssocID="{DA904B43-0C39-49BA-90DC-1873A655D64E}" presName="rootText" presStyleLbl="node3" presStyleIdx="5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95E04BC-E2AF-40B5-ACAC-6DA4C0FD8671}" type="pres">
      <dgm:prSet presAssocID="{DA904B43-0C39-49BA-90DC-1873A655D64E}" presName="rootConnector" presStyleLbl="node3" presStyleIdx="5" presStyleCnt="9"/>
      <dgm:spPr/>
      <dgm:t>
        <a:bodyPr/>
        <a:lstStyle/>
        <a:p>
          <a:endParaRPr lang="en-US"/>
        </a:p>
      </dgm:t>
    </dgm:pt>
    <dgm:pt modelId="{978B0103-A74D-4FF4-A2FC-5E73FF9DCA32}" type="pres">
      <dgm:prSet presAssocID="{DA904B43-0C39-49BA-90DC-1873A655D64E}" presName="hierChild4" presStyleCnt="0"/>
      <dgm:spPr/>
    </dgm:pt>
    <dgm:pt modelId="{04451D03-22B9-4081-8A1D-096472039CD3}" type="pres">
      <dgm:prSet presAssocID="{DA904B43-0C39-49BA-90DC-1873A655D64E}" presName="hierChild5" presStyleCnt="0"/>
      <dgm:spPr/>
    </dgm:pt>
    <dgm:pt modelId="{9DFDBB41-A9C7-4F24-ABFD-F6682AEBE22C}" type="pres">
      <dgm:prSet presAssocID="{EB411886-C9F8-48E4-9464-75EDDBF3A080}" presName="Name64" presStyleLbl="parChTrans1D3" presStyleIdx="6" presStyleCnt="9"/>
      <dgm:spPr/>
      <dgm:t>
        <a:bodyPr/>
        <a:lstStyle/>
        <a:p>
          <a:endParaRPr lang="en-US"/>
        </a:p>
      </dgm:t>
    </dgm:pt>
    <dgm:pt modelId="{540CBA28-A4B3-419D-9B0A-780FBC4ADE59}" type="pres">
      <dgm:prSet presAssocID="{23B41363-BF00-49FA-B4C7-7842E317C2FC}" presName="hierRoot2" presStyleCnt="0">
        <dgm:presLayoutVars>
          <dgm:hierBranch val="init"/>
        </dgm:presLayoutVars>
      </dgm:prSet>
      <dgm:spPr/>
    </dgm:pt>
    <dgm:pt modelId="{B09F7361-0BCB-4D16-9A1C-22179BFB903D}" type="pres">
      <dgm:prSet presAssocID="{23B41363-BF00-49FA-B4C7-7842E317C2FC}" presName="rootComposite" presStyleCnt="0"/>
      <dgm:spPr/>
    </dgm:pt>
    <dgm:pt modelId="{8AE119E0-596E-4CC7-B40B-1EC931417140}" type="pres">
      <dgm:prSet presAssocID="{23B41363-BF00-49FA-B4C7-7842E317C2FC}" presName="rootText" presStyleLbl="node3" presStyleIdx="6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F39770E-FEB5-4C76-BB82-3112E9D84906}" type="pres">
      <dgm:prSet presAssocID="{23B41363-BF00-49FA-B4C7-7842E317C2FC}" presName="rootConnector" presStyleLbl="node3" presStyleIdx="6" presStyleCnt="9"/>
      <dgm:spPr/>
      <dgm:t>
        <a:bodyPr/>
        <a:lstStyle/>
        <a:p>
          <a:endParaRPr lang="en-US"/>
        </a:p>
      </dgm:t>
    </dgm:pt>
    <dgm:pt modelId="{A433BB4A-65F5-4BEF-B2EB-269EC0DDE363}" type="pres">
      <dgm:prSet presAssocID="{23B41363-BF00-49FA-B4C7-7842E317C2FC}" presName="hierChild4" presStyleCnt="0"/>
      <dgm:spPr/>
    </dgm:pt>
    <dgm:pt modelId="{963D4A65-07FA-4DBC-82A5-CD81C11E681D}" type="pres">
      <dgm:prSet presAssocID="{23B41363-BF00-49FA-B4C7-7842E317C2FC}" presName="hierChild5" presStyleCnt="0"/>
      <dgm:spPr/>
    </dgm:pt>
    <dgm:pt modelId="{4232A433-EDC5-4C19-AD41-07D3E8E9B39C}" type="pres">
      <dgm:prSet presAssocID="{AD0CC491-19DE-40A1-B8BF-60C0364E425D}" presName="hierChild5" presStyleCnt="0"/>
      <dgm:spPr/>
    </dgm:pt>
    <dgm:pt modelId="{4019F4D5-6C7F-4327-A4D1-8631633E9D38}" type="pres">
      <dgm:prSet presAssocID="{3F0D70B5-0AF1-4254-B131-050140132132}" presName="Name64" presStyleLbl="parChTrans1D2" presStyleIdx="2" presStyleCnt="4"/>
      <dgm:spPr/>
      <dgm:t>
        <a:bodyPr/>
        <a:lstStyle/>
        <a:p>
          <a:endParaRPr lang="en-US"/>
        </a:p>
      </dgm:t>
    </dgm:pt>
    <dgm:pt modelId="{700CB921-66B7-4C0D-8E1D-E25D44E5BF15}" type="pres">
      <dgm:prSet presAssocID="{4A37DF72-D52F-400A-B236-DED0ACED9FC0}" presName="hierRoot2" presStyleCnt="0">
        <dgm:presLayoutVars>
          <dgm:hierBranch val="init"/>
        </dgm:presLayoutVars>
      </dgm:prSet>
      <dgm:spPr/>
    </dgm:pt>
    <dgm:pt modelId="{57375E1D-2BA2-4D1E-AE64-6651D929187C}" type="pres">
      <dgm:prSet presAssocID="{4A37DF72-D52F-400A-B236-DED0ACED9FC0}" presName="rootComposite" presStyleCnt="0"/>
      <dgm:spPr/>
    </dgm:pt>
    <dgm:pt modelId="{3C6346C6-CDAF-417A-824C-29355CE463B7}" type="pres">
      <dgm:prSet presAssocID="{4A37DF72-D52F-400A-B236-DED0ACED9FC0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90E4651-B446-46D2-8EE5-312DE7F974E8}" type="pres">
      <dgm:prSet presAssocID="{4A37DF72-D52F-400A-B236-DED0ACED9FC0}" presName="rootConnector" presStyleLbl="node2" presStyleIdx="2" presStyleCnt="4"/>
      <dgm:spPr/>
      <dgm:t>
        <a:bodyPr/>
        <a:lstStyle/>
        <a:p>
          <a:endParaRPr lang="en-US"/>
        </a:p>
      </dgm:t>
    </dgm:pt>
    <dgm:pt modelId="{3A9E91F8-0C33-4EC3-9329-87911AA38D7A}" type="pres">
      <dgm:prSet presAssocID="{4A37DF72-D52F-400A-B236-DED0ACED9FC0}" presName="hierChild4" presStyleCnt="0"/>
      <dgm:spPr/>
    </dgm:pt>
    <dgm:pt modelId="{2A6F8A8E-9086-44BB-8EA4-D3339EC0030A}" type="pres">
      <dgm:prSet presAssocID="{BF19D90E-CC4E-492A-B1BF-1E86ACD69147}" presName="Name64" presStyleLbl="parChTrans1D3" presStyleIdx="7" presStyleCnt="9"/>
      <dgm:spPr/>
      <dgm:t>
        <a:bodyPr/>
        <a:lstStyle/>
        <a:p>
          <a:endParaRPr lang="en-US"/>
        </a:p>
      </dgm:t>
    </dgm:pt>
    <dgm:pt modelId="{02136B62-551A-4393-A5CF-93B271829C57}" type="pres">
      <dgm:prSet presAssocID="{7863F340-70D8-4C01-BBB2-0C05B9EFE0BB}" presName="hierRoot2" presStyleCnt="0">
        <dgm:presLayoutVars>
          <dgm:hierBranch val="init"/>
        </dgm:presLayoutVars>
      </dgm:prSet>
      <dgm:spPr/>
    </dgm:pt>
    <dgm:pt modelId="{5732BFDC-459D-4AC8-AEF3-6E69ACD03914}" type="pres">
      <dgm:prSet presAssocID="{7863F340-70D8-4C01-BBB2-0C05B9EFE0BB}" presName="rootComposite" presStyleCnt="0"/>
      <dgm:spPr/>
    </dgm:pt>
    <dgm:pt modelId="{2CAA9868-C176-4028-BC01-007161CBDFF9}" type="pres">
      <dgm:prSet presAssocID="{7863F340-70D8-4C01-BBB2-0C05B9EFE0BB}" presName="rootText" presStyleLbl="node3" presStyleIdx="7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596672-5AF0-4083-A1A1-6F79BC4E3BA9}" type="pres">
      <dgm:prSet presAssocID="{7863F340-70D8-4C01-BBB2-0C05B9EFE0BB}" presName="rootConnector" presStyleLbl="node3" presStyleIdx="7" presStyleCnt="9"/>
      <dgm:spPr/>
      <dgm:t>
        <a:bodyPr/>
        <a:lstStyle/>
        <a:p>
          <a:endParaRPr lang="en-US"/>
        </a:p>
      </dgm:t>
    </dgm:pt>
    <dgm:pt modelId="{1044DBD0-8ACD-49D8-B6DA-1024AD51E266}" type="pres">
      <dgm:prSet presAssocID="{7863F340-70D8-4C01-BBB2-0C05B9EFE0BB}" presName="hierChild4" presStyleCnt="0"/>
      <dgm:spPr/>
    </dgm:pt>
    <dgm:pt modelId="{D96093AE-7124-415C-8028-6F66A0854508}" type="pres">
      <dgm:prSet presAssocID="{7863F340-70D8-4C01-BBB2-0C05B9EFE0BB}" presName="hierChild5" presStyleCnt="0"/>
      <dgm:spPr/>
    </dgm:pt>
    <dgm:pt modelId="{5A5B4C85-5539-4DE7-8AEB-B5A06780B01C}" type="pres">
      <dgm:prSet presAssocID="{4A37DF72-D52F-400A-B236-DED0ACED9FC0}" presName="hierChild5" presStyleCnt="0"/>
      <dgm:spPr/>
    </dgm:pt>
    <dgm:pt modelId="{2D2E3B4E-912A-4976-B00E-7F1AD4551013}" type="pres">
      <dgm:prSet presAssocID="{3AEC2BE0-3285-409F-9CCF-ECEB42DC977E}" presName="Name64" presStyleLbl="parChTrans1D2" presStyleIdx="3" presStyleCnt="4"/>
      <dgm:spPr/>
      <dgm:t>
        <a:bodyPr/>
        <a:lstStyle/>
        <a:p>
          <a:endParaRPr lang="en-US"/>
        </a:p>
      </dgm:t>
    </dgm:pt>
    <dgm:pt modelId="{DAF2F0BF-677E-470A-8A56-DFE2679E4416}" type="pres">
      <dgm:prSet presAssocID="{0FF9020E-C8CD-4F45-8B40-E5086C1A616C}" presName="hierRoot2" presStyleCnt="0">
        <dgm:presLayoutVars>
          <dgm:hierBranch val="init"/>
        </dgm:presLayoutVars>
      </dgm:prSet>
      <dgm:spPr/>
    </dgm:pt>
    <dgm:pt modelId="{D885B131-5042-472F-9F1E-795D7E043F44}" type="pres">
      <dgm:prSet presAssocID="{0FF9020E-C8CD-4F45-8B40-E5086C1A616C}" presName="rootComposite" presStyleCnt="0"/>
      <dgm:spPr/>
    </dgm:pt>
    <dgm:pt modelId="{1B152C5A-63EB-4063-9F73-BFA04CDF3BEB}" type="pres">
      <dgm:prSet presAssocID="{0FF9020E-C8CD-4F45-8B40-E5086C1A616C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A57094-EA75-47E6-8347-A149CA959A8F}" type="pres">
      <dgm:prSet presAssocID="{0FF9020E-C8CD-4F45-8B40-E5086C1A616C}" presName="rootConnector" presStyleLbl="node2" presStyleIdx="3" presStyleCnt="4"/>
      <dgm:spPr/>
      <dgm:t>
        <a:bodyPr/>
        <a:lstStyle/>
        <a:p>
          <a:endParaRPr lang="en-US"/>
        </a:p>
      </dgm:t>
    </dgm:pt>
    <dgm:pt modelId="{C67CA971-8354-4AE3-A97F-B38B780A8EF3}" type="pres">
      <dgm:prSet presAssocID="{0FF9020E-C8CD-4F45-8B40-E5086C1A616C}" presName="hierChild4" presStyleCnt="0"/>
      <dgm:spPr/>
    </dgm:pt>
    <dgm:pt modelId="{C007D818-9E5C-4375-981D-97A9E19B13D0}" type="pres">
      <dgm:prSet presAssocID="{C7F43BC7-1B9B-461A-915C-56E7FCD14627}" presName="Name64" presStyleLbl="parChTrans1D3" presStyleIdx="8" presStyleCnt="9"/>
      <dgm:spPr/>
      <dgm:t>
        <a:bodyPr/>
        <a:lstStyle/>
        <a:p>
          <a:endParaRPr lang="en-US"/>
        </a:p>
      </dgm:t>
    </dgm:pt>
    <dgm:pt modelId="{0BFC06AC-E540-4A64-85BC-7D3440A97A69}" type="pres">
      <dgm:prSet presAssocID="{45409320-5D4A-493E-9E39-E3CCB77F1457}" presName="hierRoot2" presStyleCnt="0">
        <dgm:presLayoutVars>
          <dgm:hierBranch val="init"/>
        </dgm:presLayoutVars>
      </dgm:prSet>
      <dgm:spPr/>
    </dgm:pt>
    <dgm:pt modelId="{F55286D8-90E1-4BF0-B974-E78828AC3B96}" type="pres">
      <dgm:prSet presAssocID="{45409320-5D4A-493E-9E39-E3CCB77F1457}" presName="rootComposite" presStyleCnt="0"/>
      <dgm:spPr/>
    </dgm:pt>
    <dgm:pt modelId="{B1E6C97C-08C4-44A2-9F8D-5C81482B4B8E}" type="pres">
      <dgm:prSet presAssocID="{45409320-5D4A-493E-9E39-E3CCB77F1457}" presName="rootText" presStyleLbl="node3" presStyleIdx="8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8BC314E-0DBA-4B7A-BEAA-236C86F01A33}" type="pres">
      <dgm:prSet presAssocID="{45409320-5D4A-493E-9E39-E3CCB77F1457}" presName="rootConnector" presStyleLbl="node3" presStyleIdx="8" presStyleCnt="9"/>
      <dgm:spPr/>
      <dgm:t>
        <a:bodyPr/>
        <a:lstStyle/>
        <a:p>
          <a:endParaRPr lang="en-US"/>
        </a:p>
      </dgm:t>
    </dgm:pt>
    <dgm:pt modelId="{BB95A2D1-2FBE-4288-B2C3-9F3C51848450}" type="pres">
      <dgm:prSet presAssocID="{45409320-5D4A-493E-9E39-E3CCB77F1457}" presName="hierChild4" presStyleCnt="0"/>
      <dgm:spPr/>
    </dgm:pt>
    <dgm:pt modelId="{12BDC245-A590-488B-85EE-3FEBD365118E}" type="pres">
      <dgm:prSet presAssocID="{45409320-5D4A-493E-9E39-E3CCB77F1457}" presName="hierChild5" presStyleCnt="0"/>
      <dgm:spPr/>
    </dgm:pt>
    <dgm:pt modelId="{F56C5634-5946-4E64-8E85-962FD4E15FBD}" type="pres">
      <dgm:prSet presAssocID="{0FF9020E-C8CD-4F45-8B40-E5086C1A616C}" presName="hierChild5" presStyleCnt="0"/>
      <dgm:spPr/>
    </dgm:pt>
    <dgm:pt modelId="{E244A1ED-F34D-494B-BDEE-528A95A72525}" type="pres">
      <dgm:prSet presAssocID="{956E07DB-B714-4DF7-8F88-164244CB0A7F}" presName="hierChild3" presStyleCnt="0"/>
      <dgm:spPr/>
    </dgm:pt>
  </dgm:ptLst>
  <dgm:cxnLst>
    <dgm:cxn modelId="{A41827E4-CA2D-4B7E-9C6F-896ADEA097F0}" srcId="{AD0CC491-19DE-40A1-B8BF-60C0364E425D}" destId="{35536BCA-007C-48F2-9A9B-81F04CDFCEF9}" srcOrd="2" destOrd="0" parTransId="{D5E55462-4DD9-4E9E-BEFB-5E14ECB7DFD8}" sibTransId="{E4191929-67F2-4281-A2A1-F4632FCA9512}"/>
    <dgm:cxn modelId="{A24CAE5C-3C15-44AA-83FA-EBD4F88464E2}" srcId="{956E07DB-B714-4DF7-8F88-164244CB0A7F}" destId="{0FF9020E-C8CD-4F45-8B40-E5086C1A616C}" srcOrd="3" destOrd="0" parTransId="{3AEC2BE0-3285-409F-9CCF-ECEB42DC977E}" sibTransId="{6AA481B2-EE81-4431-8B75-BF6AD75EAAC5}"/>
    <dgm:cxn modelId="{199D6902-D4EE-42D5-B2D9-E5FFDD475923}" type="presOf" srcId="{058D9B63-61BB-4E11-985E-0B84A036D5D3}" destId="{99A93DF3-1415-4FED-A068-C42A78BEB7B3}" srcOrd="1" destOrd="0" presId="urn:microsoft.com/office/officeart/2009/3/layout/HorizontalOrganizationChart"/>
    <dgm:cxn modelId="{4CE791DA-9F3D-4E35-B958-DE0EF519A43F}" type="presOf" srcId="{EBB99EA0-2734-47ED-ADEB-AC87AD2A91EA}" destId="{7B77D527-5B09-4459-95A3-91BA987F8B75}" srcOrd="0" destOrd="0" presId="urn:microsoft.com/office/officeart/2009/3/layout/HorizontalOrganizationChart"/>
    <dgm:cxn modelId="{E534BF04-69E3-4EC4-971E-A143A3CA107C}" srcId="{D9B5C16D-4489-41BE-B1DD-5AEA06D61CCC}" destId="{956E07DB-B714-4DF7-8F88-164244CB0A7F}" srcOrd="0" destOrd="0" parTransId="{49A5431F-41F9-4026-B6A0-7C10C76C3C0E}" sibTransId="{6FE6539F-86BB-4619-987F-93934631A035}"/>
    <dgm:cxn modelId="{9C3A950E-81A3-420A-9864-7450FD41F46C}" type="presOf" srcId="{8E98C194-66E9-404A-B9AC-B069E92F31C4}" destId="{C5842247-7551-4A01-8207-877A03313C71}" srcOrd="1" destOrd="0" presId="urn:microsoft.com/office/officeart/2009/3/layout/HorizontalOrganizationChart"/>
    <dgm:cxn modelId="{9567D5CD-E8D5-46E7-8249-BFCED0BB91AC}" type="presOf" srcId="{4F0EE018-6DEE-4FAC-843E-A019170D855E}" destId="{9BA62767-7FB0-4ED5-8618-F54C166CF54F}" srcOrd="0" destOrd="0" presId="urn:microsoft.com/office/officeart/2009/3/layout/HorizontalOrganizationChart"/>
    <dgm:cxn modelId="{6A9D70A3-B2E4-49F1-A1AD-352E35EDF06F}" type="presOf" srcId="{45409320-5D4A-493E-9E39-E3CCB77F1457}" destId="{B1E6C97C-08C4-44A2-9F8D-5C81482B4B8E}" srcOrd="0" destOrd="0" presId="urn:microsoft.com/office/officeart/2009/3/layout/HorizontalOrganizationChart"/>
    <dgm:cxn modelId="{B9ACA903-DF9B-4869-BC5F-AB2DFEB8830F}" type="presOf" srcId="{D9B5C16D-4489-41BE-B1DD-5AEA06D61CCC}" destId="{BAAB65BF-617D-4EC1-A1EE-690A1D7A59B0}" srcOrd="0" destOrd="0" presId="urn:microsoft.com/office/officeart/2009/3/layout/HorizontalOrganizationChart"/>
    <dgm:cxn modelId="{7A52C4FE-A452-4CDD-8F44-A5984546758C}" type="presOf" srcId="{34DCD775-3C2B-41AE-959B-706C721C1674}" destId="{4CD6D823-8268-46AA-BCA9-FF072F6B22ED}" srcOrd="0" destOrd="0" presId="urn:microsoft.com/office/officeart/2009/3/layout/HorizontalOrganizationChart"/>
    <dgm:cxn modelId="{02F59B72-2464-4FAB-99CC-FF36D9AD32A9}" type="presOf" srcId="{C7F43BC7-1B9B-461A-915C-56E7FCD14627}" destId="{C007D818-9E5C-4375-981D-97A9E19B13D0}" srcOrd="0" destOrd="0" presId="urn:microsoft.com/office/officeart/2009/3/layout/HorizontalOrganizationChart"/>
    <dgm:cxn modelId="{B88E1E40-8FB9-4D7E-9FC6-62D52654FB2E}" srcId="{956E07DB-B714-4DF7-8F88-164244CB0A7F}" destId="{AD0CC491-19DE-40A1-B8BF-60C0364E425D}" srcOrd="1" destOrd="0" parTransId="{E864611F-03F7-44E4-97E6-532F9DCFA644}" sibTransId="{9F9021F1-EEC9-4F6E-8529-CF072439F344}"/>
    <dgm:cxn modelId="{E04E1F82-E29F-4766-9D8C-CCCBA634DCE5}" type="presOf" srcId="{DF1D48F8-EDE6-40D1-9663-79CABB931F7C}" destId="{9EB7A928-8EF2-43EC-A4F2-D065B7285C7B}" srcOrd="0" destOrd="0" presId="urn:microsoft.com/office/officeart/2009/3/layout/HorizontalOrganizationChart"/>
    <dgm:cxn modelId="{5508716E-3828-4F77-A8B5-03B5AB5FF5B9}" type="presOf" srcId="{24587A1C-AEFC-46CE-9424-0D4A87DFA518}" destId="{3ECB8761-77E8-4375-AB41-4C8FA63F3741}" srcOrd="0" destOrd="0" presId="urn:microsoft.com/office/officeart/2009/3/layout/HorizontalOrganizationChart"/>
    <dgm:cxn modelId="{96D46C1F-B41C-4EAB-82F3-2EBC90B8B979}" type="presOf" srcId="{9ED1230D-B76A-4747-80E3-498EC000AB56}" destId="{B66097FE-251D-4F72-A628-79CDCA94A3F3}" srcOrd="0" destOrd="0" presId="urn:microsoft.com/office/officeart/2009/3/layout/HorizontalOrganizationChart"/>
    <dgm:cxn modelId="{5E89720A-6989-4D1E-8323-7F778672AB5C}" type="presOf" srcId="{487651B3-7F91-4A4D-B421-C23C06A7B8F7}" destId="{07F9AAB5-3664-41FD-91D8-2A24628735F1}" srcOrd="0" destOrd="0" presId="urn:microsoft.com/office/officeart/2009/3/layout/HorizontalOrganizationChart"/>
    <dgm:cxn modelId="{7DD825D1-BA90-4D55-8053-10172DECC76C}" type="presOf" srcId="{E41B6437-9439-4571-9996-9F13C1D973F9}" destId="{B97C2215-E2F8-4812-A1A5-E96EC706875B}" srcOrd="0" destOrd="0" presId="urn:microsoft.com/office/officeart/2009/3/layout/HorizontalOrganizationChart"/>
    <dgm:cxn modelId="{1D4CB951-0E2F-47D3-899F-D6F3BC676CD1}" type="presOf" srcId="{AD0CC491-19DE-40A1-B8BF-60C0364E425D}" destId="{B38DF8CB-6B88-4811-AAA2-19985CE6901B}" srcOrd="0" destOrd="0" presId="urn:microsoft.com/office/officeart/2009/3/layout/HorizontalOrganizationChart"/>
    <dgm:cxn modelId="{05C721C3-ED38-4A6D-88D7-280A9F8A01A4}" type="presOf" srcId="{A3C5F5D8-1B37-4948-A73C-C2B47102D401}" destId="{E00094D2-A2F9-4125-B2CA-1FF5C4DEA837}" srcOrd="0" destOrd="0" presId="urn:microsoft.com/office/officeart/2009/3/layout/HorizontalOrganizationChart"/>
    <dgm:cxn modelId="{47910067-5B10-4ED5-83C9-01B1E8DAB58C}" srcId="{AD0CC491-19DE-40A1-B8BF-60C0364E425D}" destId="{A3C5F5D8-1B37-4948-A73C-C2B47102D401}" srcOrd="1" destOrd="0" parTransId="{34DCD775-3C2B-41AE-959B-706C721C1674}" sibTransId="{FFB0BB72-C78B-4BAD-BDB7-D4D30019BAFD}"/>
    <dgm:cxn modelId="{6A40FB7A-DA11-42D8-9569-E00D28155006}" type="presOf" srcId="{A3C5F5D8-1B37-4948-A73C-C2B47102D401}" destId="{216C1782-B17A-4AA3-81FC-4A81FCF2D108}" srcOrd="1" destOrd="0" presId="urn:microsoft.com/office/officeart/2009/3/layout/HorizontalOrganizationChart"/>
    <dgm:cxn modelId="{BC383D39-020C-418A-BD9F-3BF858B7C9C2}" type="presOf" srcId="{DA904B43-0C39-49BA-90DC-1873A655D64E}" destId="{3C9C4CCC-14C0-4032-A8A9-C8712F48F514}" srcOrd="0" destOrd="0" presId="urn:microsoft.com/office/officeart/2009/3/layout/HorizontalOrganizationChart"/>
    <dgm:cxn modelId="{772BBF05-B72A-43B1-8D7E-B0C24D6460F1}" type="presOf" srcId="{7863F340-70D8-4C01-BBB2-0C05B9EFE0BB}" destId="{2CAA9868-C176-4028-BC01-007161CBDFF9}" srcOrd="0" destOrd="0" presId="urn:microsoft.com/office/officeart/2009/3/layout/HorizontalOrganizationChart"/>
    <dgm:cxn modelId="{07D5A3F0-7BD6-4E97-ADE0-4794F0C4854B}" srcId="{956E07DB-B714-4DF7-8F88-164244CB0A7F}" destId="{4A37DF72-D52F-400A-B236-DED0ACED9FC0}" srcOrd="2" destOrd="0" parTransId="{3F0D70B5-0AF1-4254-B131-050140132132}" sibTransId="{F21B984D-1266-44AB-AD13-DE1C384C69F9}"/>
    <dgm:cxn modelId="{2A35582C-475C-4614-845D-AA2DA06088CA}" type="presOf" srcId="{45409320-5D4A-493E-9E39-E3CCB77F1457}" destId="{C8BC314E-0DBA-4B7A-BEAA-236C86F01A33}" srcOrd="1" destOrd="0" presId="urn:microsoft.com/office/officeart/2009/3/layout/HorizontalOrganizationChart"/>
    <dgm:cxn modelId="{E530063A-F3B0-4B33-9298-B4C595DF2D58}" type="presOf" srcId="{35536BCA-007C-48F2-9A9B-81F04CDFCEF9}" destId="{D245EAA3-0AC0-47A1-A970-808CC117C7E4}" srcOrd="1" destOrd="0" presId="urn:microsoft.com/office/officeart/2009/3/layout/HorizontalOrganizationChart"/>
    <dgm:cxn modelId="{F4337338-EA15-4A42-8AB7-34FD0DFD37FD}" type="presOf" srcId="{D5E55462-4DD9-4E9E-BEFB-5E14ECB7DFD8}" destId="{FB03F31C-6F2F-4986-95B1-B555285139CB}" srcOrd="0" destOrd="0" presId="urn:microsoft.com/office/officeart/2009/3/layout/HorizontalOrganizationChart"/>
    <dgm:cxn modelId="{41B25E6B-4628-4345-926A-9CF8A5E50023}" type="presOf" srcId="{0FF9020E-C8CD-4F45-8B40-E5086C1A616C}" destId="{19A57094-EA75-47E6-8347-A149CA959A8F}" srcOrd="1" destOrd="0" presId="urn:microsoft.com/office/officeart/2009/3/layout/HorizontalOrganizationChart"/>
    <dgm:cxn modelId="{B22E7C5F-EE02-43C8-9042-1CFF96C87611}" type="presOf" srcId="{3AEC2BE0-3285-409F-9CCF-ECEB42DC977E}" destId="{2D2E3B4E-912A-4976-B00E-7F1AD4551013}" srcOrd="0" destOrd="0" presId="urn:microsoft.com/office/officeart/2009/3/layout/HorizontalOrganizationChart"/>
    <dgm:cxn modelId="{B9519E5F-3FB7-4B02-A723-E43F22E38A77}" type="presOf" srcId="{E864611F-03F7-44E4-97E6-532F9DCFA644}" destId="{520E1640-1CA7-4F5A-BF44-5922AB75A668}" srcOrd="0" destOrd="0" presId="urn:microsoft.com/office/officeart/2009/3/layout/HorizontalOrganizationChart"/>
    <dgm:cxn modelId="{05A58A8C-045A-426F-9B13-DEA59DB1AE4A}" type="presOf" srcId="{4A37DF72-D52F-400A-B236-DED0ACED9FC0}" destId="{C90E4651-B446-46D2-8EE5-312DE7F974E8}" srcOrd="1" destOrd="0" presId="urn:microsoft.com/office/officeart/2009/3/layout/HorizontalOrganizationChart"/>
    <dgm:cxn modelId="{DD60DFF1-DF75-4093-82C6-876E9D72010F}" type="presOf" srcId="{3F0D70B5-0AF1-4254-B131-050140132132}" destId="{4019F4D5-6C7F-4327-A4D1-8631633E9D38}" srcOrd="0" destOrd="0" presId="urn:microsoft.com/office/officeart/2009/3/layout/HorizontalOrganizationChart"/>
    <dgm:cxn modelId="{B603A071-09A9-4A6B-AEA6-E2DC6531ECFC}" srcId="{956E07DB-B714-4DF7-8F88-164244CB0A7F}" destId="{487651B3-7F91-4A4D-B421-C23C06A7B8F7}" srcOrd="0" destOrd="0" parTransId="{24587A1C-AEFC-46CE-9424-0D4A87DFA518}" sibTransId="{9B9277D7-45C5-4C5B-9E88-F69B18672FC1}"/>
    <dgm:cxn modelId="{A4A7B623-1E48-4C2A-8687-41851ED53129}" type="presOf" srcId="{23B41363-BF00-49FA-B4C7-7842E317C2FC}" destId="{0F39770E-FEB5-4C76-BB82-3112E9D84906}" srcOrd="1" destOrd="0" presId="urn:microsoft.com/office/officeart/2009/3/layout/HorizontalOrganizationChart"/>
    <dgm:cxn modelId="{3672701A-5AC3-4A1C-AE61-0C1843FFEF89}" type="presOf" srcId="{AD0CC491-19DE-40A1-B8BF-60C0364E425D}" destId="{DF105CA9-08B6-47D4-94BA-97B832762482}" srcOrd="1" destOrd="0" presId="urn:microsoft.com/office/officeart/2009/3/layout/HorizontalOrganizationChart"/>
    <dgm:cxn modelId="{C2B46893-55AE-4BA0-81B9-3D84472DCA0E}" srcId="{AD0CC491-19DE-40A1-B8BF-60C0364E425D}" destId="{DA904B43-0C39-49BA-90DC-1873A655D64E}" srcOrd="4" destOrd="0" parTransId="{EBB99EA0-2734-47ED-ADEB-AC87AD2A91EA}" sibTransId="{B41B8FC2-CE40-4B54-9DE0-0E732E3BCDAD}"/>
    <dgm:cxn modelId="{B6554C7E-39B7-4B82-B36D-8DDCB49F3652}" srcId="{0FF9020E-C8CD-4F45-8B40-E5086C1A616C}" destId="{45409320-5D4A-493E-9E39-E3CCB77F1457}" srcOrd="0" destOrd="0" parTransId="{C7F43BC7-1B9B-461A-915C-56E7FCD14627}" sibTransId="{D7FDC131-1C3D-40BB-95BB-7A77ABE526F6}"/>
    <dgm:cxn modelId="{3A33A2B5-AA8F-4A7C-8432-78CB2EF646A8}" srcId="{AD0CC491-19DE-40A1-B8BF-60C0364E425D}" destId="{058D9B63-61BB-4E11-985E-0B84A036D5D3}" srcOrd="3" destOrd="0" parTransId="{9ED1230D-B76A-4747-80E3-498EC000AB56}" sibTransId="{351EB99D-6BE1-47E8-97AB-9440FA07A9B8}"/>
    <dgm:cxn modelId="{C9CD3CEC-8674-4D1D-9AE0-DFBFD58A006E}" type="presOf" srcId="{4A37DF72-D52F-400A-B236-DED0ACED9FC0}" destId="{3C6346C6-CDAF-417A-824C-29355CE463B7}" srcOrd="0" destOrd="0" presId="urn:microsoft.com/office/officeart/2009/3/layout/HorizontalOrganizationChart"/>
    <dgm:cxn modelId="{9269315D-82BA-450C-96AB-640532F7C4C4}" type="presOf" srcId="{4F0EE018-6DEE-4FAC-843E-A019170D855E}" destId="{62D26500-BDD3-41E8-ADB6-EBD279E0D9B5}" srcOrd="1" destOrd="0" presId="urn:microsoft.com/office/officeart/2009/3/layout/HorizontalOrganizationChart"/>
    <dgm:cxn modelId="{8733070C-2A03-4F11-A97F-A51C0B4EF3C7}" type="presOf" srcId="{0FF9020E-C8CD-4F45-8B40-E5086C1A616C}" destId="{1B152C5A-63EB-4063-9F73-BFA04CDF3BEB}" srcOrd="0" destOrd="0" presId="urn:microsoft.com/office/officeart/2009/3/layout/HorizontalOrganizationChart"/>
    <dgm:cxn modelId="{279EC353-E8F7-4742-B0AD-E2BF6F7ED60F}" type="presOf" srcId="{956E07DB-B714-4DF7-8F88-164244CB0A7F}" destId="{492D9BA2-2344-4CB0-929F-411DE6BCE095}" srcOrd="0" destOrd="0" presId="urn:microsoft.com/office/officeart/2009/3/layout/HorizontalOrganizationChart"/>
    <dgm:cxn modelId="{A11354DF-B1DB-4B70-B6B5-E1DF9A00811F}" type="presOf" srcId="{23B41363-BF00-49FA-B4C7-7842E317C2FC}" destId="{8AE119E0-596E-4CC7-B40B-1EC931417140}" srcOrd="0" destOrd="0" presId="urn:microsoft.com/office/officeart/2009/3/layout/HorizontalOrganizationChart"/>
    <dgm:cxn modelId="{3ECAD553-A871-4BBA-9B73-593766113F1B}" type="presOf" srcId="{35536BCA-007C-48F2-9A9B-81F04CDFCEF9}" destId="{149E7501-C62E-4C54-9FBB-65584E429315}" srcOrd="0" destOrd="0" presId="urn:microsoft.com/office/officeart/2009/3/layout/HorizontalOrganizationChart"/>
    <dgm:cxn modelId="{7760C21E-C0E0-4C69-B017-FF027EBC525E}" type="presOf" srcId="{DA904B43-0C39-49BA-90DC-1873A655D64E}" destId="{E95E04BC-E2AF-40B5-ACAC-6DA4C0FD8671}" srcOrd="1" destOrd="0" presId="urn:microsoft.com/office/officeart/2009/3/layout/HorizontalOrganizationChart"/>
    <dgm:cxn modelId="{12660DE8-DA43-46FE-9BE9-EA42B60EE13F}" type="presOf" srcId="{7863F340-70D8-4C01-BBB2-0C05B9EFE0BB}" destId="{90596672-5AF0-4083-A1A1-6F79BC4E3BA9}" srcOrd="1" destOrd="0" presId="urn:microsoft.com/office/officeart/2009/3/layout/HorizontalOrganizationChart"/>
    <dgm:cxn modelId="{73874A11-23E8-4176-B305-C22A6C2C9248}" type="presOf" srcId="{956E07DB-B714-4DF7-8F88-164244CB0A7F}" destId="{5A2985DA-DD1B-436F-ADEF-050B0B28C763}" srcOrd="1" destOrd="0" presId="urn:microsoft.com/office/officeart/2009/3/layout/HorizontalOrganizationChart"/>
    <dgm:cxn modelId="{C03E87B4-113A-4248-A184-2090537E01C8}" type="presOf" srcId="{058D9B63-61BB-4E11-985E-0B84A036D5D3}" destId="{C899DEE4-054F-485E-8537-F7FCEE3E00F9}" srcOrd="0" destOrd="0" presId="urn:microsoft.com/office/officeart/2009/3/layout/HorizontalOrganizationChart"/>
    <dgm:cxn modelId="{1CB83532-D14A-45EB-8E85-3A8512E9F032}" type="presOf" srcId="{EB411886-C9F8-48E4-9464-75EDDBF3A080}" destId="{9DFDBB41-A9C7-4F24-ABFD-F6682AEBE22C}" srcOrd="0" destOrd="0" presId="urn:microsoft.com/office/officeart/2009/3/layout/HorizontalOrganizationChart"/>
    <dgm:cxn modelId="{8ED603A6-884B-46D9-98DC-8E1E2097000D}" srcId="{AD0CC491-19DE-40A1-B8BF-60C0364E425D}" destId="{8E98C194-66E9-404A-B9AC-B069E92F31C4}" srcOrd="0" destOrd="0" parTransId="{DF1D48F8-EDE6-40D1-9663-79CABB931F7C}" sibTransId="{F0F48DB1-FD52-4986-88B7-9503FACECAAA}"/>
    <dgm:cxn modelId="{7A8F6CDD-0D91-438A-A45B-EE45586155FD}" srcId="{487651B3-7F91-4A4D-B421-C23C06A7B8F7}" destId="{4F0EE018-6DEE-4FAC-843E-A019170D855E}" srcOrd="0" destOrd="0" parTransId="{E41B6437-9439-4571-9996-9F13C1D973F9}" sibTransId="{5BE94C64-8243-4FBB-B8F5-2B06A037433D}"/>
    <dgm:cxn modelId="{0E95ED12-D4F0-4397-A3CA-B3154A7C3A53}" srcId="{4A37DF72-D52F-400A-B236-DED0ACED9FC0}" destId="{7863F340-70D8-4C01-BBB2-0C05B9EFE0BB}" srcOrd="0" destOrd="0" parTransId="{BF19D90E-CC4E-492A-B1BF-1E86ACD69147}" sibTransId="{4510CBA0-97B2-4C97-B5F1-B34F425D26A2}"/>
    <dgm:cxn modelId="{C2767AE8-2818-421D-9DB6-94F71971CD99}" type="presOf" srcId="{8E98C194-66E9-404A-B9AC-B069E92F31C4}" destId="{E8651B93-D3E9-4432-93D1-68164B63F51E}" srcOrd="0" destOrd="0" presId="urn:microsoft.com/office/officeart/2009/3/layout/HorizontalOrganizationChart"/>
    <dgm:cxn modelId="{8164F3D8-EB4F-4D6E-9E9B-B9CBEDEFDAD2}" srcId="{AD0CC491-19DE-40A1-B8BF-60C0364E425D}" destId="{23B41363-BF00-49FA-B4C7-7842E317C2FC}" srcOrd="5" destOrd="0" parTransId="{EB411886-C9F8-48E4-9464-75EDDBF3A080}" sibTransId="{8E1D3BF0-5603-4BEB-84DF-4B3D90F3A114}"/>
    <dgm:cxn modelId="{D37E1559-7659-47A3-AA06-60D08E8FE2E2}" type="presOf" srcId="{BF19D90E-CC4E-492A-B1BF-1E86ACD69147}" destId="{2A6F8A8E-9086-44BB-8EA4-D3339EC0030A}" srcOrd="0" destOrd="0" presId="urn:microsoft.com/office/officeart/2009/3/layout/HorizontalOrganizationChart"/>
    <dgm:cxn modelId="{21044373-3C3B-43E1-A86F-9C01DC560540}" type="presOf" srcId="{487651B3-7F91-4A4D-B421-C23C06A7B8F7}" destId="{C1CD85A4-4B2D-4A3C-9F78-56C0FCBB5DAA}" srcOrd="1" destOrd="0" presId="urn:microsoft.com/office/officeart/2009/3/layout/HorizontalOrganizationChart"/>
    <dgm:cxn modelId="{413ED677-D938-4959-995B-F6BC3D23476B}" type="presParOf" srcId="{BAAB65BF-617D-4EC1-A1EE-690A1D7A59B0}" destId="{EAD9792C-A725-4FEB-B3FC-3A25B8367B25}" srcOrd="0" destOrd="0" presId="urn:microsoft.com/office/officeart/2009/3/layout/HorizontalOrganizationChart"/>
    <dgm:cxn modelId="{813E2759-1B43-452A-B15E-99131694E3E5}" type="presParOf" srcId="{EAD9792C-A725-4FEB-B3FC-3A25B8367B25}" destId="{FC6220E6-FA74-4F75-A782-29C997579044}" srcOrd="0" destOrd="0" presId="urn:microsoft.com/office/officeart/2009/3/layout/HorizontalOrganizationChart"/>
    <dgm:cxn modelId="{53AE4EE0-D4AB-4F59-9A41-E0893FEC1967}" type="presParOf" srcId="{FC6220E6-FA74-4F75-A782-29C997579044}" destId="{492D9BA2-2344-4CB0-929F-411DE6BCE095}" srcOrd="0" destOrd="0" presId="urn:microsoft.com/office/officeart/2009/3/layout/HorizontalOrganizationChart"/>
    <dgm:cxn modelId="{2BAC2062-073F-42E9-8D8C-5775DB59634A}" type="presParOf" srcId="{FC6220E6-FA74-4F75-A782-29C997579044}" destId="{5A2985DA-DD1B-436F-ADEF-050B0B28C763}" srcOrd="1" destOrd="0" presId="urn:microsoft.com/office/officeart/2009/3/layout/HorizontalOrganizationChart"/>
    <dgm:cxn modelId="{0EC85B16-B90D-45EB-9874-D594576209E0}" type="presParOf" srcId="{EAD9792C-A725-4FEB-B3FC-3A25B8367B25}" destId="{C74009B1-7ED2-4F09-A5F1-7441A7F12868}" srcOrd="1" destOrd="0" presId="urn:microsoft.com/office/officeart/2009/3/layout/HorizontalOrganizationChart"/>
    <dgm:cxn modelId="{1E128419-D3AC-4CD5-AD33-B7D2D1564CBF}" type="presParOf" srcId="{C74009B1-7ED2-4F09-A5F1-7441A7F12868}" destId="{3ECB8761-77E8-4375-AB41-4C8FA63F3741}" srcOrd="0" destOrd="0" presId="urn:microsoft.com/office/officeart/2009/3/layout/HorizontalOrganizationChart"/>
    <dgm:cxn modelId="{E08159BF-E4D8-4386-BC47-41CF7BF72D25}" type="presParOf" srcId="{C74009B1-7ED2-4F09-A5F1-7441A7F12868}" destId="{75672C71-DCFC-4352-84C7-1B9E64025ADD}" srcOrd="1" destOrd="0" presId="urn:microsoft.com/office/officeart/2009/3/layout/HorizontalOrganizationChart"/>
    <dgm:cxn modelId="{C850B8CE-4CFA-46AC-9A24-9CE5F47E87F9}" type="presParOf" srcId="{75672C71-DCFC-4352-84C7-1B9E64025ADD}" destId="{9A72E3DE-4903-43B7-90B2-DDD4E3AB11AC}" srcOrd="0" destOrd="0" presId="urn:microsoft.com/office/officeart/2009/3/layout/HorizontalOrganizationChart"/>
    <dgm:cxn modelId="{72CECFC2-AFCF-4BBA-A92E-474F4DC3A450}" type="presParOf" srcId="{9A72E3DE-4903-43B7-90B2-DDD4E3AB11AC}" destId="{07F9AAB5-3664-41FD-91D8-2A24628735F1}" srcOrd="0" destOrd="0" presId="urn:microsoft.com/office/officeart/2009/3/layout/HorizontalOrganizationChart"/>
    <dgm:cxn modelId="{D32E9BD2-59C0-40A2-991D-DD3E25505A88}" type="presParOf" srcId="{9A72E3DE-4903-43B7-90B2-DDD4E3AB11AC}" destId="{C1CD85A4-4B2D-4A3C-9F78-56C0FCBB5DAA}" srcOrd="1" destOrd="0" presId="urn:microsoft.com/office/officeart/2009/3/layout/HorizontalOrganizationChart"/>
    <dgm:cxn modelId="{66F465CF-D7FF-4519-8484-4A83E277443A}" type="presParOf" srcId="{75672C71-DCFC-4352-84C7-1B9E64025ADD}" destId="{74910AA4-0226-4B8B-9C82-11A84A6C4454}" srcOrd="1" destOrd="0" presId="urn:microsoft.com/office/officeart/2009/3/layout/HorizontalOrganizationChart"/>
    <dgm:cxn modelId="{DA6ADAC6-7809-4BFD-86E7-A8AE861412EA}" type="presParOf" srcId="{74910AA4-0226-4B8B-9C82-11A84A6C4454}" destId="{B97C2215-E2F8-4812-A1A5-E96EC706875B}" srcOrd="0" destOrd="0" presId="urn:microsoft.com/office/officeart/2009/3/layout/HorizontalOrganizationChart"/>
    <dgm:cxn modelId="{17ACCAA7-0F7A-4E08-A369-6BE829369393}" type="presParOf" srcId="{74910AA4-0226-4B8B-9C82-11A84A6C4454}" destId="{D9DCFB19-3483-4A27-9980-3E8FC66230F0}" srcOrd="1" destOrd="0" presId="urn:microsoft.com/office/officeart/2009/3/layout/HorizontalOrganizationChart"/>
    <dgm:cxn modelId="{7D58424F-D56B-461D-B763-B3132EAF6D5B}" type="presParOf" srcId="{D9DCFB19-3483-4A27-9980-3E8FC66230F0}" destId="{4310F51F-B680-4B8B-8801-A2F9A2B10939}" srcOrd="0" destOrd="0" presId="urn:microsoft.com/office/officeart/2009/3/layout/HorizontalOrganizationChart"/>
    <dgm:cxn modelId="{41B493A3-58C0-42E3-B169-54A6612FBC2B}" type="presParOf" srcId="{4310F51F-B680-4B8B-8801-A2F9A2B10939}" destId="{9BA62767-7FB0-4ED5-8618-F54C166CF54F}" srcOrd="0" destOrd="0" presId="urn:microsoft.com/office/officeart/2009/3/layout/HorizontalOrganizationChart"/>
    <dgm:cxn modelId="{6477EECB-865B-4E66-AAC7-0D79CA6472F8}" type="presParOf" srcId="{4310F51F-B680-4B8B-8801-A2F9A2B10939}" destId="{62D26500-BDD3-41E8-ADB6-EBD279E0D9B5}" srcOrd="1" destOrd="0" presId="urn:microsoft.com/office/officeart/2009/3/layout/HorizontalOrganizationChart"/>
    <dgm:cxn modelId="{D8C18FE0-0FBE-4B28-81DC-DFBE82B1BD8F}" type="presParOf" srcId="{D9DCFB19-3483-4A27-9980-3E8FC66230F0}" destId="{74A74B68-57EF-4C96-AF49-3E25281EDCC6}" srcOrd="1" destOrd="0" presId="urn:microsoft.com/office/officeart/2009/3/layout/HorizontalOrganizationChart"/>
    <dgm:cxn modelId="{59687BEB-5307-4393-AF23-0FD706343FC3}" type="presParOf" srcId="{D9DCFB19-3483-4A27-9980-3E8FC66230F0}" destId="{03AB8066-A3A5-4AC9-82E9-EBA593A20982}" srcOrd="2" destOrd="0" presId="urn:microsoft.com/office/officeart/2009/3/layout/HorizontalOrganizationChart"/>
    <dgm:cxn modelId="{085A7532-1660-496A-AF74-CE69A0C62221}" type="presParOf" srcId="{75672C71-DCFC-4352-84C7-1B9E64025ADD}" destId="{802D86DF-7847-49B5-88D5-FA9F18DFC033}" srcOrd="2" destOrd="0" presId="urn:microsoft.com/office/officeart/2009/3/layout/HorizontalOrganizationChart"/>
    <dgm:cxn modelId="{A30F661C-2637-4C36-A666-C47E490632AB}" type="presParOf" srcId="{C74009B1-7ED2-4F09-A5F1-7441A7F12868}" destId="{520E1640-1CA7-4F5A-BF44-5922AB75A668}" srcOrd="2" destOrd="0" presId="urn:microsoft.com/office/officeart/2009/3/layout/HorizontalOrganizationChart"/>
    <dgm:cxn modelId="{6C56C934-E8B0-4633-A00B-8A59AFE2DE39}" type="presParOf" srcId="{C74009B1-7ED2-4F09-A5F1-7441A7F12868}" destId="{EFF0CF33-4F9E-417E-9E4A-67F5C1BDBB04}" srcOrd="3" destOrd="0" presId="urn:microsoft.com/office/officeart/2009/3/layout/HorizontalOrganizationChart"/>
    <dgm:cxn modelId="{B4B49C54-E1A1-4C1B-860D-0572EDF876C8}" type="presParOf" srcId="{EFF0CF33-4F9E-417E-9E4A-67F5C1BDBB04}" destId="{B92AFC85-8C8D-432E-96E3-35CA02151796}" srcOrd="0" destOrd="0" presId="urn:microsoft.com/office/officeart/2009/3/layout/HorizontalOrganizationChart"/>
    <dgm:cxn modelId="{98406514-3FE0-4D9F-A787-BDDA95974563}" type="presParOf" srcId="{B92AFC85-8C8D-432E-96E3-35CA02151796}" destId="{B38DF8CB-6B88-4811-AAA2-19985CE6901B}" srcOrd="0" destOrd="0" presId="urn:microsoft.com/office/officeart/2009/3/layout/HorizontalOrganizationChart"/>
    <dgm:cxn modelId="{4EA373C2-F14F-4AA4-9295-DFEB50BA8FC3}" type="presParOf" srcId="{B92AFC85-8C8D-432E-96E3-35CA02151796}" destId="{DF105CA9-08B6-47D4-94BA-97B832762482}" srcOrd="1" destOrd="0" presId="urn:microsoft.com/office/officeart/2009/3/layout/HorizontalOrganizationChart"/>
    <dgm:cxn modelId="{994EA867-5E2F-4FA5-8527-7813AA9B8670}" type="presParOf" srcId="{EFF0CF33-4F9E-417E-9E4A-67F5C1BDBB04}" destId="{B12B23CA-7606-4A40-847A-BD54F1B00767}" srcOrd="1" destOrd="0" presId="urn:microsoft.com/office/officeart/2009/3/layout/HorizontalOrganizationChart"/>
    <dgm:cxn modelId="{1A05B42F-DD56-4983-808C-305BE5F4C1D0}" type="presParOf" srcId="{B12B23CA-7606-4A40-847A-BD54F1B00767}" destId="{9EB7A928-8EF2-43EC-A4F2-D065B7285C7B}" srcOrd="0" destOrd="0" presId="urn:microsoft.com/office/officeart/2009/3/layout/HorizontalOrganizationChart"/>
    <dgm:cxn modelId="{59E6BD0E-C8C1-4BFD-998E-BAAACD785382}" type="presParOf" srcId="{B12B23CA-7606-4A40-847A-BD54F1B00767}" destId="{4047B8DA-AA42-4C91-81BA-3F7BCEF55F7E}" srcOrd="1" destOrd="0" presId="urn:microsoft.com/office/officeart/2009/3/layout/HorizontalOrganizationChart"/>
    <dgm:cxn modelId="{FD6B0A4B-6DFA-47B5-86B2-1472908D40EB}" type="presParOf" srcId="{4047B8DA-AA42-4C91-81BA-3F7BCEF55F7E}" destId="{D942177E-1EF6-4F7E-9450-DC5160AE6696}" srcOrd="0" destOrd="0" presId="urn:microsoft.com/office/officeart/2009/3/layout/HorizontalOrganizationChart"/>
    <dgm:cxn modelId="{DDB8444A-4D86-4DC6-992F-9F26126EE20B}" type="presParOf" srcId="{D942177E-1EF6-4F7E-9450-DC5160AE6696}" destId="{E8651B93-D3E9-4432-93D1-68164B63F51E}" srcOrd="0" destOrd="0" presId="urn:microsoft.com/office/officeart/2009/3/layout/HorizontalOrganizationChart"/>
    <dgm:cxn modelId="{EA19380E-2C2A-48FA-9736-D20593BCC4D4}" type="presParOf" srcId="{D942177E-1EF6-4F7E-9450-DC5160AE6696}" destId="{C5842247-7551-4A01-8207-877A03313C71}" srcOrd="1" destOrd="0" presId="urn:microsoft.com/office/officeart/2009/3/layout/HorizontalOrganizationChart"/>
    <dgm:cxn modelId="{D0837B7C-1F27-456F-8CEE-E60E6FC4DC22}" type="presParOf" srcId="{4047B8DA-AA42-4C91-81BA-3F7BCEF55F7E}" destId="{FF6A3DB7-AA6E-4F10-92EA-21CC9BF4DC2E}" srcOrd="1" destOrd="0" presId="urn:microsoft.com/office/officeart/2009/3/layout/HorizontalOrganizationChart"/>
    <dgm:cxn modelId="{A158C486-AF16-4C66-9057-29CB02F7558A}" type="presParOf" srcId="{4047B8DA-AA42-4C91-81BA-3F7BCEF55F7E}" destId="{EB8371EA-3263-4F44-9DB8-811A47B498C0}" srcOrd="2" destOrd="0" presId="urn:microsoft.com/office/officeart/2009/3/layout/HorizontalOrganizationChart"/>
    <dgm:cxn modelId="{236B708A-0B84-43FE-8224-516190823BB7}" type="presParOf" srcId="{B12B23CA-7606-4A40-847A-BD54F1B00767}" destId="{4CD6D823-8268-46AA-BCA9-FF072F6B22ED}" srcOrd="2" destOrd="0" presId="urn:microsoft.com/office/officeart/2009/3/layout/HorizontalOrganizationChart"/>
    <dgm:cxn modelId="{A8C38439-F3E1-488F-A426-3A470B6ED994}" type="presParOf" srcId="{B12B23CA-7606-4A40-847A-BD54F1B00767}" destId="{E4C4A1E0-D723-45E9-A0D1-B52575AF9A39}" srcOrd="3" destOrd="0" presId="urn:microsoft.com/office/officeart/2009/3/layout/HorizontalOrganizationChart"/>
    <dgm:cxn modelId="{A5F7DBF2-137C-4D1A-B609-BE35C19633EC}" type="presParOf" srcId="{E4C4A1E0-D723-45E9-A0D1-B52575AF9A39}" destId="{FF1CC29F-FE92-49F3-864C-E067F23F5EB1}" srcOrd="0" destOrd="0" presId="urn:microsoft.com/office/officeart/2009/3/layout/HorizontalOrganizationChart"/>
    <dgm:cxn modelId="{9EBD6776-77E2-4729-BA40-013E33718A2C}" type="presParOf" srcId="{FF1CC29F-FE92-49F3-864C-E067F23F5EB1}" destId="{E00094D2-A2F9-4125-B2CA-1FF5C4DEA837}" srcOrd="0" destOrd="0" presId="urn:microsoft.com/office/officeart/2009/3/layout/HorizontalOrganizationChart"/>
    <dgm:cxn modelId="{6EC909A4-C322-4281-82EE-6B5D4E7E270F}" type="presParOf" srcId="{FF1CC29F-FE92-49F3-864C-E067F23F5EB1}" destId="{216C1782-B17A-4AA3-81FC-4A81FCF2D108}" srcOrd="1" destOrd="0" presId="urn:microsoft.com/office/officeart/2009/3/layout/HorizontalOrganizationChart"/>
    <dgm:cxn modelId="{E18519C6-FC53-4EA5-A2F1-4429A1676224}" type="presParOf" srcId="{E4C4A1E0-D723-45E9-A0D1-B52575AF9A39}" destId="{72844F4D-5123-4C2F-9538-BD2EF5716A24}" srcOrd="1" destOrd="0" presId="urn:microsoft.com/office/officeart/2009/3/layout/HorizontalOrganizationChart"/>
    <dgm:cxn modelId="{29838437-22BA-4E81-96FD-0BF1F62EC0DC}" type="presParOf" srcId="{E4C4A1E0-D723-45E9-A0D1-B52575AF9A39}" destId="{8A51F705-0758-46B7-9D63-19AD5926A9C3}" srcOrd="2" destOrd="0" presId="urn:microsoft.com/office/officeart/2009/3/layout/HorizontalOrganizationChart"/>
    <dgm:cxn modelId="{2C712B87-3A91-41FA-8D19-4B898C6B9E9C}" type="presParOf" srcId="{B12B23CA-7606-4A40-847A-BD54F1B00767}" destId="{FB03F31C-6F2F-4986-95B1-B555285139CB}" srcOrd="4" destOrd="0" presId="urn:microsoft.com/office/officeart/2009/3/layout/HorizontalOrganizationChart"/>
    <dgm:cxn modelId="{A094B7CA-C4F8-4F87-BF1F-DCE7D4549A36}" type="presParOf" srcId="{B12B23CA-7606-4A40-847A-BD54F1B00767}" destId="{6D0888A6-76F7-4313-8D9B-097769306ED1}" srcOrd="5" destOrd="0" presId="urn:microsoft.com/office/officeart/2009/3/layout/HorizontalOrganizationChart"/>
    <dgm:cxn modelId="{82F44B59-5C06-4408-9AFF-DA00204773C4}" type="presParOf" srcId="{6D0888A6-76F7-4313-8D9B-097769306ED1}" destId="{2828128C-DA9F-490A-9D7E-1CFD6668ADAC}" srcOrd="0" destOrd="0" presId="urn:microsoft.com/office/officeart/2009/3/layout/HorizontalOrganizationChart"/>
    <dgm:cxn modelId="{2F2FAB29-EA17-4F4D-8160-1FE606ECE6D1}" type="presParOf" srcId="{2828128C-DA9F-490A-9D7E-1CFD6668ADAC}" destId="{149E7501-C62E-4C54-9FBB-65584E429315}" srcOrd="0" destOrd="0" presId="urn:microsoft.com/office/officeart/2009/3/layout/HorizontalOrganizationChart"/>
    <dgm:cxn modelId="{C74B4F73-8331-4107-A747-FD839EA9AF0F}" type="presParOf" srcId="{2828128C-DA9F-490A-9D7E-1CFD6668ADAC}" destId="{D245EAA3-0AC0-47A1-A970-808CC117C7E4}" srcOrd="1" destOrd="0" presId="urn:microsoft.com/office/officeart/2009/3/layout/HorizontalOrganizationChart"/>
    <dgm:cxn modelId="{49C76302-4BAA-48B2-ADB2-C91363A5D5FD}" type="presParOf" srcId="{6D0888A6-76F7-4313-8D9B-097769306ED1}" destId="{E3C99136-55F2-418D-A783-89082D21A9AD}" srcOrd="1" destOrd="0" presId="urn:microsoft.com/office/officeart/2009/3/layout/HorizontalOrganizationChart"/>
    <dgm:cxn modelId="{3FECE770-82A5-4A24-B6BB-1144627D3C71}" type="presParOf" srcId="{6D0888A6-76F7-4313-8D9B-097769306ED1}" destId="{CA9AEAFC-6711-449B-96D6-8DDF1AC31CEA}" srcOrd="2" destOrd="0" presId="urn:microsoft.com/office/officeart/2009/3/layout/HorizontalOrganizationChart"/>
    <dgm:cxn modelId="{B3C79AE5-6065-4E74-90BD-E49A0DB5F927}" type="presParOf" srcId="{B12B23CA-7606-4A40-847A-BD54F1B00767}" destId="{B66097FE-251D-4F72-A628-79CDCA94A3F3}" srcOrd="6" destOrd="0" presId="urn:microsoft.com/office/officeart/2009/3/layout/HorizontalOrganizationChart"/>
    <dgm:cxn modelId="{51611ABF-AD0C-4D8E-B957-437FD3EC9B7A}" type="presParOf" srcId="{B12B23CA-7606-4A40-847A-BD54F1B00767}" destId="{F0673BC9-42A5-4B55-951B-FCBEEF4B3CF5}" srcOrd="7" destOrd="0" presId="urn:microsoft.com/office/officeart/2009/3/layout/HorizontalOrganizationChart"/>
    <dgm:cxn modelId="{E7B1A007-DD91-4106-BAC8-A222F076AED9}" type="presParOf" srcId="{F0673BC9-42A5-4B55-951B-FCBEEF4B3CF5}" destId="{51C45EC1-5B87-4296-BC76-0FBB304FDFBA}" srcOrd="0" destOrd="0" presId="urn:microsoft.com/office/officeart/2009/3/layout/HorizontalOrganizationChart"/>
    <dgm:cxn modelId="{CCE0E682-973A-4EF1-8D89-9F71B7515F94}" type="presParOf" srcId="{51C45EC1-5B87-4296-BC76-0FBB304FDFBA}" destId="{C899DEE4-054F-485E-8537-F7FCEE3E00F9}" srcOrd="0" destOrd="0" presId="urn:microsoft.com/office/officeart/2009/3/layout/HorizontalOrganizationChart"/>
    <dgm:cxn modelId="{62ED3898-ED11-4139-BE5B-4C7E305C9CDF}" type="presParOf" srcId="{51C45EC1-5B87-4296-BC76-0FBB304FDFBA}" destId="{99A93DF3-1415-4FED-A068-C42A78BEB7B3}" srcOrd="1" destOrd="0" presId="urn:microsoft.com/office/officeart/2009/3/layout/HorizontalOrganizationChart"/>
    <dgm:cxn modelId="{A18681B2-7F7F-406C-8F9D-0DA87A4C833C}" type="presParOf" srcId="{F0673BC9-42A5-4B55-951B-FCBEEF4B3CF5}" destId="{D769D503-6EAC-41F0-9AE7-D3BF77FAE1B2}" srcOrd="1" destOrd="0" presId="urn:microsoft.com/office/officeart/2009/3/layout/HorizontalOrganizationChart"/>
    <dgm:cxn modelId="{AEE59C4C-B118-4E33-8728-2990790F1119}" type="presParOf" srcId="{F0673BC9-42A5-4B55-951B-FCBEEF4B3CF5}" destId="{6D09C8D7-161A-4A0F-8773-2FD65DC8BFD5}" srcOrd="2" destOrd="0" presId="urn:microsoft.com/office/officeart/2009/3/layout/HorizontalOrganizationChart"/>
    <dgm:cxn modelId="{37F931D9-41E3-47D4-9FB3-5310D286E122}" type="presParOf" srcId="{B12B23CA-7606-4A40-847A-BD54F1B00767}" destId="{7B77D527-5B09-4459-95A3-91BA987F8B75}" srcOrd="8" destOrd="0" presId="urn:microsoft.com/office/officeart/2009/3/layout/HorizontalOrganizationChart"/>
    <dgm:cxn modelId="{9E96DED0-C2C2-4FE4-ACAD-8E81D2D8D9CC}" type="presParOf" srcId="{B12B23CA-7606-4A40-847A-BD54F1B00767}" destId="{19D8C020-A2F6-418E-8FCF-8AB5B11422DD}" srcOrd="9" destOrd="0" presId="urn:microsoft.com/office/officeart/2009/3/layout/HorizontalOrganizationChart"/>
    <dgm:cxn modelId="{99B00762-A4C5-4700-AB13-F98D7104DE99}" type="presParOf" srcId="{19D8C020-A2F6-418E-8FCF-8AB5B11422DD}" destId="{57A65416-0273-4AFD-917C-9397CA76101F}" srcOrd="0" destOrd="0" presId="urn:microsoft.com/office/officeart/2009/3/layout/HorizontalOrganizationChart"/>
    <dgm:cxn modelId="{C3ECB428-A5C3-4BF4-A307-EAD70D67124C}" type="presParOf" srcId="{57A65416-0273-4AFD-917C-9397CA76101F}" destId="{3C9C4CCC-14C0-4032-A8A9-C8712F48F514}" srcOrd="0" destOrd="0" presId="urn:microsoft.com/office/officeart/2009/3/layout/HorizontalOrganizationChart"/>
    <dgm:cxn modelId="{FF8ACF65-206D-40CA-9FAA-06C107C9D9E5}" type="presParOf" srcId="{57A65416-0273-4AFD-917C-9397CA76101F}" destId="{E95E04BC-E2AF-40B5-ACAC-6DA4C0FD8671}" srcOrd="1" destOrd="0" presId="urn:microsoft.com/office/officeart/2009/3/layout/HorizontalOrganizationChart"/>
    <dgm:cxn modelId="{EB97B2AA-E258-4F0B-A7D3-3453E61BBF62}" type="presParOf" srcId="{19D8C020-A2F6-418E-8FCF-8AB5B11422DD}" destId="{978B0103-A74D-4FF4-A2FC-5E73FF9DCA32}" srcOrd="1" destOrd="0" presId="urn:microsoft.com/office/officeart/2009/3/layout/HorizontalOrganizationChart"/>
    <dgm:cxn modelId="{9E044A74-9392-4E46-A8B2-DF77D39F579E}" type="presParOf" srcId="{19D8C020-A2F6-418E-8FCF-8AB5B11422DD}" destId="{04451D03-22B9-4081-8A1D-096472039CD3}" srcOrd="2" destOrd="0" presId="urn:microsoft.com/office/officeart/2009/3/layout/HorizontalOrganizationChart"/>
    <dgm:cxn modelId="{4FD628E8-AF04-4EE2-AB7B-D9768E4E430C}" type="presParOf" srcId="{B12B23CA-7606-4A40-847A-BD54F1B00767}" destId="{9DFDBB41-A9C7-4F24-ABFD-F6682AEBE22C}" srcOrd="10" destOrd="0" presId="urn:microsoft.com/office/officeart/2009/3/layout/HorizontalOrganizationChart"/>
    <dgm:cxn modelId="{BE3AE102-0D51-4F07-B73B-E58AFEAB5D9E}" type="presParOf" srcId="{B12B23CA-7606-4A40-847A-BD54F1B00767}" destId="{540CBA28-A4B3-419D-9B0A-780FBC4ADE59}" srcOrd="11" destOrd="0" presId="urn:microsoft.com/office/officeart/2009/3/layout/HorizontalOrganizationChart"/>
    <dgm:cxn modelId="{E0257E2D-0975-4C67-8E4D-A7A3527AFB29}" type="presParOf" srcId="{540CBA28-A4B3-419D-9B0A-780FBC4ADE59}" destId="{B09F7361-0BCB-4D16-9A1C-22179BFB903D}" srcOrd="0" destOrd="0" presId="urn:microsoft.com/office/officeart/2009/3/layout/HorizontalOrganizationChart"/>
    <dgm:cxn modelId="{330EE085-7D14-4033-9265-74C451D29BEC}" type="presParOf" srcId="{B09F7361-0BCB-4D16-9A1C-22179BFB903D}" destId="{8AE119E0-596E-4CC7-B40B-1EC931417140}" srcOrd="0" destOrd="0" presId="urn:microsoft.com/office/officeart/2009/3/layout/HorizontalOrganizationChart"/>
    <dgm:cxn modelId="{48AF4BF5-F4EB-4239-B542-2741DD3B9DA1}" type="presParOf" srcId="{B09F7361-0BCB-4D16-9A1C-22179BFB903D}" destId="{0F39770E-FEB5-4C76-BB82-3112E9D84906}" srcOrd="1" destOrd="0" presId="urn:microsoft.com/office/officeart/2009/3/layout/HorizontalOrganizationChart"/>
    <dgm:cxn modelId="{A36AB440-F42A-4DCB-AE45-E63A1193DB7C}" type="presParOf" srcId="{540CBA28-A4B3-419D-9B0A-780FBC4ADE59}" destId="{A433BB4A-65F5-4BEF-B2EB-269EC0DDE363}" srcOrd="1" destOrd="0" presId="urn:microsoft.com/office/officeart/2009/3/layout/HorizontalOrganizationChart"/>
    <dgm:cxn modelId="{4784BC38-160C-4929-88B1-EE9EFCF9A0F8}" type="presParOf" srcId="{540CBA28-A4B3-419D-9B0A-780FBC4ADE59}" destId="{963D4A65-07FA-4DBC-82A5-CD81C11E681D}" srcOrd="2" destOrd="0" presId="urn:microsoft.com/office/officeart/2009/3/layout/HorizontalOrganizationChart"/>
    <dgm:cxn modelId="{488F19BB-F55C-4288-A15A-71FC8B7ED585}" type="presParOf" srcId="{EFF0CF33-4F9E-417E-9E4A-67F5C1BDBB04}" destId="{4232A433-EDC5-4C19-AD41-07D3E8E9B39C}" srcOrd="2" destOrd="0" presId="urn:microsoft.com/office/officeart/2009/3/layout/HorizontalOrganizationChart"/>
    <dgm:cxn modelId="{6682F0D0-3AC7-4280-A8FE-8881522D11E1}" type="presParOf" srcId="{C74009B1-7ED2-4F09-A5F1-7441A7F12868}" destId="{4019F4D5-6C7F-4327-A4D1-8631633E9D38}" srcOrd="4" destOrd="0" presId="urn:microsoft.com/office/officeart/2009/3/layout/HorizontalOrganizationChart"/>
    <dgm:cxn modelId="{BFFC93F0-799C-4ECC-B856-72F9FF514DC4}" type="presParOf" srcId="{C74009B1-7ED2-4F09-A5F1-7441A7F12868}" destId="{700CB921-66B7-4C0D-8E1D-E25D44E5BF15}" srcOrd="5" destOrd="0" presId="urn:microsoft.com/office/officeart/2009/3/layout/HorizontalOrganizationChart"/>
    <dgm:cxn modelId="{52DFF697-02FD-443E-ABBD-C05DF0532B62}" type="presParOf" srcId="{700CB921-66B7-4C0D-8E1D-E25D44E5BF15}" destId="{57375E1D-2BA2-4D1E-AE64-6651D929187C}" srcOrd="0" destOrd="0" presId="urn:microsoft.com/office/officeart/2009/3/layout/HorizontalOrganizationChart"/>
    <dgm:cxn modelId="{C93E064A-73AD-4564-A484-F09B956861C2}" type="presParOf" srcId="{57375E1D-2BA2-4D1E-AE64-6651D929187C}" destId="{3C6346C6-CDAF-417A-824C-29355CE463B7}" srcOrd="0" destOrd="0" presId="urn:microsoft.com/office/officeart/2009/3/layout/HorizontalOrganizationChart"/>
    <dgm:cxn modelId="{5C7BB5BB-2D75-43F6-947C-C0A04AE37A7F}" type="presParOf" srcId="{57375E1D-2BA2-4D1E-AE64-6651D929187C}" destId="{C90E4651-B446-46D2-8EE5-312DE7F974E8}" srcOrd="1" destOrd="0" presId="urn:microsoft.com/office/officeart/2009/3/layout/HorizontalOrganizationChart"/>
    <dgm:cxn modelId="{E225A5C3-15B5-4FFD-BA64-127BBBF9FA07}" type="presParOf" srcId="{700CB921-66B7-4C0D-8E1D-E25D44E5BF15}" destId="{3A9E91F8-0C33-4EC3-9329-87911AA38D7A}" srcOrd="1" destOrd="0" presId="urn:microsoft.com/office/officeart/2009/3/layout/HorizontalOrganizationChart"/>
    <dgm:cxn modelId="{40B1CCB4-F516-448C-AC03-86DF5E9AB644}" type="presParOf" srcId="{3A9E91F8-0C33-4EC3-9329-87911AA38D7A}" destId="{2A6F8A8E-9086-44BB-8EA4-D3339EC0030A}" srcOrd="0" destOrd="0" presId="urn:microsoft.com/office/officeart/2009/3/layout/HorizontalOrganizationChart"/>
    <dgm:cxn modelId="{FD2847BA-F84A-4E68-B862-A050698020B8}" type="presParOf" srcId="{3A9E91F8-0C33-4EC3-9329-87911AA38D7A}" destId="{02136B62-551A-4393-A5CF-93B271829C57}" srcOrd="1" destOrd="0" presId="urn:microsoft.com/office/officeart/2009/3/layout/HorizontalOrganizationChart"/>
    <dgm:cxn modelId="{66B08860-D008-4512-A53B-2C3F2A54DB37}" type="presParOf" srcId="{02136B62-551A-4393-A5CF-93B271829C57}" destId="{5732BFDC-459D-4AC8-AEF3-6E69ACD03914}" srcOrd="0" destOrd="0" presId="urn:microsoft.com/office/officeart/2009/3/layout/HorizontalOrganizationChart"/>
    <dgm:cxn modelId="{9235768C-4547-4DEC-9506-9E0300C91315}" type="presParOf" srcId="{5732BFDC-459D-4AC8-AEF3-6E69ACD03914}" destId="{2CAA9868-C176-4028-BC01-007161CBDFF9}" srcOrd="0" destOrd="0" presId="urn:microsoft.com/office/officeart/2009/3/layout/HorizontalOrganizationChart"/>
    <dgm:cxn modelId="{258C0108-1CE6-40D6-95B1-D66CC43F12E2}" type="presParOf" srcId="{5732BFDC-459D-4AC8-AEF3-6E69ACD03914}" destId="{90596672-5AF0-4083-A1A1-6F79BC4E3BA9}" srcOrd="1" destOrd="0" presId="urn:microsoft.com/office/officeart/2009/3/layout/HorizontalOrganizationChart"/>
    <dgm:cxn modelId="{7BFBCC15-D64B-439F-AE9F-82C3BAB34327}" type="presParOf" srcId="{02136B62-551A-4393-A5CF-93B271829C57}" destId="{1044DBD0-8ACD-49D8-B6DA-1024AD51E266}" srcOrd="1" destOrd="0" presId="urn:microsoft.com/office/officeart/2009/3/layout/HorizontalOrganizationChart"/>
    <dgm:cxn modelId="{32F24D5A-59C9-4519-92AA-31AE67A27C5F}" type="presParOf" srcId="{02136B62-551A-4393-A5CF-93B271829C57}" destId="{D96093AE-7124-415C-8028-6F66A0854508}" srcOrd="2" destOrd="0" presId="urn:microsoft.com/office/officeart/2009/3/layout/HorizontalOrganizationChart"/>
    <dgm:cxn modelId="{7BB5C13F-BB1D-4F67-B6A0-22FA7B1C3CF8}" type="presParOf" srcId="{700CB921-66B7-4C0D-8E1D-E25D44E5BF15}" destId="{5A5B4C85-5539-4DE7-8AEB-B5A06780B01C}" srcOrd="2" destOrd="0" presId="urn:microsoft.com/office/officeart/2009/3/layout/HorizontalOrganizationChart"/>
    <dgm:cxn modelId="{E0BA95DE-BF4F-4640-B8F6-814A79E1F6E6}" type="presParOf" srcId="{C74009B1-7ED2-4F09-A5F1-7441A7F12868}" destId="{2D2E3B4E-912A-4976-B00E-7F1AD4551013}" srcOrd="6" destOrd="0" presId="urn:microsoft.com/office/officeart/2009/3/layout/HorizontalOrganizationChart"/>
    <dgm:cxn modelId="{1C0BB7A0-EC0E-49D9-8FDE-EC0139B855A9}" type="presParOf" srcId="{C74009B1-7ED2-4F09-A5F1-7441A7F12868}" destId="{DAF2F0BF-677E-470A-8A56-DFE2679E4416}" srcOrd="7" destOrd="0" presId="urn:microsoft.com/office/officeart/2009/3/layout/HorizontalOrganizationChart"/>
    <dgm:cxn modelId="{360EA803-2B09-474D-8111-245B1B62A238}" type="presParOf" srcId="{DAF2F0BF-677E-470A-8A56-DFE2679E4416}" destId="{D885B131-5042-472F-9F1E-795D7E043F44}" srcOrd="0" destOrd="0" presId="urn:microsoft.com/office/officeart/2009/3/layout/HorizontalOrganizationChart"/>
    <dgm:cxn modelId="{41F137DE-56AF-4FED-9647-BCE60E9D0335}" type="presParOf" srcId="{D885B131-5042-472F-9F1E-795D7E043F44}" destId="{1B152C5A-63EB-4063-9F73-BFA04CDF3BEB}" srcOrd="0" destOrd="0" presId="urn:microsoft.com/office/officeart/2009/3/layout/HorizontalOrganizationChart"/>
    <dgm:cxn modelId="{C6C21D8B-A188-4A06-A9F3-630A9BCB68EB}" type="presParOf" srcId="{D885B131-5042-472F-9F1E-795D7E043F44}" destId="{19A57094-EA75-47E6-8347-A149CA959A8F}" srcOrd="1" destOrd="0" presId="urn:microsoft.com/office/officeart/2009/3/layout/HorizontalOrganizationChart"/>
    <dgm:cxn modelId="{5AF35EBA-505F-48C2-9499-8D701CCA20F1}" type="presParOf" srcId="{DAF2F0BF-677E-470A-8A56-DFE2679E4416}" destId="{C67CA971-8354-4AE3-A97F-B38B780A8EF3}" srcOrd="1" destOrd="0" presId="urn:microsoft.com/office/officeart/2009/3/layout/HorizontalOrganizationChart"/>
    <dgm:cxn modelId="{A5CB34EA-B493-40FD-8E1B-3D1133809CC3}" type="presParOf" srcId="{C67CA971-8354-4AE3-A97F-B38B780A8EF3}" destId="{C007D818-9E5C-4375-981D-97A9E19B13D0}" srcOrd="0" destOrd="0" presId="urn:microsoft.com/office/officeart/2009/3/layout/HorizontalOrganizationChart"/>
    <dgm:cxn modelId="{DF3F3787-F8CF-45BC-9957-434EA08379DE}" type="presParOf" srcId="{C67CA971-8354-4AE3-A97F-B38B780A8EF3}" destId="{0BFC06AC-E540-4A64-85BC-7D3440A97A69}" srcOrd="1" destOrd="0" presId="urn:microsoft.com/office/officeart/2009/3/layout/HorizontalOrganizationChart"/>
    <dgm:cxn modelId="{CF345C68-32D3-4B87-B19F-7EE4168F98A0}" type="presParOf" srcId="{0BFC06AC-E540-4A64-85BC-7D3440A97A69}" destId="{F55286D8-90E1-4BF0-B974-E78828AC3B96}" srcOrd="0" destOrd="0" presId="urn:microsoft.com/office/officeart/2009/3/layout/HorizontalOrganizationChart"/>
    <dgm:cxn modelId="{48C31B39-CFE9-4A2C-A4EB-D47B3AB59A60}" type="presParOf" srcId="{F55286D8-90E1-4BF0-B974-E78828AC3B96}" destId="{B1E6C97C-08C4-44A2-9F8D-5C81482B4B8E}" srcOrd="0" destOrd="0" presId="urn:microsoft.com/office/officeart/2009/3/layout/HorizontalOrganizationChart"/>
    <dgm:cxn modelId="{2BE09A24-7DBA-4368-BA0E-3430BFF414C1}" type="presParOf" srcId="{F55286D8-90E1-4BF0-B974-E78828AC3B96}" destId="{C8BC314E-0DBA-4B7A-BEAA-236C86F01A33}" srcOrd="1" destOrd="0" presId="urn:microsoft.com/office/officeart/2009/3/layout/HorizontalOrganizationChart"/>
    <dgm:cxn modelId="{FE1A22E4-D04D-4F8E-B545-F37AF0CC4002}" type="presParOf" srcId="{0BFC06AC-E540-4A64-85BC-7D3440A97A69}" destId="{BB95A2D1-2FBE-4288-B2C3-9F3C51848450}" srcOrd="1" destOrd="0" presId="urn:microsoft.com/office/officeart/2009/3/layout/HorizontalOrganizationChart"/>
    <dgm:cxn modelId="{EAE02EB9-D248-40F6-8BE0-57D4BFCE8F8D}" type="presParOf" srcId="{0BFC06AC-E540-4A64-85BC-7D3440A97A69}" destId="{12BDC245-A590-488B-85EE-3FEBD365118E}" srcOrd="2" destOrd="0" presId="urn:microsoft.com/office/officeart/2009/3/layout/HorizontalOrganizationChart"/>
    <dgm:cxn modelId="{5B04128B-023B-4F6E-8EBD-78029167A3B6}" type="presParOf" srcId="{DAF2F0BF-677E-470A-8A56-DFE2679E4416}" destId="{F56C5634-5946-4E64-8E85-962FD4E15FBD}" srcOrd="2" destOrd="0" presId="urn:microsoft.com/office/officeart/2009/3/layout/HorizontalOrganizationChart"/>
    <dgm:cxn modelId="{B1F112F6-FC80-42AB-8A31-558EBB3620E7}" type="presParOf" srcId="{EAD9792C-A725-4FEB-B3FC-3A25B8367B25}" destId="{E244A1ED-F34D-494B-BDEE-528A95A7252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740C3C-BB83-4643-BA64-BAD62EB73748}">
      <dsp:nvSpPr>
        <dsp:cNvPr id="0" name=""/>
        <dsp:cNvSpPr/>
      </dsp:nvSpPr>
      <dsp:spPr>
        <a:xfrm>
          <a:off x="1530" y="1292116"/>
          <a:ext cx="1054488" cy="52724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/</a:t>
          </a:r>
        </a:p>
      </dsp:txBody>
      <dsp:txXfrm>
        <a:off x="16972" y="1307558"/>
        <a:ext cx="1023604" cy="496360"/>
      </dsp:txXfrm>
    </dsp:sp>
    <dsp:sp modelId="{975B086D-0064-4BB6-B159-CE2C2C5D2FDF}">
      <dsp:nvSpPr>
        <dsp:cNvPr id="0" name=""/>
        <dsp:cNvSpPr/>
      </dsp:nvSpPr>
      <dsp:spPr>
        <a:xfrm rot="18770822">
          <a:off x="956792" y="1311467"/>
          <a:ext cx="620247" cy="33793"/>
        </a:xfrm>
        <a:custGeom>
          <a:avLst/>
          <a:gdLst/>
          <a:ahLst/>
          <a:cxnLst/>
          <a:rect l="0" t="0" r="0" b="0"/>
          <a:pathLst>
            <a:path>
              <a:moveTo>
                <a:pt x="0" y="16896"/>
              </a:moveTo>
              <a:lnTo>
                <a:pt x="620247" y="1689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251410" y="1312858"/>
        <a:ext cx="31012" cy="31012"/>
      </dsp:txXfrm>
    </dsp:sp>
    <dsp:sp modelId="{F2F0DEAD-BD95-4C02-A3F7-6C5F74D7716D}">
      <dsp:nvSpPr>
        <dsp:cNvPr id="0" name=""/>
        <dsp:cNvSpPr/>
      </dsp:nvSpPr>
      <dsp:spPr>
        <a:xfrm>
          <a:off x="1477814" y="837368"/>
          <a:ext cx="1054488" cy="52724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transferencia</a:t>
          </a:r>
        </a:p>
      </dsp:txBody>
      <dsp:txXfrm>
        <a:off x="1493256" y="852810"/>
        <a:ext cx="1023604" cy="496360"/>
      </dsp:txXfrm>
    </dsp:sp>
    <dsp:sp modelId="{F339562C-E4EA-4874-B437-55C1E22A1C8C}">
      <dsp:nvSpPr>
        <dsp:cNvPr id="0" name=""/>
        <dsp:cNvSpPr/>
      </dsp:nvSpPr>
      <dsp:spPr>
        <a:xfrm rot="19457599">
          <a:off x="2483478" y="932510"/>
          <a:ext cx="519442" cy="33793"/>
        </a:xfrm>
        <a:custGeom>
          <a:avLst/>
          <a:gdLst/>
          <a:ahLst/>
          <a:cxnLst/>
          <a:rect l="0" t="0" r="0" b="0"/>
          <a:pathLst>
            <a:path>
              <a:moveTo>
                <a:pt x="0" y="16896"/>
              </a:moveTo>
              <a:lnTo>
                <a:pt x="519442" y="1689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730213" y="936421"/>
        <a:ext cx="25972" cy="25972"/>
      </dsp:txXfrm>
    </dsp:sp>
    <dsp:sp modelId="{158C0727-A271-439A-AFD3-371891D34A48}">
      <dsp:nvSpPr>
        <dsp:cNvPr id="0" name=""/>
        <dsp:cNvSpPr/>
      </dsp:nvSpPr>
      <dsp:spPr>
        <a:xfrm>
          <a:off x="2954097" y="534203"/>
          <a:ext cx="1054488" cy="52724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Saída</a:t>
          </a:r>
        </a:p>
      </dsp:txBody>
      <dsp:txXfrm>
        <a:off x="2969539" y="549645"/>
        <a:ext cx="1023604" cy="496360"/>
      </dsp:txXfrm>
    </dsp:sp>
    <dsp:sp modelId="{A9986F5A-D301-4C21-81AE-2A405945E542}">
      <dsp:nvSpPr>
        <dsp:cNvPr id="0" name=""/>
        <dsp:cNvSpPr/>
      </dsp:nvSpPr>
      <dsp:spPr>
        <a:xfrm>
          <a:off x="4008585" y="780928"/>
          <a:ext cx="421795" cy="33793"/>
        </a:xfrm>
        <a:custGeom>
          <a:avLst/>
          <a:gdLst/>
          <a:ahLst/>
          <a:cxnLst/>
          <a:rect l="0" t="0" r="0" b="0"/>
          <a:pathLst>
            <a:path>
              <a:moveTo>
                <a:pt x="0" y="16896"/>
              </a:moveTo>
              <a:lnTo>
                <a:pt x="421795" y="1689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208938" y="787280"/>
        <a:ext cx="21089" cy="21089"/>
      </dsp:txXfrm>
    </dsp:sp>
    <dsp:sp modelId="{611ED75E-4D47-4660-AFEB-51154C35EDEF}">
      <dsp:nvSpPr>
        <dsp:cNvPr id="0" name=""/>
        <dsp:cNvSpPr/>
      </dsp:nvSpPr>
      <dsp:spPr>
        <a:xfrm>
          <a:off x="4430381" y="534203"/>
          <a:ext cx="1054488" cy="52724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Area</a:t>
          </a:r>
        </a:p>
      </dsp:txBody>
      <dsp:txXfrm>
        <a:off x="4445823" y="549645"/>
        <a:ext cx="1023604" cy="496360"/>
      </dsp:txXfrm>
    </dsp:sp>
    <dsp:sp modelId="{331906AF-90D9-4500-A1E4-F8B3ACBD3FA8}">
      <dsp:nvSpPr>
        <dsp:cNvPr id="0" name=""/>
        <dsp:cNvSpPr/>
      </dsp:nvSpPr>
      <dsp:spPr>
        <a:xfrm rot="2142401">
          <a:off x="2483478" y="1235676"/>
          <a:ext cx="519442" cy="33793"/>
        </a:xfrm>
        <a:custGeom>
          <a:avLst/>
          <a:gdLst/>
          <a:ahLst/>
          <a:cxnLst/>
          <a:rect l="0" t="0" r="0" b="0"/>
          <a:pathLst>
            <a:path>
              <a:moveTo>
                <a:pt x="0" y="16896"/>
              </a:moveTo>
              <a:lnTo>
                <a:pt x="519442" y="1689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730213" y="1239587"/>
        <a:ext cx="25972" cy="25972"/>
      </dsp:txXfrm>
    </dsp:sp>
    <dsp:sp modelId="{E83CDCEF-C94D-4EDB-B0D1-DCAEA6CD2A08}">
      <dsp:nvSpPr>
        <dsp:cNvPr id="0" name=""/>
        <dsp:cNvSpPr/>
      </dsp:nvSpPr>
      <dsp:spPr>
        <a:xfrm>
          <a:off x="2954097" y="1140533"/>
          <a:ext cx="1054488" cy="52724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Carga</a:t>
          </a:r>
        </a:p>
      </dsp:txBody>
      <dsp:txXfrm>
        <a:off x="2969539" y="1155975"/>
        <a:ext cx="1023604" cy="496360"/>
      </dsp:txXfrm>
    </dsp:sp>
    <dsp:sp modelId="{5B6C8B45-787A-4D3E-9D71-87AB34822A66}">
      <dsp:nvSpPr>
        <dsp:cNvPr id="0" name=""/>
        <dsp:cNvSpPr/>
      </dsp:nvSpPr>
      <dsp:spPr>
        <a:xfrm>
          <a:off x="4008585" y="1387259"/>
          <a:ext cx="421795" cy="33793"/>
        </a:xfrm>
        <a:custGeom>
          <a:avLst/>
          <a:gdLst/>
          <a:ahLst/>
          <a:cxnLst/>
          <a:rect l="0" t="0" r="0" b="0"/>
          <a:pathLst>
            <a:path>
              <a:moveTo>
                <a:pt x="0" y="16896"/>
              </a:moveTo>
              <a:lnTo>
                <a:pt x="421795" y="1689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208938" y="1393611"/>
        <a:ext cx="21089" cy="21089"/>
      </dsp:txXfrm>
    </dsp:sp>
    <dsp:sp modelId="{43A8EB5E-020C-4E7E-A6EC-0785A07F41D4}">
      <dsp:nvSpPr>
        <dsp:cNvPr id="0" name=""/>
        <dsp:cNvSpPr/>
      </dsp:nvSpPr>
      <dsp:spPr>
        <a:xfrm>
          <a:off x="4430381" y="1140533"/>
          <a:ext cx="1054488" cy="52724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Area</a:t>
          </a:r>
        </a:p>
      </dsp:txBody>
      <dsp:txXfrm>
        <a:off x="4445823" y="1155975"/>
        <a:ext cx="1023604" cy="496360"/>
      </dsp:txXfrm>
    </dsp:sp>
    <dsp:sp modelId="{8BA2E02E-287C-414F-A50C-218561F20C6B}">
      <dsp:nvSpPr>
        <dsp:cNvPr id="0" name=""/>
        <dsp:cNvSpPr/>
      </dsp:nvSpPr>
      <dsp:spPr>
        <a:xfrm rot="2829178">
          <a:off x="956792" y="1766215"/>
          <a:ext cx="620247" cy="33793"/>
        </a:xfrm>
        <a:custGeom>
          <a:avLst/>
          <a:gdLst/>
          <a:ahLst/>
          <a:cxnLst/>
          <a:rect l="0" t="0" r="0" b="0"/>
          <a:pathLst>
            <a:path>
              <a:moveTo>
                <a:pt x="0" y="16896"/>
              </a:moveTo>
              <a:lnTo>
                <a:pt x="620247" y="1689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251410" y="1767606"/>
        <a:ext cx="31012" cy="31012"/>
      </dsp:txXfrm>
    </dsp:sp>
    <dsp:sp modelId="{9268CE07-3A06-4EC7-8136-CF2C3D908FB9}">
      <dsp:nvSpPr>
        <dsp:cNvPr id="0" name=""/>
        <dsp:cNvSpPr/>
      </dsp:nvSpPr>
      <dsp:spPr>
        <a:xfrm>
          <a:off x="1477814" y="1746864"/>
          <a:ext cx="1054488" cy="52724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mudança</a:t>
          </a:r>
        </a:p>
      </dsp:txBody>
      <dsp:txXfrm>
        <a:off x="1493256" y="1762306"/>
        <a:ext cx="1023604" cy="496360"/>
      </dsp:txXfrm>
    </dsp:sp>
    <dsp:sp modelId="{E67476B4-42DB-4961-8A45-06B939A65D66}">
      <dsp:nvSpPr>
        <dsp:cNvPr id="0" name=""/>
        <dsp:cNvSpPr/>
      </dsp:nvSpPr>
      <dsp:spPr>
        <a:xfrm>
          <a:off x="2532302" y="1993589"/>
          <a:ext cx="421795" cy="33793"/>
        </a:xfrm>
        <a:custGeom>
          <a:avLst/>
          <a:gdLst/>
          <a:ahLst/>
          <a:cxnLst/>
          <a:rect l="0" t="0" r="0" b="0"/>
          <a:pathLst>
            <a:path>
              <a:moveTo>
                <a:pt x="0" y="16896"/>
              </a:moveTo>
              <a:lnTo>
                <a:pt x="421795" y="1689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732655" y="1999941"/>
        <a:ext cx="21089" cy="21089"/>
      </dsp:txXfrm>
    </dsp:sp>
    <dsp:sp modelId="{338D5F9A-6D58-4D9F-889C-4E9ECA0DC6E1}">
      <dsp:nvSpPr>
        <dsp:cNvPr id="0" name=""/>
        <dsp:cNvSpPr/>
      </dsp:nvSpPr>
      <dsp:spPr>
        <a:xfrm>
          <a:off x="2954097" y="1746864"/>
          <a:ext cx="1054488" cy="52724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anomes</a:t>
          </a:r>
        </a:p>
      </dsp:txBody>
      <dsp:txXfrm>
        <a:off x="2969539" y="1762306"/>
        <a:ext cx="1023604" cy="496360"/>
      </dsp:txXfrm>
    </dsp:sp>
    <dsp:sp modelId="{FE7F9D49-35CE-4823-B360-761AF32DA426}">
      <dsp:nvSpPr>
        <dsp:cNvPr id="0" name=""/>
        <dsp:cNvSpPr/>
      </dsp:nvSpPr>
      <dsp:spPr>
        <a:xfrm>
          <a:off x="4008585" y="1993589"/>
          <a:ext cx="421795" cy="33793"/>
        </a:xfrm>
        <a:custGeom>
          <a:avLst/>
          <a:gdLst/>
          <a:ahLst/>
          <a:cxnLst/>
          <a:rect l="0" t="0" r="0" b="0"/>
          <a:pathLst>
            <a:path>
              <a:moveTo>
                <a:pt x="0" y="16896"/>
              </a:moveTo>
              <a:lnTo>
                <a:pt x="421795" y="1689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208938" y="1999941"/>
        <a:ext cx="21089" cy="21089"/>
      </dsp:txXfrm>
    </dsp:sp>
    <dsp:sp modelId="{45AEDCE1-9757-4D54-8390-E64387275AD9}">
      <dsp:nvSpPr>
        <dsp:cNvPr id="0" name=""/>
        <dsp:cNvSpPr/>
      </dsp:nvSpPr>
      <dsp:spPr>
        <a:xfrm>
          <a:off x="4430381" y="1746864"/>
          <a:ext cx="1054488" cy="52724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sigladaaplicacao</a:t>
          </a:r>
        </a:p>
      </dsp:txBody>
      <dsp:txXfrm>
        <a:off x="4445823" y="1762306"/>
        <a:ext cx="1023604" cy="4963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6AA95-E984-4FC7-A72E-C40D46281CDA}">
      <dsp:nvSpPr>
        <dsp:cNvPr id="0" name=""/>
        <dsp:cNvSpPr/>
      </dsp:nvSpPr>
      <dsp:spPr>
        <a:xfrm>
          <a:off x="6208881" y="3231023"/>
          <a:ext cx="349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891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C792EF-7A57-4B4E-ACBF-65D5E0D9BDB8}">
      <dsp:nvSpPr>
        <dsp:cNvPr id="0" name=""/>
        <dsp:cNvSpPr/>
      </dsp:nvSpPr>
      <dsp:spPr>
        <a:xfrm>
          <a:off x="4109530" y="3231023"/>
          <a:ext cx="349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891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9DCC29-C237-4297-B6F2-53492D905626}">
      <dsp:nvSpPr>
        <dsp:cNvPr id="0" name=""/>
        <dsp:cNvSpPr/>
      </dsp:nvSpPr>
      <dsp:spPr>
        <a:xfrm>
          <a:off x="2010178" y="1772208"/>
          <a:ext cx="349891" cy="15045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4945" y="0"/>
              </a:lnTo>
              <a:lnTo>
                <a:pt x="174945" y="1504535"/>
              </a:lnTo>
              <a:lnTo>
                <a:pt x="349891" y="150453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8355CA-1898-4B58-B920-ED6AC1FA20B1}">
      <dsp:nvSpPr>
        <dsp:cNvPr id="0" name=""/>
        <dsp:cNvSpPr/>
      </dsp:nvSpPr>
      <dsp:spPr>
        <a:xfrm>
          <a:off x="6208881" y="2478755"/>
          <a:ext cx="349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891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9C3C07-028F-491A-B3EF-8EEF366DAD5A}">
      <dsp:nvSpPr>
        <dsp:cNvPr id="0" name=""/>
        <dsp:cNvSpPr/>
      </dsp:nvSpPr>
      <dsp:spPr>
        <a:xfrm>
          <a:off x="4109530" y="2478755"/>
          <a:ext cx="349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891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C0DCBE-73F0-4BD4-B560-32D617AFBC8D}">
      <dsp:nvSpPr>
        <dsp:cNvPr id="0" name=""/>
        <dsp:cNvSpPr/>
      </dsp:nvSpPr>
      <dsp:spPr>
        <a:xfrm>
          <a:off x="2010178" y="1772208"/>
          <a:ext cx="349891" cy="7522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4945" y="0"/>
              </a:lnTo>
              <a:lnTo>
                <a:pt x="174945" y="752267"/>
              </a:lnTo>
              <a:lnTo>
                <a:pt x="349891" y="75226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3E2072-2D24-45C7-B748-F3CE30EB6707}">
      <dsp:nvSpPr>
        <dsp:cNvPr id="0" name=""/>
        <dsp:cNvSpPr/>
      </dsp:nvSpPr>
      <dsp:spPr>
        <a:xfrm>
          <a:off x="6208881" y="1726488"/>
          <a:ext cx="349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891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6B60CA-F293-4F43-83B9-703385E38226}">
      <dsp:nvSpPr>
        <dsp:cNvPr id="0" name=""/>
        <dsp:cNvSpPr/>
      </dsp:nvSpPr>
      <dsp:spPr>
        <a:xfrm>
          <a:off x="4109530" y="1726488"/>
          <a:ext cx="349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891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AB9647-8AC4-4D7B-BB0B-CCA35E22C1A3}">
      <dsp:nvSpPr>
        <dsp:cNvPr id="0" name=""/>
        <dsp:cNvSpPr/>
      </dsp:nvSpPr>
      <dsp:spPr>
        <a:xfrm>
          <a:off x="2010178" y="1726488"/>
          <a:ext cx="349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891" y="457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53DC8A-B6B8-4422-BFB5-7DA82B67041F}">
      <dsp:nvSpPr>
        <dsp:cNvPr id="0" name=""/>
        <dsp:cNvSpPr/>
      </dsp:nvSpPr>
      <dsp:spPr>
        <a:xfrm>
          <a:off x="6208881" y="974220"/>
          <a:ext cx="349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891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D86D0D-55F3-4CCF-8A1F-53A970AC7359}">
      <dsp:nvSpPr>
        <dsp:cNvPr id="0" name=""/>
        <dsp:cNvSpPr/>
      </dsp:nvSpPr>
      <dsp:spPr>
        <a:xfrm>
          <a:off x="4109530" y="974220"/>
          <a:ext cx="349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891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96AFA8-2437-4066-A753-74606FA0A4F9}">
      <dsp:nvSpPr>
        <dsp:cNvPr id="0" name=""/>
        <dsp:cNvSpPr/>
      </dsp:nvSpPr>
      <dsp:spPr>
        <a:xfrm>
          <a:off x="2010178" y="1019940"/>
          <a:ext cx="349891" cy="752267"/>
        </a:xfrm>
        <a:custGeom>
          <a:avLst/>
          <a:gdLst/>
          <a:ahLst/>
          <a:cxnLst/>
          <a:rect l="0" t="0" r="0" b="0"/>
          <a:pathLst>
            <a:path>
              <a:moveTo>
                <a:pt x="0" y="752267"/>
              </a:moveTo>
              <a:lnTo>
                <a:pt x="174945" y="752267"/>
              </a:lnTo>
              <a:lnTo>
                <a:pt x="174945" y="0"/>
              </a:lnTo>
              <a:lnTo>
                <a:pt x="349891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5F3317-282D-4E47-9979-37C285155C47}">
      <dsp:nvSpPr>
        <dsp:cNvPr id="0" name=""/>
        <dsp:cNvSpPr/>
      </dsp:nvSpPr>
      <dsp:spPr>
        <a:xfrm>
          <a:off x="6208881" y="221952"/>
          <a:ext cx="349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891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D1BF92-DCFB-49C9-AACF-9C755BD861CE}">
      <dsp:nvSpPr>
        <dsp:cNvPr id="0" name=""/>
        <dsp:cNvSpPr/>
      </dsp:nvSpPr>
      <dsp:spPr>
        <a:xfrm>
          <a:off x="4109530" y="221952"/>
          <a:ext cx="349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891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5994D1-6D99-4E34-BD03-901F667D11D7}">
      <dsp:nvSpPr>
        <dsp:cNvPr id="0" name=""/>
        <dsp:cNvSpPr/>
      </dsp:nvSpPr>
      <dsp:spPr>
        <a:xfrm>
          <a:off x="2010178" y="267672"/>
          <a:ext cx="349891" cy="1504535"/>
        </a:xfrm>
        <a:custGeom>
          <a:avLst/>
          <a:gdLst/>
          <a:ahLst/>
          <a:cxnLst/>
          <a:rect l="0" t="0" r="0" b="0"/>
          <a:pathLst>
            <a:path>
              <a:moveTo>
                <a:pt x="0" y="1504535"/>
              </a:moveTo>
              <a:lnTo>
                <a:pt x="174945" y="1504535"/>
              </a:lnTo>
              <a:lnTo>
                <a:pt x="174945" y="0"/>
              </a:lnTo>
              <a:lnTo>
                <a:pt x="349891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1DB79A-F627-4704-BC94-FFAA86E428EC}">
      <dsp:nvSpPr>
        <dsp:cNvPr id="0" name=""/>
        <dsp:cNvSpPr/>
      </dsp:nvSpPr>
      <dsp:spPr>
        <a:xfrm>
          <a:off x="260719" y="1505415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vswsigappgapver</a:t>
          </a:r>
        </a:p>
      </dsp:txBody>
      <dsp:txXfrm>
        <a:off x="260719" y="1505415"/>
        <a:ext cx="1749459" cy="533585"/>
      </dsp:txXfrm>
    </dsp:sp>
    <dsp:sp modelId="{60D273C9-7B55-4927-8D8B-260F5BE2A64D}">
      <dsp:nvSpPr>
        <dsp:cNvPr id="0" name=""/>
        <dsp:cNvSpPr/>
      </dsp:nvSpPr>
      <dsp:spPr>
        <a:xfrm>
          <a:off x="2360070" y="880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vsw</a:t>
          </a:r>
        </a:p>
      </dsp:txBody>
      <dsp:txXfrm>
        <a:off x="2360070" y="880"/>
        <a:ext cx="1749459" cy="533585"/>
      </dsp:txXfrm>
    </dsp:sp>
    <dsp:sp modelId="{53D719EA-2DCC-4F0E-9DE0-1E4D900BB148}">
      <dsp:nvSpPr>
        <dsp:cNvPr id="0" name=""/>
        <dsp:cNvSpPr/>
      </dsp:nvSpPr>
      <dsp:spPr>
        <a:xfrm>
          <a:off x="4459421" y="880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Versão Software</a:t>
          </a:r>
        </a:p>
      </dsp:txBody>
      <dsp:txXfrm>
        <a:off x="4459421" y="880"/>
        <a:ext cx="1749459" cy="533585"/>
      </dsp:txXfrm>
    </dsp:sp>
    <dsp:sp modelId="{7FCA5DDA-B093-453D-8848-18D69E604898}">
      <dsp:nvSpPr>
        <dsp:cNvPr id="0" name=""/>
        <dsp:cNvSpPr/>
      </dsp:nvSpPr>
      <dsp:spPr>
        <a:xfrm>
          <a:off x="6558773" y="880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ebs1224</a:t>
          </a:r>
        </a:p>
      </dsp:txBody>
      <dsp:txXfrm>
        <a:off x="6558773" y="880"/>
        <a:ext cx="1749459" cy="533585"/>
      </dsp:txXfrm>
    </dsp:sp>
    <dsp:sp modelId="{6E0C26D2-AE43-4D68-99E6-240BA83B459F}">
      <dsp:nvSpPr>
        <dsp:cNvPr id="0" name=""/>
        <dsp:cNvSpPr/>
      </dsp:nvSpPr>
      <dsp:spPr>
        <a:xfrm>
          <a:off x="2360070" y="753147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sig</a:t>
          </a:r>
        </a:p>
      </dsp:txBody>
      <dsp:txXfrm>
        <a:off x="2360070" y="753147"/>
        <a:ext cx="1749459" cy="533585"/>
      </dsp:txXfrm>
    </dsp:sp>
    <dsp:sp modelId="{1069B6D6-1DC3-448D-8A2A-F081BFC0A2E7}">
      <dsp:nvSpPr>
        <dsp:cNvPr id="0" name=""/>
        <dsp:cNvSpPr/>
      </dsp:nvSpPr>
      <dsp:spPr>
        <a:xfrm>
          <a:off x="4459421" y="753147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Sigla Área</a:t>
          </a:r>
        </a:p>
      </dsp:txBody>
      <dsp:txXfrm>
        <a:off x="4459421" y="753147"/>
        <a:ext cx="1749459" cy="533585"/>
      </dsp:txXfrm>
    </dsp:sp>
    <dsp:sp modelId="{446708B2-0C20-40ED-8998-32BD0C2F1F21}">
      <dsp:nvSpPr>
        <dsp:cNvPr id="0" name=""/>
        <dsp:cNvSpPr/>
      </dsp:nvSpPr>
      <dsp:spPr>
        <a:xfrm>
          <a:off x="6558773" y="753147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{RJ|DF|PA}</a:t>
          </a:r>
        </a:p>
      </dsp:txBody>
      <dsp:txXfrm>
        <a:off x="6558773" y="753147"/>
        <a:ext cx="1749459" cy="533585"/>
      </dsp:txXfrm>
    </dsp:sp>
    <dsp:sp modelId="{CC21DF4E-C811-4683-A291-9CDDB9C7202D}">
      <dsp:nvSpPr>
        <dsp:cNvPr id="0" name=""/>
        <dsp:cNvSpPr/>
      </dsp:nvSpPr>
      <dsp:spPr>
        <a:xfrm>
          <a:off x="2360070" y="1505415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app</a:t>
          </a:r>
        </a:p>
      </dsp:txBody>
      <dsp:txXfrm>
        <a:off x="2360070" y="1505415"/>
        <a:ext cx="1749459" cy="533585"/>
      </dsp:txXfrm>
    </dsp:sp>
    <dsp:sp modelId="{D4629F74-36E3-4784-BE70-3EF6F4A9A683}">
      <dsp:nvSpPr>
        <dsp:cNvPr id="0" name=""/>
        <dsp:cNvSpPr/>
      </dsp:nvSpPr>
      <dsp:spPr>
        <a:xfrm>
          <a:off x="4459421" y="1505415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Sigla Modulo</a:t>
          </a:r>
        </a:p>
      </dsp:txBody>
      <dsp:txXfrm>
        <a:off x="4459421" y="1505415"/>
        <a:ext cx="1749459" cy="533585"/>
      </dsp:txXfrm>
    </dsp:sp>
    <dsp:sp modelId="{BA911BBD-4628-4E28-9985-15105723F62E}">
      <dsp:nvSpPr>
        <dsp:cNvPr id="0" name=""/>
        <dsp:cNvSpPr/>
      </dsp:nvSpPr>
      <dsp:spPr>
        <a:xfrm>
          <a:off x="6558773" y="1505415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{COB|AP|AR}</a:t>
          </a:r>
        </a:p>
      </dsp:txBody>
      <dsp:txXfrm>
        <a:off x="6558773" y="1505415"/>
        <a:ext cx="1749459" cy="533585"/>
      </dsp:txXfrm>
    </dsp:sp>
    <dsp:sp modelId="{AEB3BB59-B255-48E6-88C1-B2EBF51E7035}">
      <dsp:nvSpPr>
        <dsp:cNvPr id="0" name=""/>
        <dsp:cNvSpPr/>
      </dsp:nvSpPr>
      <dsp:spPr>
        <a:xfrm>
          <a:off x="2360070" y="2257683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gap</a:t>
          </a:r>
        </a:p>
      </dsp:txBody>
      <dsp:txXfrm>
        <a:off x="2360070" y="2257683"/>
        <a:ext cx="1749459" cy="533585"/>
      </dsp:txXfrm>
    </dsp:sp>
    <dsp:sp modelId="{64B4862E-F5AB-4E15-BFA3-28FA03F82B09}">
      <dsp:nvSpPr>
        <dsp:cNvPr id="0" name=""/>
        <dsp:cNvSpPr/>
      </dsp:nvSpPr>
      <dsp:spPr>
        <a:xfrm>
          <a:off x="4459421" y="2257683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NumeroChamado</a:t>
          </a:r>
        </a:p>
      </dsp:txBody>
      <dsp:txXfrm>
        <a:off x="4459421" y="2257683"/>
        <a:ext cx="1749459" cy="533585"/>
      </dsp:txXfrm>
    </dsp:sp>
    <dsp:sp modelId="{4144B4CD-B37F-498A-89D7-FD620D97756B}">
      <dsp:nvSpPr>
        <dsp:cNvPr id="0" name=""/>
        <dsp:cNvSpPr/>
      </dsp:nvSpPr>
      <dsp:spPr>
        <a:xfrm>
          <a:off x="6558773" y="2257683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{D|T|A}122341</a:t>
          </a:r>
          <a:endParaRPr lang="en-US" sz="1700" kern="1200" dirty="0"/>
        </a:p>
      </dsp:txBody>
      <dsp:txXfrm>
        <a:off x="6558773" y="2257683"/>
        <a:ext cx="1749459" cy="533585"/>
      </dsp:txXfrm>
    </dsp:sp>
    <dsp:sp modelId="{81118207-67DC-4056-BB18-CCD3EE8507ED}">
      <dsp:nvSpPr>
        <dsp:cNvPr id="0" name=""/>
        <dsp:cNvSpPr/>
      </dsp:nvSpPr>
      <dsp:spPr>
        <a:xfrm>
          <a:off x="2360070" y="3009950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ver</a:t>
          </a:r>
        </a:p>
      </dsp:txBody>
      <dsp:txXfrm>
        <a:off x="2360070" y="3009950"/>
        <a:ext cx="1749459" cy="533585"/>
      </dsp:txXfrm>
    </dsp:sp>
    <dsp:sp modelId="{82E108E1-7076-4F6C-ABDB-51B56E1C1542}">
      <dsp:nvSpPr>
        <dsp:cNvPr id="0" name=""/>
        <dsp:cNvSpPr/>
      </dsp:nvSpPr>
      <dsp:spPr>
        <a:xfrm>
          <a:off x="4459421" y="3009950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Versão do Patch</a:t>
          </a:r>
        </a:p>
      </dsp:txBody>
      <dsp:txXfrm>
        <a:off x="4459421" y="3009950"/>
        <a:ext cx="1749459" cy="533585"/>
      </dsp:txXfrm>
    </dsp:sp>
    <dsp:sp modelId="{F125CE50-6C4C-416F-8E42-CB19F0BF1BF9}">
      <dsp:nvSpPr>
        <dsp:cNvPr id="0" name=""/>
        <dsp:cNvSpPr/>
      </dsp:nvSpPr>
      <dsp:spPr>
        <a:xfrm>
          <a:off x="6558773" y="3009950"/>
          <a:ext cx="1749459" cy="53358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v01</a:t>
          </a:r>
        </a:p>
      </dsp:txBody>
      <dsp:txXfrm>
        <a:off x="6558773" y="3009950"/>
        <a:ext cx="1749459" cy="5335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77680-CDFC-424E-9938-796653D227AE}">
      <dsp:nvSpPr>
        <dsp:cNvPr id="0" name=""/>
        <dsp:cNvSpPr/>
      </dsp:nvSpPr>
      <dsp:spPr>
        <a:xfrm>
          <a:off x="2494061" y="1600200"/>
          <a:ext cx="498276" cy="10712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9138" y="0"/>
              </a:lnTo>
              <a:lnTo>
                <a:pt x="249138" y="1071294"/>
              </a:lnTo>
              <a:lnTo>
                <a:pt x="498276" y="1071294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CDC420-18E7-425F-AC18-8050B98C0C5E}">
      <dsp:nvSpPr>
        <dsp:cNvPr id="0" name=""/>
        <dsp:cNvSpPr/>
      </dsp:nvSpPr>
      <dsp:spPr>
        <a:xfrm>
          <a:off x="2494061" y="1554480"/>
          <a:ext cx="4982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8276" y="457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DF6DA3-5ED9-406B-B4F0-3934FEF338B6}">
      <dsp:nvSpPr>
        <dsp:cNvPr id="0" name=""/>
        <dsp:cNvSpPr/>
      </dsp:nvSpPr>
      <dsp:spPr>
        <a:xfrm>
          <a:off x="2494061" y="528905"/>
          <a:ext cx="498276" cy="1071294"/>
        </a:xfrm>
        <a:custGeom>
          <a:avLst/>
          <a:gdLst/>
          <a:ahLst/>
          <a:cxnLst/>
          <a:rect l="0" t="0" r="0" b="0"/>
          <a:pathLst>
            <a:path>
              <a:moveTo>
                <a:pt x="0" y="1071294"/>
              </a:moveTo>
              <a:lnTo>
                <a:pt x="249138" y="1071294"/>
              </a:lnTo>
              <a:lnTo>
                <a:pt x="249138" y="0"/>
              </a:lnTo>
              <a:lnTo>
                <a:pt x="498276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4A359F-5FC0-480D-A553-7E0862555199}">
      <dsp:nvSpPr>
        <dsp:cNvPr id="0" name=""/>
        <dsp:cNvSpPr/>
      </dsp:nvSpPr>
      <dsp:spPr>
        <a:xfrm>
          <a:off x="2678" y="1220264"/>
          <a:ext cx="2491382" cy="7598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/>
            <a:t>Padrões</a:t>
          </a:r>
        </a:p>
      </dsp:txBody>
      <dsp:txXfrm>
        <a:off x="2678" y="1220264"/>
        <a:ext cx="2491382" cy="759871"/>
      </dsp:txXfrm>
    </dsp:sp>
    <dsp:sp modelId="{490B00CA-15B9-4BAF-B531-774DA8B9F049}">
      <dsp:nvSpPr>
        <dsp:cNvPr id="0" name=""/>
        <dsp:cNvSpPr/>
      </dsp:nvSpPr>
      <dsp:spPr>
        <a:xfrm>
          <a:off x="2992338" y="148969"/>
          <a:ext cx="2491382" cy="7598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/>
            <a:t>Modelode Requisitos</a:t>
          </a:r>
        </a:p>
      </dsp:txBody>
      <dsp:txXfrm>
        <a:off x="2992338" y="148969"/>
        <a:ext cx="2491382" cy="759871"/>
      </dsp:txXfrm>
    </dsp:sp>
    <dsp:sp modelId="{785EF431-7230-4B9E-A7CF-5CC8C0596859}">
      <dsp:nvSpPr>
        <dsp:cNvPr id="0" name=""/>
        <dsp:cNvSpPr/>
      </dsp:nvSpPr>
      <dsp:spPr>
        <a:xfrm>
          <a:off x="2992338" y="1220264"/>
          <a:ext cx="2491382" cy="7598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/>
            <a:t>Arquitetura de Software</a:t>
          </a:r>
        </a:p>
      </dsp:txBody>
      <dsp:txXfrm>
        <a:off x="2992338" y="1220264"/>
        <a:ext cx="2491382" cy="759871"/>
      </dsp:txXfrm>
    </dsp:sp>
    <dsp:sp modelId="{02E12596-1A8A-459A-80B0-B41263D652F3}">
      <dsp:nvSpPr>
        <dsp:cNvPr id="0" name=""/>
        <dsp:cNvSpPr/>
      </dsp:nvSpPr>
      <dsp:spPr>
        <a:xfrm>
          <a:off x="2992338" y="2291558"/>
          <a:ext cx="2491382" cy="7598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/>
            <a:t>Outros</a:t>
          </a:r>
        </a:p>
      </dsp:txBody>
      <dsp:txXfrm>
        <a:off x="2992338" y="2291558"/>
        <a:ext cx="2491382" cy="7598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2E3CC1-C147-4A4F-A594-F5B3A442F990}">
      <dsp:nvSpPr>
        <dsp:cNvPr id="0" name=""/>
        <dsp:cNvSpPr/>
      </dsp:nvSpPr>
      <dsp:spPr>
        <a:xfrm>
          <a:off x="2647819" y="3285382"/>
          <a:ext cx="260858" cy="22433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0429" y="0"/>
              </a:lnTo>
              <a:lnTo>
                <a:pt x="130429" y="2243383"/>
              </a:lnTo>
              <a:lnTo>
                <a:pt x="260858" y="224338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40C2F0-C14D-4DAD-B493-8102F557076E}">
      <dsp:nvSpPr>
        <dsp:cNvPr id="0" name=""/>
        <dsp:cNvSpPr/>
      </dsp:nvSpPr>
      <dsp:spPr>
        <a:xfrm>
          <a:off x="4212970" y="4967919"/>
          <a:ext cx="260858" cy="280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0429" y="0"/>
              </a:lnTo>
              <a:lnTo>
                <a:pt x="130429" y="280422"/>
              </a:lnTo>
              <a:lnTo>
                <a:pt x="260858" y="28042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A53C4C-6150-4025-B87E-F61F72244830}">
      <dsp:nvSpPr>
        <dsp:cNvPr id="0" name=""/>
        <dsp:cNvSpPr/>
      </dsp:nvSpPr>
      <dsp:spPr>
        <a:xfrm>
          <a:off x="4212970" y="4687496"/>
          <a:ext cx="260858" cy="280422"/>
        </a:xfrm>
        <a:custGeom>
          <a:avLst/>
          <a:gdLst/>
          <a:ahLst/>
          <a:cxnLst/>
          <a:rect l="0" t="0" r="0" b="0"/>
          <a:pathLst>
            <a:path>
              <a:moveTo>
                <a:pt x="0" y="280422"/>
              </a:moveTo>
              <a:lnTo>
                <a:pt x="130429" y="280422"/>
              </a:lnTo>
              <a:lnTo>
                <a:pt x="130429" y="0"/>
              </a:lnTo>
              <a:lnTo>
                <a:pt x="260858" y="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0E3602-69A9-4946-BF49-32556481178A}">
      <dsp:nvSpPr>
        <dsp:cNvPr id="0" name=""/>
        <dsp:cNvSpPr/>
      </dsp:nvSpPr>
      <dsp:spPr>
        <a:xfrm>
          <a:off x="2647819" y="3285382"/>
          <a:ext cx="260858" cy="1682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0429" y="0"/>
              </a:lnTo>
              <a:lnTo>
                <a:pt x="130429" y="1682537"/>
              </a:lnTo>
              <a:lnTo>
                <a:pt x="260858" y="168253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A9D786-5C02-45D2-8402-8A1A3FF9870F}">
      <dsp:nvSpPr>
        <dsp:cNvPr id="0" name=""/>
        <dsp:cNvSpPr/>
      </dsp:nvSpPr>
      <dsp:spPr>
        <a:xfrm>
          <a:off x="4212970" y="3565805"/>
          <a:ext cx="260858" cy="5608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0429" y="0"/>
              </a:lnTo>
              <a:lnTo>
                <a:pt x="130429" y="560845"/>
              </a:lnTo>
              <a:lnTo>
                <a:pt x="260858" y="560845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10E2AF-484A-479A-AD1B-A4BF559917EA}">
      <dsp:nvSpPr>
        <dsp:cNvPr id="0" name=""/>
        <dsp:cNvSpPr/>
      </dsp:nvSpPr>
      <dsp:spPr>
        <a:xfrm>
          <a:off x="4212970" y="3520085"/>
          <a:ext cx="2608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0858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237C4E-826C-4597-9013-A339AD53707A}">
      <dsp:nvSpPr>
        <dsp:cNvPr id="0" name=""/>
        <dsp:cNvSpPr/>
      </dsp:nvSpPr>
      <dsp:spPr>
        <a:xfrm>
          <a:off x="4212970" y="3004959"/>
          <a:ext cx="260858" cy="560845"/>
        </a:xfrm>
        <a:custGeom>
          <a:avLst/>
          <a:gdLst/>
          <a:ahLst/>
          <a:cxnLst/>
          <a:rect l="0" t="0" r="0" b="0"/>
          <a:pathLst>
            <a:path>
              <a:moveTo>
                <a:pt x="0" y="560845"/>
              </a:moveTo>
              <a:lnTo>
                <a:pt x="130429" y="560845"/>
              </a:lnTo>
              <a:lnTo>
                <a:pt x="130429" y="0"/>
              </a:lnTo>
              <a:lnTo>
                <a:pt x="260858" y="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D6BE6F-C973-4F27-8BA2-BFD796DF6F10}">
      <dsp:nvSpPr>
        <dsp:cNvPr id="0" name=""/>
        <dsp:cNvSpPr/>
      </dsp:nvSpPr>
      <dsp:spPr>
        <a:xfrm>
          <a:off x="2647819" y="3285382"/>
          <a:ext cx="260858" cy="280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0429" y="0"/>
              </a:lnTo>
              <a:lnTo>
                <a:pt x="130429" y="280422"/>
              </a:lnTo>
              <a:lnTo>
                <a:pt x="260858" y="280422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43F1E6-9395-4C77-9704-E3CC67C24C7F}">
      <dsp:nvSpPr>
        <dsp:cNvPr id="0" name=""/>
        <dsp:cNvSpPr/>
      </dsp:nvSpPr>
      <dsp:spPr>
        <a:xfrm>
          <a:off x="5778121" y="2398393"/>
          <a:ext cx="2608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0858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6DD1C8-AEE4-4256-9DB3-A06199CA9F3D}">
      <dsp:nvSpPr>
        <dsp:cNvPr id="0" name=""/>
        <dsp:cNvSpPr/>
      </dsp:nvSpPr>
      <dsp:spPr>
        <a:xfrm>
          <a:off x="4212970" y="2398393"/>
          <a:ext cx="2608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0858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116D36-5E7A-4331-A686-5A34492EE3E3}">
      <dsp:nvSpPr>
        <dsp:cNvPr id="0" name=""/>
        <dsp:cNvSpPr/>
      </dsp:nvSpPr>
      <dsp:spPr>
        <a:xfrm>
          <a:off x="2647819" y="2444113"/>
          <a:ext cx="260858" cy="841268"/>
        </a:xfrm>
        <a:custGeom>
          <a:avLst/>
          <a:gdLst/>
          <a:ahLst/>
          <a:cxnLst/>
          <a:rect l="0" t="0" r="0" b="0"/>
          <a:pathLst>
            <a:path>
              <a:moveTo>
                <a:pt x="0" y="841268"/>
              </a:moveTo>
              <a:lnTo>
                <a:pt x="130429" y="841268"/>
              </a:lnTo>
              <a:lnTo>
                <a:pt x="130429" y="0"/>
              </a:lnTo>
              <a:lnTo>
                <a:pt x="260858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FBD287-9915-4CF3-BEE1-E0CDCD2C5774}">
      <dsp:nvSpPr>
        <dsp:cNvPr id="0" name=""/>
        <dsp:cNvSpPr/>
      </dsp:nvSpPr>
      <dsp:spPr>
        <a:xfrm>
          <a:off x="4212970" y="1041999"/>
          <a:ext cx="260858" cy="8412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0429" y="0"/>
              </a:lnTo>
              <a:lnTo>
                <a:pt x="130429" y="841268"/>
              </a:lnTo>
              <a:lnTo>
                <a:pt x="260858" y="84126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CDD15-355C-4062-82BD-047473689330}">
      <dsp:nvSpPr>
        <dsp:cNvPr id="0" name=""/>
        <dsp:cNvSpPr/>
      </dsp:nvSpPr>
      <dsp:spPr>
        <a:xfrm>
          <a:off x="4212970" y="1041999"/>
          <a:ext cx="260858" cy="2804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0429" y="0"/>
              </a:lnTo>
              <a:lnTo>
                <a:pt x="130429" y="280422"/>
              </a:lnTo>
              <a:lnTo>
                <a:pt x="260858" y="28042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4EF67E-147B-4BFB-9DF6-825D3523C4FE}">
      <dsp:nvSpPr>
        <dsp:cNvPr id="0" name=""/>
        <dsp:cNvSpPr/>
      </dsp:nvSpPr>
      <dsp:spPr>
        <a:xfrm>
          <a:off x="4212970" y="761576"/>
          <a:ext cx="260858" cy="280422"/>
        </a:xfrm>
        <a:custGeom>
          <a:avLst/>
          <a:gdLst/>
          <a:ahLst/>
          <a:cxnLst/>
          <a:rect l="0" t="0" r="0" b="0"/>
          <a:pathLst>
            <a:path>
              <a:moveTo>
                <a:pt x="0" y="280422"/>
              </a:moveTo>
              <a:lnTo>
                <a:pt x="130429" y="280422"/>
              </a:lnTo>
              <a:lnTo>
                <a:pt x="130429" y="0"/>
              </a:lnTo>
              <a:lnTo>
                <a:pt x="260858" y="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60398C-DD3E-499D-9E98-35994DD735A8}">
      <dsp:nvSpPr>
        <dsp:cNvPr id="0" name=""/>
        <dsp:cNvSpPr/>
      </dsp:nvSpPr>
      <dsp:spPr>
        <a:xfrm>
          <a:off x="4212970" y="200730"/>
          <a:ext cx="260858" cy="841268"/>
        </a:xfrm>
        <a:custGeom>
          <a:avLst/>
          <a:gdLst/>
          <a:ahLst/>
          <a:cxnLst/>
          <a:rect l="0" t="0" r="0" b="0"/>
          <a:pathLst>
            <a:path>
              <a:moveTo>
                <a:pt x="0" y="841268"/>
              </a:moveTo>
              <a:lnTo>
                <a:pt x="130429" y="841268"/>
              </a:lnTo>
              <a:lnTo>
                <a:pt x="130429" y="0"/>
              </a:lnTo>
              <a:lnTo>
                <a:pt x="260858" y="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4D4D21-B755-4514-BA98-661676145089}">
      <dsp:nvSpPr>
        <dsp:cNvPr id="0" name=""/>
        <dsp:cNvSpPr/>
      </dsp:nvSpPr>
      <dsp:spPr>
        <a:xfrm>
          <a:off x="2647819" y="1041999"/>
          <a:ext cx="260858" cy="2243383"/>
        </a:xfrm>
        <a:custGeom>
          <a:avLst/>
          <a:gdLst/>
          <a:ahLst/>
          <a:cxnLst/>
          <a:rect l="0" t="0" r="0" b="0"/>
          <a:pathLst>
            <a:path>
              <a:moveTo>
                <a:pt x="0" y="2243383"/>
              </a:moveTo>
              <a:lnTo>
                <a:pt x="130429" y="2243383"/>
              </a:lnTo>
              <a:lnTo>
                <a:pt x="130429" y="0"/>
              </a:lnTo>
              <a:lnTo>
                <a:pt x="260858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011818-7A50-4391-8F65-B5FB3294D547}">
      <dsp:nvSpPr>
        <dsp:cNvPr id="0" name=""/>
        <dsp:cNvSpPr/>
      </dsp:nvSpPr>
      <dsp:spPr>
        <a:xfrm>
          <a:off x="1343527" y="3086477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Projetos</a:t>
          </a:r>
        </a:p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P{anoProjeto}{sequencialNoAno}NomeProjeto</a:t>
          </a:r>
        </a:p>
      </dsp:txBody>
      <dsp:txXfrm>
        <a:off x="1343527" y="3086477"/>
        <a:ext cx="1304292" cy="397809"/>
      </dsp:txXfrm>
    </dsp:sp>
    <dsp:sp modelId="{8B9336D7-43D0-4922-82E9-4C1A7A48FC49}">
      <dsp:nvSpPr>
        <dsp:cNvPr id="0" name=""/>
        <dsp:cNvSpPr/>
      </dsp:nvSpPr>
      <dsp:spPr>
        <a:xfrm>
          <a:off x="2908678" y="843094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01_Requisitos</a:t>
          </a:r>
        </a:p>
      </dsp:txBody>
      <dsp:txXfrm>
        <a:off x="2908678" y="843094"/>
        <a:ext cx="1304292" cy="397809"/>
      </dsp:txXfrm>
    </dsp:sp>
    <dsp:sp modelId="{EAEA1A85-6EA6-418C-BB1F-8CEF5223F04A}">
      <dsp:nvSpPr>
        <dsp:cNvPr id="0" name=""/>
        <dsp:cNvSpPr/>
      </dsp:nvSpPr>
      <dsp:spPr>
        <a:xfrm>
          <a:off x="4473829" y="1826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Anexos</a:t>
          </a:r>
        </a:p>
      </dsp:txBody>
      <dsp:txXfrm>
        <a:off x="4473829" y="1826"/>
        <a:ext cx="1304292" cy="397809"/>
      </dsp:txXfrm>
    </dsp:sp>
    <dsp:sp modelId="{AED936AD-8030-4A6F-94B7-344CF0C300FE}">
      <dsp:nvSpPr>
        <dsp:cNvPr id="0" name=""/>
        <dsp:cNvSpPr/>
      </dsp:nvSpPr>
      <dsp:spPr>
        <a:xfrm>
          <a:off x="4473829" y="562671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Casos de Uso</a:t>
          </a:r>
        </a:p>
      </dsp:txBody>
      <dsp:txXfrm>
        <a:off x="4473829" y="562671"/>
        <a:ext cx="1304292" cy="397809"/>
      </dsp:txXfrm>
    </dsp:sp>
    <dsp:sp modelId="{3018533F-8CCF-4E1C-8ACE-31E7A3D715B2}">
      <dsp:nvSpPr>
        <dsp:cNvPr id="0" name=""/>
        <dsp:cNvSpPr/>
      </dsp:nvSpPr>
      <dsp:spPr>
        <a:xfrm>
          <a:off x="4473829" y="1123517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Interfaces Softwre</a:t>
          </a:r>
        </a:p>
      </dsp:txBody>
      <dsp:txXfrm>
        <a:off x="4473829" y="1123517"/>
        <a:ext cx="1304292" cy="397809"/>
      </dsp:txXfrm>
    </dsp:sp>
    <dsp:sp modelId="{988C8F29-C969-4A91-AD8D-4F1996D1B529}">
      <dsp:nvSpPr>
        <dsp:cNvPr id="0" name=""/>
        <dsp:cNvSpPr/>
      </dsp:nvSpPr>
      <dsp:spPr>
        <a:xfrm>
          <a:off x="4473829" y="1684363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Modelos Relatorio</a:t>
          </a:r>
        </a:p>
      </dsp:txBody>
      <dsp:txXfrm>
        <a:off x="4473829" y="1684363"/>
        <a:ext cx="1304292" cy="397809"/>
      </dsp:txXfrm>
    </dsp:sp>
    <dsp:sp modelId="{F36DE499-D0C6-4955-B571-84797F8A0035}">
      <dsp:nvSpPr>
        <dsp:cNvPr id="0" name=""/>
        <dsp:cNvSpPr/>
      </dsp:nvSpPr>
      <dsp:spPr>
        <a:xfrm>
          <a:off x="2908678" y="2245209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02_Desenvolvimento</a:t>
          </a:r>
        </a:p>
      </dsp:txBody>
      <dsp:txXfrm>
        <a:off x="2908678" y="2245209"/>
        <a:ext cx="1304292" cy="397809"/>
      </dsp:txXfrm>
    </dsp:sp>
    <dsp:sp modelId="{D2B0EA74-C3CA-488A-8C5B-45966F9BF429}">
      <dsp:nvSpPr>
        <dsp:cNvPr id="0" name=""/>
        <dsp:cNvSpPr/>
      </dsp:nvSpPr>
      <dsp:spPr>
        <a:xfrm>
          <a:off x="4473829" y="2245209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{NomeDoModulo}</a:t>
          </a:r>
        </a:p>
      </dsp:txBody>
      <dsp:txXfrm>
        <a:off x="4473829" y="2245209"/>
        <a:ext cx="1304292" cy="397809"/>
      </dsp:txXfrm>
    </dsp:sp>
    <dsp:sp modelId="{6CBFF65C-11F2-4B1B-817A-36EB8003301F}">
      <dsp:nvSpPr>
        <dsp:cNvPr id="0" name=""/>
        <dsp:cNvSpPr/>
      </dsp:nvSpPr>
      <dsp:spPr>
        <a:xfrm>
          <a:off x="6038980" y="2245209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Estrutura Maven</a:t>
          </a:r>
        </a:p>
      </dsp:txBody>
      <dsp:txXfrm>
        <a:off x="6038980" y="2245209"/>
        <a:ext cx="1304292" cy="397809"/>
      </dsp:txXfrm>
    </dsp:sp>
    <dsp:sp modelId="{FEDFA3F0-F9A3-494B-9954-32B342FA360B}">
      <dsp:nvSpPr>
        <dsp:cNvPr id="0" name=""/>
        <dsp:cNvSpPr/>
      </dsp:nvSpPr>
      <dsp:spPr>
        <a:xfrm>
          <a:off x="2908678" y="3366900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03_Testes</a:t>
          </a:r>
        </a:p>
      </dsp:txBody>
      <dsp:txXfrm>
        <a:off x="2908678" y="3366900"/>
        <a:ext cx="1304292" cy="397809"/>
      </dsp:txXfrm>
    </dsp:sp>
    <dsp:sp modelId="{99E23FE6-385E-4E34-BFBE-A62B8CF8ACBE}">
      <dsp:nvSpPr>
        <dsp:cNvPr id="0" name=""/>
        <dsp:cNvSpPr/>
      </dsp:nvSpPr>
      <dsp:spPr>
        <a:xfrm>
          <a:off x="4473829" y="2806054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Caso de Teste</a:t>
          </a:r>
        </a:p>
      </dsp:txBody>
      <dsp:txXfrm>
        <a:off x="4473829" y="2806054"/>
        <a:ext cx="1304292" cy="397809"/>
      </dsp:txXfrm>
    </dsp:sp>
    <dsp:sp modelId="{1B262A52-E94E-490E-934A-E42FAB35C9AA}">
      <dsp:nvSpPr>
        <dsp:cNvPr id="0" name=""/>
        <dsp:cNvSpPr/>
      </dsp:nvSpPr>
      <dsp:spPr>
        <a:xfrm>
          <a:off x="4473829" y="3366900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Resultado dos Testes</a:t>
          </a:r>
        </a:p>
      </dsp:txBody>
      <dsp:txXfrm>
        <a:off x="4473829" y="3366900"/>
        <a:ext cx="1304292" cy="397809"/>
      </dsp:txXfrm>
    </dsp:sp>
    <dsp:sp modelId="{E3DCF47C-2B0D-423E-B161-6669EEDC86B9}">
      <dsp:nvSpPr>
        <dsp:cNvPr id="0" name=""/>
        <dsp:cNvSpPr/>
      </dsp:nvSpPr>
      <dsp:spPr>
        <a:xfrm>
          <a:off x="4473829" y="3927746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Scripts de Teste</a:t>
          </a:r>
        </a:p>
      </dsp:txBody>
      <dsp:txXfrm>
        <a:off x="4473829" y="3927746"/>
        <a:ext cx="1304292" cy="397809"/>
      </dsp:txXfrm>
    </dsp:sp>
    <dsp:sp modelId="{F586C0CC-61C7-47EA-B578-16AF0123A011}">
      <dsp:nvSpPr>
        <dsp:cNvPr id="0" name=""/>
        <dsp:cNvSpPr/>
      </dsp:nvSpPr>
      <dsp:spPr>
        <a:xfrm>
          <a:off x="2908678" y="4769015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04_Gestão</a:t>
          </a:r>
        </a:p>
      </dsp:txBody>
      <dsp:txXfrm>
        <a:off x="2908678" y="4769015"/>
        <a:ext cx="1304292" cy="397809"/>
      </dsp:txXfrm>
    </dsp:sp>
    <dsp:sp modelId="{9F6EA439-3079-401A-A6B5-76D447838B5E}">
      <dsp:nvSpPr>
        <dsp:cNvPr id="0" name=""/>
        <dsp:cNvSpPr/>
      </dsp:nvSpPr>
      <dsp:spPr>
        <a:xfrm>
          <a:off x="4473829" y="4488592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Planejamento</a:t>
          </a:r>
        </a:p>
      </dsp:txBody>
      <dsp:txXfrm>
        <a:off x="4473829" y="4488592"/>
        <a:ext cx="1304292" cy="397809"/>
      </dsp:txXfrm>
    </dsp:sp>
    <dsp:sp modelId="{A7668CB4-A929-442C-8BE4-4D1B0E5864D1}">
      <dsp:nvSpPr>
        <dsp:cNvPr id="0" name=""/>
        <dsp:cNvSpPr/>
      </dsp:nvSpPr>
      <dsp:spPr>
        <a:xfrm>
          <a:off x="4473829" y="5049437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Outros</a:t>
          </a:r>
        </a:p>
      </dsp:txBody>
      <dsp:txXfrm>
        <a:off x="4473829" y="5049437"/>
        <a:ext cx="1304292" cy="397809"/>
      </dsp:txXfrm>
    </dsp:sp>
    <dsp:sp modelId="{70FE8C67-1E91-4A4B-8D10-3FCC8E5A03C7}">
      <dsp:nvSpPr>
        <dsp:cNvPr id="0" name=""/>
        <dsp:cNvSpPr/>
      </dsp:nvSpPr>
      <dsp:spPr>
        <a:xfrm>
          <a:off x="2908678" y="5329860"/>
          <a:ext cx="1304292" cy="3978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05_Qualidade</a:t>
          </a:r>
        </a:p>
      </dsp:txBody>
      <dsp:txXfrm>
        <a:off x="2908678" y="5329860"/>
        <a:ext cx="1304292" cy="3978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B1949-936A-4396-8A13-C8CDA1CA82B1}">
      <dsp:nvSpPr>
        <dsp:cNvPr id="0" name=""/>
        <dsp:cNvSpPr/>
      </dsp:nvSpPr>
      <dsp:spPr>
        <a:xfrm>
          <a:off x="3612405" y="3241553"/>
          <a:ext cx="310281" cy="2334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5140" y="0"/>
              </a:lnTo>
              <a:lnTo>
                <a:pt x="155140" y="2334871"/>
              </a:lnTo>
              <a:lnTo>
                <a:pt x="310281" y="2334871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EC127D-3457-4523-9FEC-734A252EB5E0}">
      <dsp:nvSpPr>
        <dsp:cNvPr id="0" name=""/>
        <dsp:cNvSpPr/>
      </dsp:nvSpPr>
      <dsp:spPr>
        <a:xfrm>
          <a:off x="3612405" y="3241553"/>
          <a:ext cx="310281" cy="16677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5140" y="0"/>
              </a:lnTo>
              <a:lnTo>
                <a:pt x="155140" y="1667765"/>
              </a:lnTo>
              <a:lnTo>
                <a:pt x="310281" y="166776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F53BD8-0FBA-41E5-8D89-8D07CBFD437D}">
      <dsp:nvSpPr>
        <dsp:cNvPr id="0" name=""/>
        <dsp:cNvSpPr/>
      </dsp:nvSpPr>
      <dsp:spPr>
        <a:xfrm>
          <a:off x="3612405" y="3241553"/>
          <a:ext cx="310281" cy="10006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5140" y="0"/>
              </a:lnTo>
              <a:lnTo>
                <a:pt x="155140" y="1000659"/>
              </a:lnTo>
              <a:lnTo>
                <a:pt x="310281" y="100065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7F6AB7-7AC1-41C7-9AE4-B3B922BD24E1}">
      <dsp:nvSpPr>
        <dsp:cNvPr id="0" name=""/>
        <dsp:cNvSpPr/>
      </dsp:nvSpPr>
      <dsp:spPr>
        <a:xfrm>
          <a:off x="3612405" y="3241553"/>
          <a:ext cx="310281" cy="3335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5140" y="0"/>
              </a:lnTo>
              <a:lnTo>
                <a:pt x="155140" y="333553"/>
              </a:lnTo>
              <a:lnTo>
                <a:pt x="310281" y="33355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5B2302-F50D-4503-8B24-27723A48E157}">
      <dsp:nvSpPr>
        <dsp:cNvPr id="0" name=""/>
        <dsp:cNvSpPr/>
      </dsp:nvSpPr>
      <dsp:spPr>
        <a:xfrm>
          <a:off x="3612405" y="2907999"/>
          <a:ext cx="310281" cy="333553"/>
        </a:xfrm>
        <a:custGeom>
          <a:avLst/>
          <a:gdLst/>
          <a:ahLst/>
          <a:cxnLst/>
          <a:rect l="0" t="0" r="0" b="0"/>
          <a:pathLst>
            <a:path>
              <a:moveTo>
                <a:pt x="0" y="333553"/>
              </a:moveTo>
              <a:lnTo>
                <a:pt x="155140" y="333553"/>
              </a:lnTo>
              <a:lnTo>
                <a:pt x="155140" y="0"/>
              </a:lnTo>
              <a:lnTo>
                <a:pt x="310281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6B5625-FBE7-42DC-BECC-1652DECC12FE}">
      <dsp:nvSpPr>
        <dsp:cNvPr id="0" name=""/>
        <dsp:cNvSpPr/>
      </dsp:nvSpPr>
      <dsp:spPr>
        <a:xfrm>
          <a:off x="5474096" y="2195173"/>
          <a:ext cx="3102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0281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4A4476-F65C-413A-A097-66CD69F3F890}">
      <dsp:nvSpPr>
        <dsp:cNvPr id="0" name=""/>
        <dsp:cNvSpPr/>
      </dsp:nvSpPr>
      <dsp:spPr>
        <a:xfrm>
          <a:off x="3612405" y="2240893"/>
          <a:ext cx="310281" cy="1000659"/>
        </a:xfrm>
        <a:custGeom>
          <a:avLst/>
          <a:gdLst/>
          <a:ahLst/>
          <a:cxnLst/>
          <a:rect l="0" t="0" r="0" b="0"/>
          <a:pathLst>
            <a:path>
              <a:moveTo>
                <a:pt x="0" y="1000659"/>
              </a:moveTo>
              <a:lnTo>
                <a:pt x="155140" y="1000659"/>
              </a:lnTo>
              <a:lnTo>
                <a:pt x="155140" y="0"/>
              </a:lnTo>
              <a:lnTo>
                <a:pt x="310281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EB6C6C-0163-4C78-A924-369ABC67171A}">
      <dsp:nvSpPr>
        <dsp:cNvPr id="0" name=""/>
        <dsp:cNvSpPr/>
      </dsp:nvSpPr>
      <dsp:spPr>
        <a:xfrm>
          <a:off x="5474096" y="906681"/>
          <a:ext cx="310281" cy="667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5140" y="0"/>
              </a:lnTo>
              <a:lnTo>
                <a:pt x="155140" y="667106"/>
              </a:lnTo>
              <a:lnTo>
                <a:pt x="310281" y="66710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473D3C-2B77-4D7C-8E42-CE83FCF3E5F8}">
      <dsp:nvSpPr>
        <dsp:cNvPr id="0" name=""/>
        <dsp:cNvSpPr/>
      </dsp:nvSpPr>
      <dsp:spPr>
        <a:xfrm>
          <a:off x="5474096" y="860961"/>
          <a:ext cx="3102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0281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AD5D4E-6D8F-4E13-8B84-D4EA506AD763}">
      <dsp:nvSpPr>
        <dsp:cNvPr id="0" name=""/>
        <dsp:cNvSpPr/>
      </dsp:nvSpPr>
      <dsp:spPr>
        <a:xfrm>
          <a:off x="5474096" y="239574"/>
          <a:ext cx="310281" cy="667106"/>
        </a:xfrm>
        <a:custGeom>
          <a:avLst/>
          <a:gdLst/>
          <a:ahLst/>
          <a:cxnLst/>
          <a:rect l="0" t="0" r="0" b="0"/>
          <a:pathLst>
            <a:path>
              <a:moveTo>
                <a:pt x="0" y="667106"/>
              </a:moveTo>
              <a:lnTo>
                <a:pt x="155140" y="667106"/>
              </a:lnTo>
              <a:lnTo>
                <a:pt x="155140" y="0"/>
              </a:lnTo>
              <a:lnTo>
                <a:pt x="310281" y="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FB43A9-3475-46D2-A05A-9BA767BB630E}">
      <dsp:nvSpPr>
        <dsp:cNvPr id="0" name=""/>
        <dsp:cNvSpPr/>
      </dsp:nvSpPr>
      <dsp:spPr>
        <a:xfrm>
          <a:off x="3612405" y="906681"/>
          <a:ext cx="310281" cy="2334871"/>
        </a:xfrm>
        <a:custGeom>
          <a:avLst/>
          <a:gdLst/>
          <a:ahLst/>
          <a:cxnLst/>
          <a:rect l="0" t="0" r="0" b="0"/>
          <a:pathLst>
            <a:path>
              <a:moveTo>
                <a:pt x="0" y="2334871"/>
              </a:moveTo>
              <a:lnTo>
                <a:pt x="155140" y="2334871"/>
              </a:lnTo>
              <a:lnTo>
                <a:pt x="155140" y="0"/>
              </a:lnTo>
              <a:lnTo>
                <a:pt x="310281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011818-7A50-4391-8F65-B5FB3294D547}">
      <dsp:nvSpPr>
        <dsp:cNvPr id="0" name=""/>
        <dsp:cNvSpPr/>
      </dsp:nvSpPr>
      <dsp:spPr>
        <a:xfrm>
          <a:off x="2060995" y="3004963"/>
          <a:ext cx="1551409" cy="4731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err="1"/>
            <a:t>Projetos</a:t>
          </a:r>
          <a:endParaRPr lang="en-US" sz="500" kern="1200" dirty="0"/>
        </a:p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/>
            <a:t>P{</a:t>
          </a:r>
          <a:r>
            <a:rPr lang="en-US" sz="500" kern="1200" dirty="0" err="1"/>
            <a:t>anoProjeto</a:t>
          </a:r>
          <a:r>
            <a:rPr lang="en-US" sz="500" kern="1200" dirty="0"/>
            <a:t>}{</a:t>
          </a:r>
          <a:r>
            <a:rPr lang="en-US" sz="500" kern="1200" dirty="0" err="1"/>
            <a:t>sequencialNoAno</a:t>
          </a:r>
          <a:r>
            <a:rPr lang="en-US" sz="500" kern="1200" dirty="0"/>
            <a:t>}</a:t>
          </a:r>
          <a:r>
            <a:rPr lang="en-US" sz="500" kern="1200" dirty="0" err="1"/>
            <a:t>NomeProjeto</a:t>
          </a:r>
          <a:endParaRPr lang="en-US" sz="500" kern="1200" dirty="0"/>
        </a:p>
      </dsp:txBody>
      <dsp:txXfrm>
        <a:off x="2060995" y="3004963"/>
        <a:ext cx="1551409" cy="473180"/>
      </dsp:txXfrm>
    </dsp:sp>
    <dsp:sp modelId="{751C93D8-0281-4710-ADF7-A44344BDA81F}">
      <dsp:nvSpPr>
        <dsp:cNvPr id="0" name=""/>
        <dsp:cNvSpPr/>
      </dsp:nvSpPr>
      <dsp:spPr>
        <a:xfrm>
          <a:off x="3922687" y="670091"/>
          <a:ext cx="1551409" cy="4731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06_AnaliseProjeto</a:t>
          </a:r>
        </a:p>
      </dsp:txBody>
      <dsp:txXfrm>
        <a:off x="3922687" y="670091"/>
        <a:ext cx="1551409" cy="473180"/>
      </dsp:txXfrm>
    </dsp:sp>
    <dsp:sp modelId="{B80DA910-4F28-4401-937A-2D496064164E}">
      <dsp:nvSpPr>
        <dsp:cNvPr id="0" name=""/>
        <dsp:cNvSpPr/>
      </dsp:nvSpPr>
      <dsp:spPr>
        <a:xfrm>
          <a:off x="5784378" y="2984"/>
          <a:ext cx="1551409" cy="4731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Arquitetura</a:t>
          </a:r>
        </a:p>
      </dsp:txBody>
      <dsp:txXfrm>
        <a:off x="5784378" y="2984"/>
        <a:ext cx="1551409" cy="473180"/>
      </dsp:txXfrm>
    </dsp:sp>
    <dsp:sp modelId="{0308871E-2E29-4496-8FFA-6C6861C8BC1E}">
      <dsp:nvSpPr>
        <dsp:cNvPr id="0" name=""/>
        <dsp:cNvSpPr/>
      </dsp:nvSpPr>
      <dsp:spPr>
        <a:xfrm>
          <a:off x="5784378" y="670091"/>
          <a:ext cx="1551409" cy="4731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Banco_Dados</a:t>
          </a:r>
        </a:p>
      </dsp:txBody>
      <dsp:txXfrm>
        <a:off x="5784378" y="670091"/>
        <a:ext cx="1551409" cy="473180"/>
      </dsp:txXfrm>
    </dsp:sp>
    <dsp:sp modelId="{4770F65F-FC05-4D8D-B1BB-CC6EB02B192C}">
      <dsp:nvSpPr>
        <dsp:cNvPr id="0" name=""/>
        <dsp:cNvSpPr/>
      </dsp:nvSpPr>
      <dsp:spPr>
        <a:xfrm>
          <a:off x="5784378" y="1337197"/>
          <a:ext cx="1551409" cy="4731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Integracao</a:t>
          </a:r>
        </a:p>
      </dsp:txBody>
      <dsp:txXfrm>
        <a:off x="5784378" y="1337197"/>
        <a:ext cx="1551409" cy="473180"/>
      </dsp:txXfrm>
    </dsp:sp>
    <dsp:sp modelId="{D318C76D-2987-4809-A291-464FF0878245}">
      <dsp:nvSpPr>
        <dsp:cNvPr id="0" name=""/>
        <dsp:cNvSpPr/>
      </dsp:nvSpPr>
      <dsp:spPr>
        <a:xfrm>
          <a:off x="3922687" y="2004303"/>
          <a:ext cx="1551409" cy="4731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07_Reunioes</a:t>
          </a:r>
        </a:p>
      </dsp:txBody>
      <dsp:txXfrm>
        <a:off x="3922687" y="2004303"/>
        <a:ext cx="1551409" cy="473180"/>
      </dsp:txXfrm>
    </dsp:sp>
    <dsp:sp modelId="{96ED2312-F825-483D-A5E2-65FBDAADD065}">
      <dsp:nvSpPr>
        <dsp:cNvPr id="0" name=""/>
        <dsp:cNvSpPr/>
      </dsp:nvSpPr>
      <dsp:spPr>
        <a:xfrm>
          <a:off x="5784378" y="2004303"/>
          <a:ext cx="1551409" cy="4731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Atas</a:t>
          </a:r>
        </a:p>
      </dsp:txBody>
      <dsp:txXfrm>
        <a:off x="5784378" y="2004303"/>
        <a:ext cx="1551409" cy="473180"/>
      </dsp:txXfrm>
    </dsp:sp>
    <dsp:sp modelId="{5D7CF3BD-E04A-4604-BAE9-4092AAE05485}">
      <dsp:nvSpPr>
        <dsp:cNvPr id="0" name=""/>
        <dsp:cNvSpPr/>
      </dsp:nvSpPr>
      <dsp:spPr>
        <a:xfrm>
          <a:off x="3922687" y="2671409"/>
          <a:ext cx="1551409" cy="4731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08_Aceites</a:t>
          </a:r>
        </a:p>
      </dsp:txBody>
      <dsp:txXfrm>
        <a:off x="3922687" y="2671409"/>
        <a:ext cx="1551409" cy="473180"/>
      </dsp:txXfrm>
    </dsp:sp>
    <dsp:sp modelId="{F0F7C006-DA28-4050-9131-29F5B15786F9}">
      <dsp:nvSpPr>
        <dsp:cNvPr id="0" name=""/>
        <dsp:cNvSpPr/>
      </dsp:nvSpPr>
      <dsp:spPr>
        <a:xfrm>
          <a:off x="3922687" y="3338516"/>
          <a:ext cx="1551409" cy="4731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09_Material_Extrav</a:t>
          </a:r>
        </a:p>
      </dsp:txBody>
      <dsp:txXfrm>
        <a:off x="3922687" y="3338516"/>
        <a:ext cx="1551409" cy="473180"/>
      </dsp:txXfrm>
    </dsp:sp>
    <dsp:sp modelId="{41D2D578-98AF-4A47-B49A-3C34FAC01F2E}">
      <dsp:nvSpPr>
        <dsp:cNvPr id="0" name=""/>
        <dsp:cNvSpPr/>
      </dsp:nvSpPr>
      <dsp:spPr>
        <a:xfrm>
          <a:off x="3922687" y="4005622"/>
          <a:ext cx="1551409" cy="4731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10_Usuarios</a:t>
          </a:r>
        </a:p>
      </dsp:txBody>
      <dsp:txXfrm>
        <a:off x="3922687" y="4005622"/>
        <a:ext cx="1551409" cy="473180"/>
      </dsp:txXfrm>
    </dsp:sp>
    <dsp:sp modelId="{63BDCAB8-F155-4C4D-B33B-04D9378450BC}">
      <dsp:nvSpPr>
        <dsp:cNvPr id="0" name=""/>
        <dsp:cNvSpPr/>
      </dsp:nvSpPr>
      <dsp:spPr>
        <a:xfrm>
          <a:off x="3922687" y="4672728"/>
          <a:ext cx="1551409" cy="4731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11_Docs_Manuais</a:t>
          </a:r>
        </a:p>
      </dsp:txBody>
      <dsp:txXfrm>
        <a:off x="3922687" y="4672728"/>
        <a:ext cx="1551409" cy="473180"/>
      </dsp:txXfrm>
    </dsp:sp>
    <dsp:sp modelId="{6F6AA93C-E82A-42F3-8E95-8C4192C450CA}">
      <dsp:nvSpPr>
        <dsp:cNvPr id="0" name=""/>
        <dsp:cNvSpPr/>
      </dsp:nvSpPr>
      <dsp:spPr>
        <a:xfrm>
          <a:off x="3922687" y="5339835"/>
          <a:ext cx="1551409" cy="47318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/>
            <a:t>12_Interface_Grafica</a:t>
          </a:r>
        </a:p>
      </dsp:txBody>
      <dsp:txXfrm>
        <a:off x="3922687" y="5339835"/>
        <a:ext cx="1551409" cy="4731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2FE6A-E4BC-45DC-8E94-354B461B929A}">
      <dsp:nvSpPr>
        <dsp:cNvPr id="0" name=""/>
        <dsp:cNvSpPr/>
      </dsp:nvSpPr>
      <dsp:spPr>
        <a:xfrm>
          <a:off x="5253724" y="2559519"/>
          <a:ext cx="308592" cy="995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4296" y="0"/>
              </a:lnTo>
              <a:lnTo>
                <a:pt x="154296" y="995209"/>
              </a:lnTo>
              <a:lnTo>
                <a:pt x="308592" y="99520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F45DFD-1E75-4A97-B6C7-7C7137DC7843}">
      <dsp:nvSpPr>
        <dsp:cNvPr id="0" name=""/>
        <dsp:cNvSpPr/>
      </dsp:nvSpPr>
      <dsp:spPr>
        <a:xfrm>
          <a:off x="5253724" y="2559519"/>
          <a:ext cx="308592" cy="331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4296" y="0"/>
              </a:lnTo>
              <a:lnTo>
                <a:pt x="154296" y="331736"/>
              </a:lnTo>
              <a:lnTo>
                <a:pt x="308592" y="33173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13DE9B-FBD9-4FB3-9A34-85304B6DD15A}">
      <dsp:nvSpPr>
        <dsp:cNvPr id="0" name=""/>
        <dsp:cNvSpPr/>
      </dsp:nvSpPr>
      <dsp:spPr>
        <a:xfrm>
          <a:off x="7105276" y="2227783"/>
          <a:ext cx="308592" cy="663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4296" y="0"/>
              </a:lnTo>
              <a:lnTo>
                <a:pt x="154296" y="663472"/>
              </a:lnTo>
              <a:lnTo>
                <a:pt x="308592" y="66347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FECAC1-B9DE-49D1-9073-5DE6D15D92D8}">
      <dsp:nvSpPr>
        <dsp:cNvPr id="0" name=""/>
        <dsp:cNvSpPr/>
      </dsp:nvSpPr>
      <dsp:spPr>
        <a:xfrm>
          <a:off x="7105276" y="2182063"/>
          <a:ext cx="3085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8592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1C44F6-FCA6-4AA3-878D-9EC81256CA2C}">
      <dsp:nvSpPr>
        <dsp:cNvPr id="0" name=""/>
        <dsp:cNvSpPr/>
      </dsp:nvSpPr>
      <dsp:spPr>
        <a:xfrm>
          <a:off x="7105276" y="1564310"/>
          <a:ext cx="308592" cy="663472"/>
        </a:xfrm>
        <a:custGeom>
          <a:avLst/>
          <a:gdLst/>
          <a:ahLst/>
          <a:cxnLst/>
          <a:rect l="0" t="0" r="0" b="0"/>
          <a:pathLst>
            <a:path>
              <a:moveTo>
                <a:pt x="0" y="663472"/>
              </a:moveTo>
              <a:lnTo>
                <a:pt x="154296" y="663472"/>
              </a:lnTo>
              <a:lnTo>
                <a:pt x="154296" y="0"/>
              </a:lnTo>
              <a:lnTo>
                <a:pt x="308592" y="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0CC840-0884-49B2-B001-3B528447A91F}">
      <dsp:nvSpPr>
        <dsp:cNvPr id="0" name=""/>
        <dsp:cNvSpPr/>
      </dsp:nvSpPr>
      <dsp:spPr>
        <a:xfrm>
          <a:off x="5253724" y="2227783"/>
          <a:ext cx="308592" cy="331736"/>
        </a:xfrm>
        <a:custGeom>
          <a:avLst/>
          <a:gdLst/>
          <a:ahLst/>
          <a:cxnLst/>
          <a:rect l="0" t="0" r="0" b="0"/>
          <a:pathLst>
            <a:path>
              <a:moveTo>
                <a:pt x="0" y="331736"/>
              </a:moveTo>
              <a:lnTo>
                <a:pt x="154296" y="331736"/>
              </a:lnTo>
              <a:lnTo>
                <a:pt x="154296" y="0"/>
              </a:lnTo>
              <a:lnTo>
                <a:pt x="308592" y="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509C11-E337-46F9-A816-7AE8AB4EA9F1}">
      <dsp:nvSpPr>
        <dsp:cNvPr id="0" name=""/>
        <dsp:cNvSpPr/>
      </dsp:nvSpPr>
      <dsp:spPr>
        <a:xfrm>
          <a:off x="5253724" y="1564310"/>
          <a:ext cx="308592" cy="995209"/>
        </a:xfrm>
        <a:custGeom>
          <a:avLst/>
          <a:gdLst/>
          <a:ahLst/>
          <a:cxnLst/>
          <a:rect l="0" t="0" r="0" b="0"/>
          <a:pathLst>
            <a:path>
              <a:moveTo>
                <a:pt x="0" y="995209"/>
              </a:moveTo>
              <a:lnTo>
                <a:pt x="154296" y="995209"/>
              </a:lnTo>
              <a:lnTo>
                <a:pt x="154296" y="0"/>
              </a:lnTo>
              <a:lnTo>
                <a:pt x="308592" y="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55064F-B225-4AA2-8F4C-D76724600D41}">
      <dsp:nvSpPr>
        <dsp:cNvPr id="0" name=""/>
        <dsp:cNvSpPr/>
      </dsp:nvSpPr>
      <dsp:spPr>
        <a:xfrm>
          <a:off x="3402172" y="2513799"/>
          <a:ext cx="3085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8592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375C3B-8474-4233-85C5-4F6C462665CA}">
      <dsp:nvSpPr>
        <dsp:cNvPr id="0" name=""/>
        <dsp:cNvSpPr/>
      </dsp:nvSpPr>
      <dsp:spPr>
        <a:xfrm>
          <a:off x="1550620" y="1730178"/>
          <a:ext cx="308592" cy="8293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4296" y="0"/>
              </a:lnTo>
              <a:lnTo>
                <a:pt x="154296" y="829341"/>
              </a:lnTo>
              <a:lnTo>
                <a:pt x="308592" y="829341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59D33A-5056-4DB2-9FB2-3D4AB96384F2}">
      <dsp:nvSpPr>
        <dsp:cNvPr id="0" name=""/>
        <dsp:cNvSpPr/>
      </dsp:nvSpPr>
      <dsp:spPr>
        <a:xfrm>
          <a:off x="3402172" y="1518590"/>
          <a:ext cx="3085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8592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8CDCC3-798C-49E2-B3BF-A8BF3B406375}">
      <dsp:nvSpPr>
        <dsp:cNvPr id="0" name=""/>
        <dsp:cNvSpPr/>
      </dsp:nvSpPr>
      <dsp:spPr>
        <a:xfrm>
          <a:off x="1550620" y="1564310"/>
          <a:ext cx="308592" cy="165868"/>
        </a:xfrm>
        <a:custGeom>
          <a:avLst/>
          <a:gdLst/>
          <a:ahLst/>
          <a:cxnLst/>
          <a:rect l="0" t="0" r="0" b="0"/>
          <a:pathLst>
            <a:path>
              <a:moveTo>
                <a:pt x="0" y="165868"/>
              </a:moveTo>
              <a:lnTo>
                <a:pt x="154296" y="165868"/>
              </a:lnTo>
              <a:lnTo>
                <a:pt x="154296" y="0"/>
              </a:lnTo>
              <a:lnTo>
                <a:pt x="308592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A5584C-E05A-4159-8619-24B1851853DB}">
      <dsp:nvSpPr>
        <dsp:cNvPr id="0" name=""/>
        <dsp:cNvSpPr/>
      </dsp:nvSpPr>
      <dsp:spPr>
        <a:xfrm>
          <a:off x="5253724" y="855117"/>
          <a:ext cx="3085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8592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153117-A21A-46BC-B587-6534692EF0E9}">
      <dsp:nvSpPr>
        <dsp:cNvPr id="0" name=""/>
        <dsp:cNvSpPr/>
      </dsp:nvSpPr>
      <dsp:spPr>
        <a:xfrm>
          <a:off x="3402172" y="855117"/>
          <a:ext cx="3085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8592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0E4858-093E-40EC-BAAD-794DBAE3105D}">
      <dsp:nvSpPr>
        <dsp:cNvPr id="0" name=""/>
        <dsp:cNvSpPr/>
      </dsp:nvSpPr>
      <dsp:spPr>
        <a:xfrm>
          <a:off x="1550620" y="900837"/>
          <a:ext cx="308592" cy="829341"/>
        </a:xfrm>
        <a:custGeom>
          <a:avLst/>
          <a:gdLst/>
          <a:ahLst/>
          <a:cxnLst/>
          <a:rect l="0" t="0" r="0" b="0"/>
          <a:pathLst>
            <a:path>
              <a:moveTo>
                <a:pt x="0" y="829341"/>
              </a:moveTo>
              <a:lnTo>
                <a:pt x="154296" y="829341"/>
              </a:lnTo>
              <a:lnTo>
                <a:pt x="154296" y="0"/>
              </a:lnTo>
              <a:lnTo>
                <a:pt x="308592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4A84ED-90F0-4CD9-91B4-CF12D60B843B}">
      <dsp:nvSpPr>
        <dsp:cNvPr id="0" name=""/>
        <dsp:cNvSpPr/>
      </dsp:nvSpPr>
      <dsp:spPr>
        <a:xfrm>
          <a:off x="7660" y="1494877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Sigla Aplicação</a:t>
          </a:r>
        </a:p>
      </dsp:txBody>
      <dsp:txXfrm>
        <a:off x="7660" y="1494877"/>
        <a:ext cx="1542960" cy="470602"/>
      </dsp:txXfrm>
    </dsp:sp>
    <dsp:sp modelId="{194727DD-AE03-4B62-A617-282FBED7F783}">
      <dsp:nvSpPr>
        <dsp:cNvPr id="0" name=""/>
        <dsp:cNvSpPr/>
      </dsp:nvSpPr>
      <dsp:spPr>
        <a:xfrm>
          <a:off x="1859212" y="665536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branches ou sandbox</a:t>
          </a:r>
        </a:p>
      </dsp:txBody>
      <dsp:txXfrm>
        <a:off x="1859212" y="665536"/>
        <a:ext cx="1542960" cy="470602"/>
      </dsp:txXfrm>
    </dsp:sp>
    <dsp:sp modelId="{FED5D9C5-D09E-4AA3-9DBF-20250E084FAE}">
      <dsp:nvSpPr>
        <dsp:cNvPr id="0" name=""/>
        <dsp:cNvSpPr/>
      </dsp:nvSpPr>
      <dsp:spPr>
        <a:xfrm>
          <a:off x="3710764" y="665536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nomedesenvolvedor</a:t>
          </a:r>
        </a:p>
      </dsp:txBody>
      <dsp:txXfrm>
        <a:off x="3710764" y="665536"/>
        <a:ext cx="1542960" cy="470602"/>
      </dsp:txXfrm>
    </dsp:sp>
    <dsp:sp modelId="{93AA7F98-D0CC-4D4E-B116-F367A092A4D8}">
      <dsp:nvSpPr>
        <dsp:cNvPr id="0" name=""/>
        <dsp:cNvSpPr/>
      </dsp:nvSpPr>
      <dsp:spPr>
        <a:xfrm>
          <a:off x="5562316" y="665536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numerochamado</a:t>
          </a:r>
        </a:p>
      </dsp:txBody>
      <dsp:txXfrm>
        <a:off x="5562316" y="665536"/>
        <a:ext cx="1542960" cy="470602"/>
      </dsp:txXfrm>
    </dsp:sp>
    <dsp:sp modelId="{F42582E7-E8A7-4754-B0FB-DC5151E2829C}">
      <dsp:nvSpPr>
        <dsp:cNvPr id="0" name=""/>
        <dsp:cNvSpPr/>
      </dsp:nvSpPr>
      <dsp:spPr>
        <a:xfrm>
          <a:off x="1859212" y="1329009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tags ou releases</a:t>
          </a:r>
        </a:p>
      </dsp:txBody>
      <dsp:txXfrm>
        <a:off x="1859212" y="1329009"/>
        <a:ext cx="1542960" cy="470602"/>
      </dsp:txXfrm>
    </dsp:sp>
    <dsp:sp modelId="{29573EF8-576A-486C-87FD-923B244CE63B}">
      <dsp:nvSpPr>
        <dsp:cNvPr id="0" name=""/>
        <dsp:cNvSpPr/>
      </dsp:nvSpPr>
      <dsp:spPr>
        <a:xfrm>
          <a:off x="3710764" y="1329009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produto_release</a:t>
          </a:r>
        </a:p>
      </dsp:txBody>
      <dsp:txXfrm>
        <a:off x="3710764" y="1329009"/>
        <a:ext cx="1542960" cy="470602"/>
      </dsp:txXfrm>
    </dsp:sp>
    <dsp:sp modelId="{E662AD5E-719C-4CF5-BC1B-315094376E46}">
      <dsp:nvSpPr>
        <dsp:cNvPr id="0" name=""/>
        <dsp:cNvSpPr/>
      </dsp:nvSpPr>
      <dsp:spPr>
        <a:xfrm>
          <a:off x="1859212" y="2324218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trunk</a:t>
          </a:r>
        </a:p>
      </dsp:txBody>
      <dsp:txXfrm>
        <a:off x="1859212" y="2324218"/>
        <a:ext cx="1542960" cy="470602"/>
      </dsp:txXfrm>
    </dsp:sp>
    <dsp:sp modelId="{18C261DE-3FD0-45DC-BDF2-F90C1E173590}">
      <dsp:nvSpPr>
        <dsp:cNvPr id="0" name=""/>
        <dsp:cNvSpPr/>
      </dsp:nvSpPr>
      <dsp:spPr>
        <a:xfrm>
          <a:off x="3710764" y="2324218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subprojeto</a:t>
          </a:r>
        </a:p>
      </dsp:txBody>
      <dsp:txXfrm>
        <a:off x="3710764" y="2324218"/>
        <a:ext cx="1542960" cy="470602"/>
      </dsp:txXfrm>
    </dsp:sp>
    <dsp:sp modelId="{75AC79AA-D383-4C05-AA96-11378C9CD2EA}">
      <dsp:nvSpPr>
        <dsp:cNvPr id="0" name=""/>
        <dsp:cNvSpPr/>
      </dsp:nvSpPr>
      <dsp:spPr>
        <a:xfrm>
          <a:off x="5562316" y="1329009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err="1" smtClean="0"/>
            <a:t>mavenProject</a:t>
          </a:r>
          <a:endParaRPr lang="en-US" sz="1300" kern="1200" dirty="0"/>
        </a:p>
      </dsp:txBody>
      <dsp:txXfrm>
        <a:off x="5562316" y="1329009"/>
        <a:ext cx="1542960" cy="470602"/>
      </dsp:txXfrm>
    </dsp:sp>
    <dsp:sp modelId="{342507B3-B81D-4B63-B0B2-9067E69164D0}">
      <dsp:nvSpPr>
        <dsp:cNvPr id="0" name=""/>
        <dsp:cNvSpPr/>
      </dsp:nvSpPr>
      <dsp:spPr>
        <a:xfrm>
          <a:off x="5562316" y="1992482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docs</a:t>
          </a:r>
        </a:p>
      </dsp:txBody>
      <dsp:txXfrm>
        <a:off x="5562316" y="1992482"/>
        <a:ext cx="1542960" cy="470602"/>
      </dsp:txXfrm>
    </dsp:sp>
    <dsp:sp modelId="{94921CA2-8FD6-44FA-91DA-F879213D6035}">
      <dsp:nvSpPr>
        <dsp:cNvPr id="0" name=""/>
        <dsp:cNvSpPr/>
      </dsp:nvSpPr>
      <dsp:spPr>
        <a:xfrm>
          <a:off x="7413868" y="1329009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library</a:t>
          </a:r>
        </a:p>
      </dsp:txBody>
      <dsp:txXfrm>
        <a:off x="7413868" y="1329009"/>
        <a:ext cx="1542960" cy="470602"/>
      </dsp:txXfrm>
    </dsp:sp>
    <dsp:sp modelId="{9826F399-AC98-4467-A374-E03F83A8C950}">
      <dsp:nvSpPr>
        <dsp:cNvPr id="0" name=""/>
        <dsp:cNvSpPr/>
      </dsp:nvSpPr>
      <dsp:spPr>
        <a:xfrm>
          <a:off x="7413868" y="1992482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projeto</a:t>
          </a:r>
        </a:p>
      </dsp:txBody>
      <dsp:txXfrm>
        <a:off x="7413868" y="1992482"/>
        <a:ext cx="1542960" cy="470602"/>
      </dsp:txXfrm>
    </dsp:sp>
    <dsp:sp modelId="{F19A3353-71BD-4368-A575-D65798E0793F}">
      <dsp:nvSpPr>
        <dsp:cNvPr id="0" name=""/>
        <dsp:cNvSpPr/>
      </dsp:nvSpPr>
      <dsp:spPr>
        <a:xfrm>
          <a:off x="7413868" y="2655954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desenho</a:t>
          </a:r>
        </a:p>
      </dsp:txBody>
      <dsp:txXfrm>
        <a:off x="7413868" y="2655954"/>
        <a:ext cx="1542960" cy="470602"/>
      </dsp:txXfrm>
    </dsp:sp>
    <dsp:sp modelId="{A1ED1B98-CE43-4C24-9242-4AB22DBDB4A9}">
      <dsp:nvSpPr>
        <dsp:cNvPr id="0" name=""/>
        <dsp:cNvSpPr/>
      </dsp:nvSpPr>
      <dsp:spPr>
        <a:xfrm>
          <a:off x="5562316" y="2655954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libs</a:t>
          </a:r>
        </a:p>
      </dsp:txBody>
      <dsp:txXfrm>
        <a:off x="5562316" y="2655954"/>
        <a:ext cx="1542960" cy="470602"/>
      </dsp:txXfrm>
    </dsp:sp>
    <dsp:sp modelId="{D839484C-8FA1-4AFE-9D6C-750AC8942E8D}">
      <dsp:nvSpPr>
        <dsp:cNvPr id="0" name=""/>
        <dsp:cNvSpPr/>
      </dsp:nvSpPr>
      <dsp:spPr>
        <a:xfrm>
          <a:off x="5562316" y="3319427"/>
          <a:ext cx="1542960" cy="47060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instalacao</a:t>
          </a:r>
        </a:p>
      </dsp:txBody>
      <dsp:txXfrm>
        <a:off x="5562316" y="3319427"/>
        <a:ext cx="1542960" cy="4706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07D818-9E5C-4375-981D-97A9E19B13D0}">
      <dsp:nvSpPr>
        <dsp:cNvPr id="0" name=""/>
        <dsp:cNvSpPr/>
      </dsp:nvSpPr>
      <dsp:spPr>
        <a:xfrm>
          <a:off x="5196380" y="4442408"/>
          <a:ext cx="2497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9752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2E3B4E-912A-4976-B00E-7F1AD4551013}">
      <dsp:nvSpPr>
        <dsp:cNvPr id="0" name=""/>
        <dsp:cNvSpPr/>
      </dsp:nvSpPr>
      <dsp:spPr>
        <a:xfrm>
          <a:off x="3697867" y="2340260"/>
          <a:ext cx="249752" cy="21478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4876" y="0"/>
              </a:lnTo>
              <a:lnTo>
                <a:pt x="124876" y="2147868"/>
              </a:lnTo>
              <a:lnTo>
                <a:pt x="249752" y="2147868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6F8A8E-9086-44BB-8EA4-D3339EC0030A}">
      <dsp:nvSpPr>
        <dsp:cNvPr id="0" name=""/>
        <dsp:cNvSpPr/>
      </dsp:nvSpPr>
      <dsp:spPr>
        <a:xfrm>
          <a:off x="5196380" y="3905441"/>
          <a:ext cx="2497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9752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19F4D5-6C7F-4327-A4D1-8631633E9D38}">
      <dsp:nvSpPr>
        <dsp:cNvPr id="0" name=""/>
        <dsp:cNvSpPr/>
      </dsp:nvSpPr>
      <dsp:spPr>
        <a:xfrm>
          <a:off x="3697867" y="2340260"/>
          <a:ext cx="249752" cy="16109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4876" y="0"/>
              </a:lnTo>
              <a:lnTo>
                <a:pt x="124876" y="1610901"/>
              </a:lnTo>
              <a:lnTo>
                <a:pt x="249752" y="1610901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FDBB41-A9C7-4F24-ABFD-F6682AEBE22C}">
      <dsp:nvSpPr>
        <dsp:cNvPr id="0" name=""/>
        <dsp:cNvSpPr/>
      </dsp:nvSpPr>
      <dsp:spPr>
        <a:xfrm>
          <a:off x="5196380" y="2071776"/>
          <a:ext cx="249752" cy="1342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4876" y="0"/>
              </a:lnTo>
              <a:lnTo>
                <a:pt x="124876" y="1342418"/>
              </a:lnTo>
              <a:lnTo>
                <a:pt x="249752" y="134241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77D527-5B09-4459-95A3-91BA987F8B75}">
      <dsp:nvSpPr>
        <dsp:cNvPr id="0" name=""/>
        <dsp:cNvSpPr/>
      </dsp:nvSpPr>
      <dsp:spPr>
        <a:xfrm>
          <a:off x="5196380" y="2071776"/>
          <a:ext cx="249752" cy="805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4876" y="0"/>
              </a:lnTo>
              <a:lnTo>
                <a:pt x="124876" y="805450"/>
              </a:lnTo>
              <a:lnTo>
                <a:pt x="249752" y="80545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6097FE-251D-4F72-A628-79CDCA94A3F3}">
      <dsp:nvSpPr>
        <dsp:cNvPr id="0" name=""/>
        <dsp:cNvSpPr/>
      </dsp:nvSpPr>
      <dsp:spPr>
        <a:xfrm>
          <a:off x="5196380" y="2071776"/>
          <a:ext cx="249752" cy="268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4876" y="0"/>
              </a:lnTo>
              <a:lnTo>
                <a:pt x="124876" y="268483"/>
              </a:lnTo>
              <a:lnTo>
                <a:pt x="249752" y="26848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03F31C-6F2F-4986-95B1-B555285139CB}">
      <dsp:nvSpPr>
        <dsp:cNvPr id="0" name=""/>
        <dsp:cNvSpPr/>
      </dsp:nvSpPr>
      <dsp:spPr>
        <a:xfrm>
          <a:off x="5196380" y="1803292"/>
          <a:ext cx="249752" cy="268483"/>
        </a:xfrm>
        <a:custGeom>
          <a:avLst/>
          <a:gdLst/>
          <a:ahLst/>
          <a:cxnLst/>
          <a:rect l="0" t="0" r="0" b="0"/>
          <a:pathLst>
            <a:path>
              <a:moveTo>
                <a:pt x="0" y="268483"/>
              </a:moveTo>
              <a:lnTo>
                <a:pt x="124876" y="268483"/>
              </a:lnTo>
              <a:lnTo>
                <a:pt x="124876" y="0"/>
              </a:lnTo>
              <a:lnTo>
                <a:pt x="249752" y="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D6D823-8268-46AA-BCA9-FF072F6B22ED}">
      <dsp:nvSpPr>
        <dsp:cNvPr id="0" name=""/>
        <dsp:cNvSpPr/>
      </dsp:nvSpPr>
      <dsp:spPr>
        <a:xfrm>
          <a:off x="5196380" y="1266325"/>
          <a:ext cx="249752" cy="805450"/>
        </a:xfrm>
        <a:custGeom>
          <a:avLst/>
          <a:gdLst/>
          <a:ahLst/>
          <a:cxnLst/>
          <a:rect l="0" t="0" r="0" b="0"/>
          <a:pathLst>
            <a:path>
              <a:moveTo>
                <a:pt x="0" y="805450"/>
              </a:moveTo>
              <a:lnTo>
                <a:pt x="124876" y="805450"/>
              </a:lnTo>
              <a:lnTo>
                <a:pt x="124876" y="0"/>
              </a:lnTo>
              <a:lnTo>
                <a:pt x="249752" y="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7A928-8EF2-43EC-A4F2-D065B7285C7B}">
      <dsp:nvSpPr>
        <dsp:cNvPr id="0" name=""/>
        <dsp:cNvSpPr/>
      </dsp:nvSpPr>
      <dsp:spPr>
        <a:xfrm>
          <a:off x="5196380" y="729358"/>
          <a:ext cx="249752" cy="1342418"/>
        </a:xfrm>
        <a:custGeom>
          <a:avLst/>
          <a:gdLst/>
          <a:ahLst/>
          <a:cxnLst/>
          <a:rect l="0" t="0" r="0" b="0"/>
          <a:pathLst>
            <a:path>
              <a:moveTo>
                <a:pt x="0" y="1342418"/>
              </a:moveTo>
              <a:lnTo>
                <a:pt x="124876" y="1342418"/>
              </a:lnTo>
              <a:lnTo>
                <a:pt x="124876" y="0"/>
              </a:lnTo>
              <a:lnTo>
                <a:pt x="249752" y="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0E1640-1CA7-4F5A-BF44-5922AB75A668}">
      <dsp:nvSpPr>
        <dsp:cNvPr id="0" name=""/>
        <dsp:cNvSpPr/>
      </dsp:nvSpPr>
      <dsp:spPr>
        <a:xfrm>
          <a:off x="3697867" y="2071776"/>
          <a:ext cx="249752" cy="268483"/>
        </a:xfrm>
        <a:custGeom>
          <a:avLst/>
          <a:gdLst/>
          <a:ahLst/>
          <a:cxnLst/>
          <a:rect l="0" t="0" r="0" b="0"/>
          <a:pathLst>
            <a:path>
              <a:moveTo>
                <a:pt x="0" y="268483"/>
              </a:moveTo>
              <a:lnTo>
                <a:pt x="124876" y="268483"/>
              </a:lnTo>
              <a:lnTo>
                <a:pt x="124876" y="0"/>
              </a:lnTo>
              <a:lnTo>
                <a:pt x="249752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7C2215-E2F8-4812-A1A5-E96EC706875B}">
      <dsp:nvSpPr>
        <dsp:cNvPr id="0" name=""/>
        <dsp:cNvSpPr/>
      </dsp:nvSpPr>
      <dsp:spPr>
        <a:xfrm>
          <a:off x="5196380" y="146671"/>
          <a:ext cx="2497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9752" y="457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CB8761-77E8-4375-AB41-4C8FA63F3741}">
      <dsp:nvSpPr>
        <dsp:cNvPr id="0" name=""/>
        <dsp:cNvSpPr/>
      </dsp:nvSpPr>
      <dsp:spPr>
        <a:xfrm>
          <a:off x="3697867" y="192391"/>
          <a:ext cx="249752" cy="2147868"/>
        </a:xfrm>
        <a:custGeom>
          <a:avLst/>
          <a:gdLst/>
          <a:ahLst/>
          <a:cxnLst/>
          <a:rect l="0" t="0" r="0" b="0"/>
          <a:pathLst>
            <a:path>
              <a:moveTo>
                <a:pt x="0" y="2147868"/>
              </a:moveTo>
              <a:lnTo>
                <a:pt x="124876" y="2147868"/>
              </a:lnTo>
              <a:lnTo>
                <a:pt x="124876" y="0"/>
              </a:lnTo>
              <a:lnTo>
                <a:pt x="249752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2D9BA2-2344-4CB0-929F-411DE6BCE095}">
      <dsp:nvSpPr>
        <dsp:cNvPr id="0" name=""/>
        <dsp:cNvSpPr/>
      </dsp:nvSpPr>
      <dsp:spPr>
        <a:xfrm>
          <a:off x="2449106" y="2149823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vswsigappgapver</a:t>
          </a:r>
        </a:p>
      </dsp:txBody>
      <dsp:txXfrm>
        <a:off x="2449106" y="2149823"/>
        <a:ext cx="1248760" cy="380872"/>
      </dsp:txXfrm>
    </dsp:sp>
    <dsp:sp modelId="{07F9AAB5-3664-41FD-91D8-2A24628735F1}">
      <dsp:nvSpPr>
        <dsp:cNvPr id="0" name=""/>
        <dsp:cNvSpPr/>
      </dsp:nvSpPr>
      <dsp:spPr>
        <a:xfrm>
          <a:off x="3947619" y="1955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04_LOADER</a:t>
          </a:r>
        </a:p>
      </dsp:txBody>
      <dsp:txXfrm>
        <a:off x="3947619" y="1955"/>
        <a:ext cx="1248760" cy="380872"/>
      </dsp:txXfrm>
    </dsp:sp>
    <dsp:sp modelId="{9BA62767-7FB0-4ED5-8618-F54C166CF54F}">
      <dsp:nvSpPr>
        <dsp:cNvPr id="0" name=""/>
        <dsp:cNvSpPr/>
      </dsp:nvSpPr>
      <dsp:spPr>
        <a:xfrm>
          <a:off x="5446132" y="1955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*.ldt</a:t>
          </a:r>
        </a:p>
      </dsp:txBody>
      <dsp:txXfrm>
        <a:off x="5446132" y="1955"/>
        <a:ext cx="1248760" cy="380872"/>
      </dsp:txXfrm>
    </dsp:sp>
    <dsp:sp modelId="{B38DF8CB-6B88-4811-AAA2-19985CE6901B}">
      <dsp:nvSpPr>
        <dsp:cNvPr id="0" name=""/>
        <dsp:cNvSpPr/>
      </dsp:nvSpPr>
      <dsp:spPr>
        <a:xfrm>
          <a:off x="3947619" y="1881340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05_PL_SQL</a:t>
          </a:r>
        </a:p>
      </dsp:txBody>
      <dsp:txXfrm>
        <a:off x="3947619" y="1881340"/>
        <a:ext cx="1248760" cy="380872"/>
      </dsp:txXfrm>
    </dsp:sp>
    <dsp:sp modelId="{E8651B93-D3E9-4432-93D1-68164B63F51E}">
      <dsp:nvSpPr>
        <dsp:cNvPr id="0" name=""/>
        <dsp:cNvSpPr/>
      </dsp:nvSpPr>
      <dsp:spPr>
        <a:xfrm>
          <a:off x="5446132" y="538922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bbts_controle</a:t>
          </a:r>
        </a:p>
      </dsp:txBody>
      <dsp:txXfrm>
        <a:off x="5446132" y="538922"/>
        <a:ext cx="1248760" cy="380872"/>
      </dsp:txXfrm>
    </dsp:sp>
    <dsp:sp modelId="{E00094D2-A2F9-4125-B2CA-1FF5C4DEA837}">
      <dsp:nvSpPr>
        <dsp:cNvPr id="0" name=""/>
        <dsp:cNvSpPr/>
      </dsp:nvSpPr>
      <dsp:spPr>
        <a:xfrm>
          <a:off x="5446132" y="1075889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bbts_desinstala</a:t>
          </a:r>
        </a:p>
      </dsp:txBody>
      <dsp:txXfrm>
        <a:off x="5446132" y="1075889"/>
        <a:ext cx="1248760" cy="380872"/>
      </dsp:txXfrm>
    </dsp:sp>
    <dsp:sp modelId="{149E7501-C62E-4C54-9FBB-65584E429315}">
      <dsp:nvSpPr>
        <dsp:cNvPr id="0" name=""/>
        <dsp:cNvSpPr/>
      </dsp:nvSpPr>
      <dsp:spPr>
        <a:xfrm>
          <a:off x="5446132" y="1612856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bbts_executa</a:t>
          </a:r>
        </a:p>
      </dsp:txBody>
      <dsp:txXfrm>
        <a:off x="5446132" y="1612856"/>
        <a:ext cx="1248760" cy="380872"/>
      </dsp:txXfrm>
    </dsp:sp>
    <dsp:sp modelId="{C899DEE4-054F-485E-8537-F7FCEE3E00F9}">
      <dsp:nvSpPr>
        <dsp:cNvPr id="0" name=""/>
        <dsp:cNvSpPr/>
      </dsp:nvSpPr>
      <dsp:spPr>
        <a:xfrm>
          <a:off x="5446132" y="2149823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bbts_instala</a:t>
          </a:r>
        </a:p>
      </dsp:txBody>
      <dsp:txXfrm>
        <a:off x="5446132" y="2149823"/>
        <a:ext cx="1248760" cy="380872"/>
      </dsp:txXfrm>
    </dsp:sp>
    <dsp:sp modelId="{3C9C4CCC-14C0-4032-A8A9-C8712F48F514}">
      <dsp:nvSpPr>
        <dsp:cNvPr id="0" name=""/>
        <dsp:cNvSpPr/>
      </dsp:nvSpPr>
      <dsp:spPr>
        <a:xfrm>
          <a:off x="5446132" y="2686791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bbts_recompila</a:t>
          </a:r>
        </a:p>
      </dsp:txBody>
      <dsp:txXfrm>
        <a:off x="5446132" y="2686791"/>
        <a:ext cx="1248760" cy="380872"/>
      </dsp:txXfrm>
    </dsp:sp>
    <dsp:sp modelId="{8AE119E0-596E-4CC7-B40B-1EC931417140}">
      <dsp:nvSpPr>
        <dsp:cNvPr id="0" name=""/>
        <dsp:cNvSpPr/>
      </dsp:nvSpPr>
      <dsp:spPr>
        <a:xfrm>
          <a:off x="5446132" y="3223758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*.{definição}</a:t>
          </a:r>
        </a:p>
      </dsp:txBody>
      <dsp:txXfrm>
        <a:off x="5446132" y="3223758"/>
        <a:ext cx="1248760" cy="380872"/>
      </dsp:txXfrm>
    </dsp:sp>
    <dsp:sp modelId="{3C6346C6-CDAF-417A-824C-29355CE463B7}">
      <dsp:nvSpPr>
        <dsp:cNvPr id="0" name=""/>
        <dsp:cNvSpPr/>
      </dsp:nvSpPr>
      <dsp:spPr>
        <a:xfrm>
          <a:off x="3947619" y="3760725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06_SHELL_SCRIPT</a:t>
          </a:r>
        </a:p>
      </dsp:txBody>
      <dsp:txXfrm>
        <a:off x="3947619" y="3760725"/>
        <a:ext cx="1248760" cy="380872"/>
      </dsp:txXfrm>
    </dsp:sp>
    <dsp:sp modelId="{2CAA9868-C176-4028-BC01-007161CBDFF9}">
      <dsp:nvSpPr>
        <dsp:cNvPr id="0" name=""/>
        <dsp:cNvSpPr/>
      </dsp:nvSpPr>
      <dsp:spPr>
        <a:xfrm>
          <a:off x="5446132" y="3760725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*.{sh|bat}</a:t>
          </a:r>
        </a:p>
      </dsp:txBody>
      <dsp:txXfrm>
        <a:off x="5446132" y="3760725"/>
        <a:ext cx="1248760" cy="380872"/>
      </dsp:txXfrm>
    </dsp:sp>
    <dsp:sp modelId="{1B152C5A-63EB-4063-9F73-BFA04CDF3BEB}">
      <dsp:nvSpPr>
        <dsp:cNvPr id="0" name=""/>
        <dsp:cNvSpPr/>
      </dsp:nvSpPr>
      <dsp:spPr>
        <a:xfrm>
          <a:off x="3947619" y="4297692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07_LOG</a:t>
          </a:r>
        </a:p>
      </dsp:txBody>
      <dsp:txXfrm>
        <a:off x="3947619" y="4297692"/>
        <a:ext cx="1248760" cy="380872"/>
      </dsp:txXfrm>
    </dsp:sp>
    <dsp:sp modelId="{B1E6C97C-08C4-44A2-9F8D-5C81482B4B8E}">
      <dsp:nvSpPr>
        <dsp:cNvPr id="0" name=""/>
        <dsp:cNvSpPr/>
      </dsp:nvSpPr>
      <dsp:spPr>
        <a:xfrm>
          <a:off x="5446132" y="4297692"/>
          <a:ext cx="1248760" cy="3808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/>
            <a:t>*.log</a:t>
          </a:r>
        </a:p>
      </dsp:txBody>
      <dsp:txXfrm>
        <a:off x="5446132" y="4297692"/>
        <a:ext cx="1248760" cy="380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4DC39-E524-4C64-BC61-509CE6533ED4}" type="datetimeFigureOut">
              <a:rPr lang="pt-BR"/>
              <a:t>19/08/2015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A40CE-69CD-4894-9751-4DE9311BFEA4}" type="slidenum">
              <a:rPr lang="pt-B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623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6A40CE-69CD-4894-9751-4DE9311BFEA4}" type="slidenum">
              <a:rPr lang="pt-BR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413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1" name="Picture 9" descr="cap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9163050" cy="687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altLang="en-US" noProof="0" smtClean="0"/>
              <a:t>Clique para editar o estilo do título mestre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pt-BR" altLang="en-US" noProof="0" smtClean="0"/>
              <a:t>Clique para editar o estilo do subtítulo mestre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87CE05E-22C9-4325-86C8-D2F281C098F4}" type="slidenum">
              <a:rPr lang="pt-BR" altLang="en-US"/>
              <a:pPr/>
              <a:t>‹nº›</a:t>
            </a:fld>
            <a:endParaRPr lang="pt-B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4D13F-1024-4567-9543-EE13C8730021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75357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7F1EE-D6F6-4B12-AE91-F4402078A0F4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42893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EE04CD-25D9-4EF3-AC8F-62FCD07ADA8E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59227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30BC86-E54C-44AC-9929-0E1DD3720CAF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545988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B36C10-6A3D-4173-B8F4-ED40E9673536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7966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45C527-DB43-4775-AAF2-9FBB0CC124C7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2829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0CFED-1D80-4000-88C4-93D48549441A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99910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325533-05A9-4F80-926C-378843C67C2B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6745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3384B-C5AF-46E5-A5BC-0AFA84012B6E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05016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40635F-0B01-42A7-91FE-7A435A192D04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90236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 descr="interna_clara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0"/>
            <a:ext cx="9163050" cy="687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smtClean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smtClean="0"/>
              <a:t>Clique para editar os estilos do texto mestre</a:t>
            </a:r>
          </a:p>
          <a:p>
            <a:pPr lvl="1"/>
            <a:r>
              <a:rPr lang="pt-BR" altLang="en-US" smtClean="0"/>
              <a:t>Segundo nível</a:t>
            </a:r>
          </a:p>
          <a:p>
            <a:pPr lvl="2"/>
            <a:r>
              <a:rPr lang="pt-BR" altLang="en-US" smtClean="0"/>
              <a:t>Terceiro nível</a:t>
            </a:r>
          </a:p>
          <a:p>
            <a:pPr lvl="3"/>
            <a:r>
              <a:rPr lang="pt-BR" altLang="en-US" smtClean="0"/>
              <a:t>Quarto nível</a:t>
            </a:r>
          </a:p>
          <a:p>
            <a:pPr lvl="4"/>
            <a:r>
              <a:rPr lang="pt-BR" altLang="en-US" smtClean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/>
            </a:lvl1pPr>
          </a:lstStyle>
          <a:p>
            <a:endParaRPr lang="pt-BR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/>
            </a:lvl1pPr>
          </a:lstStyle>
          <a:p>
            <a:endParaRPr lang="pt-B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/>
            </a:lvl1pPr>
          </a:lstStyle>
          <a:p>
            <a:fld id="{B0AC5DE1-67D5-495B-BCB8-6F418BC3F5A7}" type="slidenum">
              <a:rPr lang="pt-BR" altLang="en-US"/>
              <a:pPr/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racle.com/br/products/applications/ebusiness/overview/index.html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agos.cobra.com.br/11iMBL1224" TargetMode="External"/><Relationship Id="rId2" Type="http://schemas.openxmlformats.org/officeDocument/2006/relationships/hyperlink" Target="http://lagos.cobra.com.br/ebs1224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file:///C:\METHOD\OM40\OUM_E_5.6\OUM\OUM_HOME.HTM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epf.eclipse.org/wikis/openup/" TargetMode="External"/><Relationship Id="rId2" Type="http://schemas.openxmlformats.org/officeDocument/2006/relationships/hyperlink" Target="https://pt.wikipedia.org/wiki/IBM_Rational_Unified_Process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logs.oracle.com/oum/entry/oracle_unified_method_oum_62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1.bp.blogspot.com/-1Jd3oRtGFaY/UKxtqgVjrPI/AAAAAAAAADk/TyeYUv_WePQ/s1600/Screen+Shot+2012-11-20+at+10.58.08+PM.png" TargetMode="Externa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maven.apache.org/components/maven-archetype-bundles/maven-archetype-simple/" TargetMode="External"/><Relationship Id="rId3" Type="http://schemas.openxmlformats.org/officeDocument/2006/relationships/hyperlink" Target="https://maven.apache.org/components/maven-archetype-bundles/maven-archetype-j2ee-simple/" TargetMode="External"/><Relationship Id="rId7" Type="http://schemas.openxmlformats.org/officeDocument/2006/relationships/hyperlink" Target="https://maven.apache.org/components/maven-archetype-bundles/maven-archetype-quickstart/" TargetMode="External"/><Relationship Id="rId2" Type="http://schemas.openxmlformats.org/officeDocument/2006/relationships/hyperlink" Target="https://maven.apache.org/components/maven-archetype-bundles/maven-archetype-archetype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maven.apache.org/components/maven-archetype-bundles/maven-archetype-portlet/" TargetMode="External"/><Relationship Id="rId11" Type="http://schemas.openxmlformats.org/officeDocument/2006/relationships/hyperlink" Target="https://maven.apache.org/components/maven-archetype-bundles/maven-archetype-webapp/" TargetMode="External"/><Relationship Id="rId5" Type="http://schemas.openxmlformats.org/officeDocument/2006/relationships/hyperlink" Target="https://maven.apache.org/components/maven-archetype-bundles/maven-archetype-plugin-site/" TargetMode="External"/><Relationship Id="rId10" Type="http://schemas.openxmlformats.org/officeDocument/2006/relationships/hyperlink" Target="https://maven.apache.org/components/maven-archetype-bundles/maven-archetype-site-simple/" TargetMode="External"/><Relationship Id="rId4" Type="http://schemas.openxmlformats.org/officeDocument/2006/relationships/hyperlink" Target="https://maven.apache.org/components/maven-archetype-bundles/maven-archetype-plugin/" TargetMode="External"/><Relationship Id="rId9" Type="http://schemas.openxmlformats.org/officeDocument/2006/relationships/hyperlink" Target="https://maven.apache.org/components/maven-archetype-bundles/maven-archetype-site/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wmf"/><Relationship Id="rId5" Type="http://schemas.openxmlformats.org/officeDocument/2006/relationships/image" Target="../media/image30.png"/><Relationship Id="rId4" Type="http://schemas.openxmlformats.org/officeDocument/2006/relationships/image" Target="../media/image29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jpeg"/><Relationship Id="rId16" Type="http://schemas.openxmlformats.org/officeDocument/2006/relationships/image" Target="../media/image4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jpe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jpe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06200" y="1615323"/>
            <a:ext cx="7988300" cy="1470025"/>
          </a:xfrm>
          <a:effectLst>
            <a:outerShdw dist="17961" dir="2700000" algn="ctr" rotWithShape="0">
              <a:schemeClr val="tx1"/>
            </a:outerShdw>
          </a:effectLst>
        </p:spPr>
        <p:txBody>
          <a:bodyPr/>
          <a:lstStyle/>
          <a:p>
            <a:r>
              <a:rPr lang="pt-BR" altLang="en-US" b="1" dirty="0" smtClean="0">
                <a:solidFill>
                  <a:srgbClr val="FFCC00"/>
                </a:solidFill>
              </a:rPr>
              <a:t>Desenvolvedores</a:t>
            </a:r>
            <a:endParaRPr lang="pt-BR" altLang="en-US" b="1" dirty="0">
              <a:solidFill>
                <a:srgbClr val="FFCC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552" y="3645024"/>
            <a:ext cx="8393113" cy="2016224"/>
          </a:xfrm>
          <a:effectLst>
            <a:outerShdw dist="17961" dir="2700000" algn="ctr" rotWithShape="0">
              <a:schemeClr val="tx1"/>
            </a:outerShdw>
          </a:effectLst>
        </p:spPr>
        <p:txBody>
          <a:bodyPr/>
          <a:lstStyle/>
          <a:p>
            <a:pPr algn="r"/>
            <a:r>
              <a:rPr lang="pt-BR" altLang="en-US" dirty="0" smtClean="0">
                <a:solidFill>
                  <a:schemeClr val="bg1"/>
                </a:solidFill>
              </a:rPr>
              <a:t>PGE</a:t>
            </a:r>
          </a:p>
          <a:p>
            <a:pPr algn="r"/>
            <a:r>
              <a:rPr lang="pt-BR" altLang="en-US" dirty="0" smtClean="0">
                <a:solidFill>
                  <a:schemeClr val="bg1"/>
                </a:solidFill>
              </a:rPr>
              <a:t>Horácio Vasconcellos</a:t>
            </a:r>
            <a:endParaRPr lang="pt-B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4662" y="0"/>
            <a:ext cx="9109337" cy="66491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Pauta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-1" y="908720"/>
            <a:ext cx="914399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Ferramenta(s) </a:t>
            </a:r>
            <a:r>
              <a:rPr lang="pt-BR" dirty="0" err="1" smtClean="0"/>
              <a:t>End-To-End</a:t>
            </a:r>
            <a:r>
              <a:rPr lang="pt-BR" dirty="0" smtClean="0"/>
              <a:t>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Ferramentas Analisadas e Resultado da POC;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E-Business Suíte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Documentação;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Metodologia;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Mudança AIM x OUM Impactos no desenvolvimento;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Padronização;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Segurança;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Integração Java;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Pacotes Padronizados ou Patches;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/>
              <a:t>Taxonomia;</a:t>
            </a:r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5573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4662" y="0"/>
            <a:ext cx="9109337" cy="66491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Ferramenta </a:t>
            </a:r>
            <a:r>
              <a:rPr lang="pt-BR" dirty="0" err="1" smtClean="0"/>
              <a:t>End-To-End</a:t>
            </a:r>
            <a:endParaRPr lang="pt-BR" dirty="0"/>
          </a:p>
        </p:txBody>
      </p:sp>
      <p:cxnSp>
        <p:nvCxnSpPr>
          <p:cNvPr id="3" name="Conector reto 2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CaixaDeTexto 3"/>
          <p:cNvSpPr txBox="1"/>
          <p:nvPr/>
        </p:nvSpPr>
        <p:spPr>
          <a:xfrm>
            <a:off x="-833" y="908720"/>
            <a:ext cx="9109337" cy="4635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Histórico;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Necessidade: Administração de Dados;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Prova de Conceito: Power Design e Enterprise Architect;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Resultado Prova de Conceito: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Como ela esta configurada na BBTS o Enterprise </a:t>
            </a:r>
            <a:r>
              <a:rPr lang="pt-BR" dirty="0" err="1" smtClean="0"/>
              <a:t>Architec</a:t>
            </a:r>
            <a:endParaRPr lang="pt-BR" dirty="0" smtClean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Lagos Centralizador de Licenças;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Criação de Conexão de Banco de Dados no repositório;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Como controlar usuários e acessos;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Centralização de Repositórios e Glossário de Termos.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24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Padrão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080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4662" y="908720"/>
            <a:ext cx="9109338" cy="596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/>
              <a:t>Oracle E-Business </a:t>
            </a:r>
            <a:r>
              <a:rPr lang="pt-BR" dirty="0" err="1"/>
              <a:t>Suite</a:t>
            </a:r>
            <a:r>
              <a:rPr lang="pt-BR" dirty="0"/>
              <a:t> </a:t>
            </a:r>
            <a:r>
              <a:rPr lang="pt-BR" dirty="0" smtClean="0"/>
              <a:t>ou Oracle </a:t>
            </a:r>
            <a:r>
              <a:rPr lang="pt-BR" dirty="0" err="1" smtClean="0"/>
              <a:t>Applications</a:t>
            </a:r>
            <a:r>
              <a:rPr lang="pt-BR" dirty="0" smtClean="0"/>
              <a:t> é </a:t>
            </a:r>
            <a:r>
              <a:rPr lang="pt-BR" dirty="0"/>
              <a:t>o mais abrangente conjunto de aplicativos de negócios </a:t>
            </a:r>
            <a:r>
              <a:rPr lang="pt-BR" dirty="0" smtClean="0"/>
              <a:t>integrados, que </a:t>
            </a:r>
            <a:r>
              <a:rPr lang="pt-BR" dirty="0"/>
              <a:t>permite às organizações </a:t>
            </a:r>
            <a:r>
              <a:rPr lang="pt-BR" dirty="0" smtClean="0"/>
              <a:t>tomarem </a:t>
            </a:r>
            <a:r>
              <a:rPr lang="pt-BR" dirty="0"/>
              <a:t>decisões melhores, </a:t>
            </a:r>
            <a:r>
              <a:rPr lang="pt-BR" dirty="0" smtClean="0"/>
              <a:t>reduzindo custos </a:t>
            </a:r>
            <a:r>
              <a:rPr lang="pt-BR" dirty="0"/>
              <a:t>e </a:t>
            </a:r>
            <a:r>
              <a:rPr lang="pt-BR" dirty="0" err="1" smtClean="0"/>
              <a:t>melhorarando</a:t>
            </a:r>
            <a:r>
              <a:rPr lang="pt-BR" dirty="0" smtClean="0"/>
              <a:t> </a:t>
            </a:r>
            <a:r>
              <a:rPr lang="pt-BR" dirty="0"/>
              <a:t>o desempenho</a:t>
            </a:r>
            <a:r>
              <a:rPr lang="pt-BR" dirty="0" smtClean="0"/>
              <a:t>. </a:t>
            </a:r>
            <a:r>
              <a:rPr lang="pt-BR" dirty="0"/>
              <a:t>(</a:t>
            </a:r>
            <a:r>
              <a:rPr lang="pt-BR" dirty="0">
                <a:hlinkClick r:id="rId2"/>
              </a:rPr>
              <a:t>http://</a:t>
            </a:r>
            <a:r>
              <a:rPr lang="pt-BR" dirty="0" smtClean="0">
                <a:hlinkClick r:id="rId2"/>
              </a:rPr>
              <a:t>www.oracle.com/br/products/applications/ebusiness/overview/index.html</a:t>
            </a:r>
            <a:r>
              <a:rPr lang="pt-BR" dirty="0" smtClean="0"/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/>
              <a:t>A Oracle inicialmente lançou sua suíte de </a:t>
            </a:r>
            <a:r>
              <a:rPr lang="pt-BR" dirty="0" smtClean="0"/>
              <a:t>aplicativos para FINANÇAS no </a:t>
            </a:r>
            <a:r>
              <a:rPr lang="pt-BR" dirty="0"/>
              <a:t>final de 1980</a:t>
            </a:r>
            <a:r>
              <a:rPr lang="pt-BR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Na Cobra Tecnologia (BB </a:t>
            </a:r>
            <a:r>
              <a:rPr lang="pt-BR" dirty="0" err="1" smtClean="0"/>
              <a:t>Tecnologi</a:t>
            </a:r>
            <a:r>
              <a:rPr lang="pt-BR" dirty="0" smtClean="0"/>
              <a:t> e Serviços)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Indicado pela Consultoria Venturi – 1998;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Início em maio </a:t>
            </a:r>
            <a:r>
              <a:rPr lang="pt-BR" dirty="0"/>
              <a:t>de 2000, interrompido em abril de 2001, retomado em agosto de </a:t>
            </a:r>
            <a:r>
              <a:rPr lang="pt-BR" dirty="0" smtClean="0"/>
              <a:t>2002 e Implantado em 2002;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Migrado em 2009;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err="1" smtClean="0"/>
              <a:t>Reimplementação</a:t>
            </a:r>
            <a:r>
              <a:rPr lang="pt-BR" dirty="0" smtClean="0"/>
              <a:t> em 2015.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pt-BR" dirty="0" smtClean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68374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4662" y="908720"/>
            <a:ext cx="9109338" cy="252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Configurações/Customizações na BBTS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Inúmeras Configurações de </a:t>
            </a:r>
            <a:r>
              <a:rPr lang="pt-BR" dirty="0" err="1" smtClean="0"/>
              <a:t>Forms</a:t>
            </a:r>
            <a:r>
              <a:rPr lang="pt-BR" dirty="0" smtClean="0"/>
              <a:t> </a:t>
            </a:r>
            <a:r>
              <a:rPr lang="pt-BR" dirty="0" err="1" smtClean="0"/>
              <a:t>Personalizations</a:t>
            </a:r>
            <a:r>
              <a:rPr lang="pt-BR" dirty="0" smtClean="0"/>
              <a:t>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Extensões – 3 </a:t>
            </a:r>
            <a:r>
              <a:rPr lang="pt-BR" dirty="0" err="1" smtClean="0"/>
              <a:t>Forms</a:t>
            </a:r>
            <a:r>
              <a:rPr lang="pt-BR" dirty="0" smtClean="0"/>
              <a:t> e 5 </a:t>
            </a:r>
            <a:r>
              <a:rPr lang="pt-BR" dirty="0" err="1" smtClean="0"/>
              <a:t>Reports</a:t>
            </a:r>
            <a:r>
              <a:rPr lang="pt-BR" dirty="0" smtClean="0"/>
              <a:t>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Extensões </a:t>
            </a:r>
            <a:r>
              <a:rPr lang="pt-BR" dirty="0" err="1" smtClean="0"/>
              <a:t>Reports</a:t>
            </a:r>
            <a:r>
              <a:rPr lang="pt-BR" dirty="0" smtClean="0"/>
              <a:t>/XML Publisher – Inúmeros;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Integrações – Inúmeras;</a:t>
            </a:r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84945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4662" y="0"/>
            <a:ext cx="9109337" cy="66491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endParaRPr lang="pt-BR" dirty="0"/>
          </a:p>
        </p:txBody>
      </p:sp>
      <p:cxnSp>
        <p:nvCxnSpPr>
          <p:cNvPr id="3" name="Conector reto 2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CaixaDeTexto 3"/>
          <p:cNvSpPr txBox="1"/>
          <p:nvPr/>
        </p:nvSpPr>
        <p:spPr>
          <a:xfrm>
            <a:off x="-833" y="908720"/>
            <a:ext cx="9109337" cy="358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 smtClean="0"/>
              <a:t>Documentação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pt-BR" dirty="0" smtClean="0">
                <a:hlinkClick r:id="rId2"/>
              </a:rPr>
              <a:t>http://lagos.cobra.com.br/ebs1224</a:t>
            </a:r>
            <a:r>
              <a:rPr lang="pt-BR" dirty="0" smtClean="0"/>
              <a:t> - Documentação Oracle da versão 12.2.x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pt-BR" dirty="0">
                <a:hlinkClick r:id="rId3"/>
              </a:rPr>
              <a:t>http://</a:t>
            </a:r>
            <a:r>
              <a:rPr lang="pt-BR" dirty="0" smtClean="0">
                <a:hlinkClick r:id="rId3"/>
              </a:rPr>
              <a:t>lagos.cobra.com.br/11iMBL1224</a:t>
            </a:r>
            <a:r>
              <a:rPr lang="pt-BR" dirty="0" smtClean="0"/>
              <a:t> - Diferença das tabelas 11.5.x para 12.2.x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 smtClean="0"/>
              <a:t>Metodologia </a:t>
            </a:r>
            <a:r>
              <a:rPr lang="pt-BR" dirty="0"/>
              <a:t>Oracle </a:t>
            </a:r>
            <a:r>
              <a:rPr lang="pt-BR" dirty="0" smtClean="0"/>
              <a:t>(</a:t>
            </a:r>
            <a:r>
              <a:rPr lang="pt-BR" dirty="0" err="1" smtClean="0"/>
              <a:t>RUP,OpenUP,AIM</a:t>
            </a:r>
            <a:r>
              <a:rPr lang="pt-BR" dirty="0" smtClean="0"/>
              <a:t> e OUM</a:t>
            </a:r>
            <a:r>
              <a:rPr lang="pt-BR" dirty="0"/>
              <a:t>)</a:t>
            </a:r>
            <a:endParaRPr lang="pt-BR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pt-BR" dirty="0"/>
              <a:t>AIM (</a:t>
            </a:r>
            <a:r>
              <a:rPr lang="pt-BR" dirty="0" err="1"/>
              <a:t>Application</a:t>
            </a:r>
            <a:r>
              <a:rPr lang="pt-BR" dirty="0"/>
              <a:t> </a:t>
            </a:r>
            <a:r>
              <a:rPr lang="pt-BR" dirty="0" err="1"/>
              <a:t>Implementation</a:t>
            </a:r>
            <a:r>
              <a:rPr lang="pt-BR" dirty="0"/>
              <a:t> </a:t>
            </a:r>
            <a:r>
              <a:rPr lang="pt-BR" dirty="0" err="1" smtClean="0"/>
              <a:t>Methodology</a:t>
            </a:r>
            <a:r>
              <a:rPr lang="pt-BR" dirty="0" smtClean="0"/>
              <a:t>);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pt-BR" dirty="0"/>
              <a:t>OUM (Oracle </a:t>
            </a:r>
            <a:r>
              <a:rPr lang="pt-BR" dirty="0" err="1"/>
              <a:t>Unified</a:t>
            </a:r>
            <a:r>
              <a:rPr lang="pt-BR" dirty="0"/>
              <a:t> </a:t>
            </a:r>
            <a:r>
              <a:rPr lang="pt-BR" dirty="0" err="1" smtClean="0"/>
              <a:t>Method</a:t>
            </a:r>
            <a:r>
              <a:rPr lang="pt-BR" dirty="0" smtClean="0"/>
              <a:t>);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144" y="3356992"/>
            <a:ext cx="4475470" cy="296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4662" y="0"/>
            <a:ext cx="9109337" cy="66491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Diferença RUP, </a:t>
            </a:r>
            <a:r>
              <a:rPr lang="pt-BR" dirty="0" err="1" smtClean="0"/>
              <a:t>OpenUP</a:t>
            </a:r>
            <a:r>
              <a:rPr lang="pt-BR" dirty="0" smtClean="0"/>
              <a:t> e OUM</a:t>
            </a:r>
            <a:endParaRPr lang="pt-BR" dirty="0"/>
          </a:p>
        </p:txBody>
      </p:sp>
      <p:cxnSp>
        <p:nvCxnSpPr>
          <p:cNvPr id="3" name="Conector reto 2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Content Placeholder 2"/>
          <p:cNvSpPr txBox="1">
            <a:spLocks/>
          </p:cNvSpPr>
          <p:nvPr/>
        </p:nvSpPr>
        <p:spPr>
          <a:xfrm>
            <a:off x="-1" y="894832"/>
            <a:ext cx="9143999" cy="498244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en-US" sz="2000" dirty="0" smtClean="0"/>
              <a:t>RUP (Rational Unified Process) -  é um framework da Rational Corporation, </a:t>
            </a:r>
            <a:r>
              <a:rPr lang="en-US" altLang="en-US" sz="2000" dirty="0" err="1" smtClean="0"/>
              <a:t>uma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divisão</a:t>
            </a:r>
            <a:r>
              <a:rPr lang="en-US" altLang="en-US" sz="2000" dirty="0" smtClean="0"/>
              <a:t> da IBM </a:t>
            </a:r>
            <a:r>
              <a:rPr lang="en-US" altLang="en-US" sz="2000" dirty="0" err="1" smtClean="0"/>
              <a:t>desde</a:t>
            </a:r>
            <a:r>
              <a:rPr lang="en-US" altLang="en-US" sz="2000" dirty="0" smtClean="0"/>
              <a:t> 2003.</a:t>
            </a:r>
          </a:p>
          <a:p>
            <a:pPr algn="just">
              <a:lnSpc>
                <a:spcPct val="100000"/>
              </a:lnSpc>
            </a:pPr>
            <a:endParaRPr lang="en-US" altLang="en-US" sz="2000" dirty="0" smtClean="0"/>
          </a:p>
          <a:p>
            <a:pPr algn="just">
              <a:lnSpc>
                <a:spcPct val="100000"/>
              </a:lnSpc>
            </a:pPr>
            <a:r>
              <a:rPr lang="en-US" altLang="en-US" sz="2000" dirty="0" smtClean="0"/>
              <a:t>Open UP (Open Unified Process) </a:t>
            </a:r>
            <a:r>
              <a:rPr lang="pt-BR" altLang="en-US" sz="2000" dirty="0"/>
              <a:t>é uma parte do Eclipse </a:t>
            </a:r>
            <a:r>
              <a:rPr lang="pt-BR" altLang="en-US" sz="2000" dirty="0" err="1"/>
              <a:t>Process</a:t>
            </a:r>
            <a:r>
              <a:rPr lang="pt-BR" altLang="en-US" sz="2000" dirty="0"/>
              <a:t> Framework (EPF), um framework de processo open </a:t>
            </a:r>
            <a:r>
              <a:rPr lang="pt-BR" altLang="en-US" sz="2000" dirty="0" err="1"/>
              <a:t>source</a:t>
            </a:r>
            <a:r>
              <a:rPr lang="pt-BR" altLang="en-US" sz="2000" dirty="0"/>
              <a:t> desenvolvido dentro da Eclipse Foundation</a:t>
            </a:r>
            <a:r>
              <a:rPr lang="pt-BR" altLang="en-US" sz="2000" dirty="0" smtClean="0"/>
              <a:t>.</a:t>
            </a:r>
          </a:p>
          <a:p>
            <a:pPr algn="just">
              <a:lnSpc>
                <a:spcPct val="100000"/>
              </a:lnSpc>
            </a:pPr>
            <a:endParaRPr lang="pt-BR" altLang="en-US" sz="2000" dirty="0"/>
          </a:p>
          <a:p>
            <a:pPr algn="just">
              <a:lnSpc>
                <a:spcPct val="100000"/>
              </a:lnSpc>
            </a:pPr>
            <a:r>
              <a:rPr lang="pt-BR" altLang="en-US" sz="2000" dirty="0"/>
              <a:t>AIM (</a:t>
            </a:r>
            <a:r>
              <a:rPr lang="pt-BR" altLang="en-US" sz="2000" dirty="0" err="1"/>
              <a:t>Application</a:t>
            </a:r>
            <a:r>
              <a:rPr lang="pt-BR" altLang="en-US" sz="2000" dirty="0"/>
              <a:t> </a:t>
            </a:r>
            <a:r>
              <a:rPr lang="pt-BR" altLang="en-US" sz="2000" dirty="0" err="1"/>
              <a:t>Implementation</a:t>
            </a:r>
            <a:r>
              <a:rPr lang="pt-BR" altLang="en-US" sz="2000" dirty="0"/>
              <a:t> </a:t>
            </a:r>
            <a:r>
              <a:rPr lang="pt-BR" altLang="en-US" sz="2000" dirty="0" err="1" smtClean="0"/>
              <a:t>Method</a:t>
            </a:r>
            <a:r>
              <a:rPr lang="pt-BR" altLang="en-US" sz="2000" dirty="0"/>
              <a:t>) – é  uma </a:t>
            </a:r>
            <a:r>
              <a:rPr lang="pt-BR" altLang="en-US" sz="2000" dirty="0" err="1"/>
              <a:t>metologia</a:t>
            </a:r>
            <a:r>
              <a:rPr lang="pt-BR" altLang="en-US" sz="2000" dirty="0"/>
              <a:t> de gestão de projeto utilizada pela Oracle</a:t>
            </a:r>
            <a:r>
              <a:rPr lang="pt-BR" altLang="en-US" sz="2000" dirty="0" smtClean="0"/>
              <a:t>. Engloba </a:t>
            </a:r>
            <a:r>
              <a:rPr lang="pt-BR" altLang="en-US" sz="2000" dirty="0"/>
              <a:t>modelos de documentação que suportam o ciclo de vida de uma aplicação. </a:t>
            </a:r>
            <a:r>
              <a:rPr lang="pt-BR" altLang="en-US" sz="2000" dirty="0" smtClean="0"/>
              <a:t>(Descontinuado e evoluído para o OUM).</a:t>
            </a:r>
          </a:p>
          <a:p>
            <a:pPr algn="just">
              <a:lnSpc>
                <a:spcPct val="100000"/>
              </a:lnSpc>
            </a:pPr>
            <a:endParaRPr lang="pt-BR" altLang="en-US" sz="2000" dirty="0">
              <a:hlinkClick r:id="rId2" action="ppaction://hlinkfile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 smtClean="0">
                <a:hlinkClick r:id="rId2" action="ppaction://hlinkfile"/>
              </a:rPr>
              <a:t>OUM</a:t>
            </a:r>
            <a:r>
              <a:rPr lang="en-US" altLang="en-US" sz="2000" dirty="0" smtClean="0"/>
              <a:t> (Oracle Unified Method) é </a:t>
            </a:r>
            <a:r>
              <a:rPr lang="en-US" altLang="en-US" sz="2000" dirty="0" err="1" smtClean="0"/>
              <a:t>metodologia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desenvolvida</a:t>
            </a:r>
            <a:r>
              <a:rPr lang="en-US" altLang="en-US" sz="2000" dirty="0" smtClean="0"/>
              <a:t> pela </a:t>
            </a:r>
            <a:r>
              <a:rPr lang="en-US" altLang="en-US" sz="2000" dirty="0" err="1" smtClean="0"/>
              <a:t>Oralce</a:t>
            </a:r>
            <a:r>
              <a:rPr lang="en-US" altLang="en-US" sz="2000" dirty="0" smtClean="0"/>
              <a:t> que </a:t>
            </a:r>
            <a:r>
              <a:rPr lang="pt-BR" altLang="en-US" sz="2000" dirty="0" smtClean="0"/>
              <a:t>suporta </a:t>
            </a:r>
            <a:r>
              <a:rPr lang="pt-BR" altLang="en-US" sz="2000" dirty="0"/>
              <a:t>todo o ciclo de vida de TI da empresa , incluindo suporte para o sucesso da implementação de cada produto Oracle</a:t>
            </a:r>
            <a:r>
              <a:rPr lang="pt-BR" altLang="en-US" sz="2000" dirty="0" smtClean="0"/>
              <a:t>. Versão 6.3.</a:t>
            </a: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41666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4662" y="0"/>
            <a:ext cx="9109337" cy="66491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Diferença RUP, </a:t>
            </a:r>
            <a:r>
              <a:rPr lang="pt-BR" dirty="0" err="1" smtClean="0"/>
              <a:t>OpenUP</a:t>
            </a:r>
            <a:r>
              <a:rPr lang="pt-BR" dirty="0" smtClean="0"/>
              <a:t> e OUM</a:t>
            </a:r>
            <a:endParaRPr lang="pt-BR" dirty="0"/>
          </a:p>
        </p:txBody>
      </p:sp>
      <p:cxnSp>
        <p:nvCxnSpPr>
          <p:cNvPr id="3" name="Conector reto 2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Content Placeholder 2"/>
          <p:cNvSpPr txBox="1">
            <a:spLocks/>
          </p:cNvSpPr>
          <p:nvPr/>
        </p:nvSpPr>
        <p:spPr>
          <a:xfrm>
            <a:off x="-1" y="894832"/>
            <a:ext cx="9143999" cy="498244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endParaRPr lang="en-US" altLang="en-US" dirty="0" smtClean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982424"/>
              </p:ext>
            </p:extLst>
          </p:nvPr>
        </p:nvGraphicFramePr>
        <p:xfrm>
          <a:off x="395536" y="894834"/>
          <a:ext cx="7560841" cy="5719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16"/>
                <a:gridCol w="2449851"/>
                <a:gridCol w="2751874"/>
              </a:tblGrid>
              <a:tr h="525491">
                <a:tc>
                  <a:txBody>
                    <a:bodyPr/>
                    <a:lstStyle/>
                    <a:p>
                      <a:r>
                        <a:rPr lang="pt-BR" dirty="0" smtClean="0">
                          <a:hlinkClick r:id="rId2"/>
                        </a:rPr>
                        <a:t>RUP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>
                          <a:hlinkClick r:id="rId3"/>
                        </a:rPr>
                        <a:t>OpenUp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>
                          <a:hlinkClick r:id="rId4"/>
                        </a:rPr>
                        <a:t>OUM</a:t>
                      </a:r>
                      <a:endParaRPr lang="en-US" dirty="0"/>
                    </a:p>
                  </a:txBody>
                  <a:tcPr/>
                </a:tc>
              </a:tr>
              <a:tr h="520069">
                <a:tc>
                  <a:txBody>
                    <a:bodyPr/>
                    <a:lstStyle/>
                    <a:p>
                      <a:r>
                        <a:rPr lang="en-US" dirty="0" smtClean="0"/>
                        <a:t>INICIAÇÃO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INICIAÇÃO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INICIAÇÃO</a:t>
                      </a:r>
                    </a:p>
                  </a:txBody>
                  <a:tcPr/>
                </a:tc>
              </a:tr>
              <a:tr h="525491">
                <a:tc>
                  <a:txBody>
                    <a:bodyPr/>
                    <a:lstStyle/>
                    <a:p>
                      <a:r>
                        <a:rPr lang="en-US" dirty="0" smtClean="0"/>
                        <a:t>ELABORAÇÃO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ELABORAÇÃO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ELABORAÇÃO</a:t>
                      </a:r>
                    </a:p>
                  </a:txBody>
                  <a:tcPr/>
                </a:tc>
              </a:tr>
              <a:tr h="525491">
                <a:tc>
                  <a:txBody>
                    <a:bodyPr/>
                    <a:lstStyle/>
                    <a:p>
                      <a:r>
                        <a:rPr lang="en-US" dirty="0" smtClean="0"/>
                        <a:t>CONSTRUÇÃO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CONSTRUÇÃO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CONSTRUÇÃO</a:t>
                      </a:r>
                    </a:p>
                  </a:txBody>
                  <a:tcPr/>
                </a:tc>
              </a:tr>
              <a:tr h="525491">
                <a:tc>
                  <a:txBody>
                    <a:bodyPr/>
                    <a:lstStyle/>
                    <a:p>
                      <a:r>
                        <a:rPr lang="en-US" dirty="0" smtClean="0"/>
                        <a:t>TRANSIÇÃO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TRANSIÇÃO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TRANSIÇÃO</a:t>
                      </a:r>
                      <a:endParaRPr lang="en-US" dirty="0"/>
                    </a:p>
                  </a:txBody>
                  <a:tcPr/>
                </a:tc>
              </a:tr>
              <a:tr h="7030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INTERACTION LIFECYCLE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SERVICE ORIENTED ARCHITECTURE </a:t>
                      </a:r>
                      <a:endParaRPr lang="en-US" dirty="0"/>
                    </a:p>
                  </a:txBody>
                  <a:tcPr/>
                </a:tc>
              </a:tr>
              <a:tr h="7030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MICRO-INCREMENT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IDENTITY MANAGEMENT</a:t>
                      </a:r>
                      <a:endParaRPr lang="en-US" dirty="0"/>
                    </a:p>
                  </a:txBody>
                  <a:tcPr/>
                </a:tc>
              </a:tr>
              <a:tr h="5254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GOVERNANCE, RISK AND COMPLIANCE</a:t>
                      </a:r>
                      <a:endParaRPr lang="en-US" dirty="0"/>
                    </a:p>
                  </a:txBody>
                  <a:tcPr/>
                </a:tc>
              </a:tr>
              <a:tr h="5254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CUSTOM SOFTWARE</a:t>
                      </a:r>
                      <a:endParaRPr lang="en-US" dirty="0"/>
                    </a:p>
                  </a:txBody>
                  <a:tcPr/>
                </a:tc>
              </a:tr>
              <a:tr h="5254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MAIS(*)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32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4662" y="0"/>
            <a:ext cx="9109337" cy="66491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Suíte (cont.)</a:t>
            </a:r>
            <a:endParaRPr lang="pt-BR" dirty="0"/>
          </a:p>
        </p:txBody>
      </p:sp>
      <p:cxnSp>
        <p:nvCxnSpPr>
          <p:cNvPr id="3" name="Conector reto 2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256292"/>
              </p:ext>
            </p:extLst>
          </p:nvPr>
        </p:nvGraphicFramePr>
        <p:xfrm>
          <a:off x="34662" y="1052736"/>
          <a:ext cx="8929825" cy="511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7566"/>
                <a:gridCol w="5073324"/>
                <a:gridCol w="1368435"/>
                <a:gridCol w="1850500"/>
              </a:tblGrid>
              <a:tr h="341212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u="none" strike="noStrike" dirty="0">
                          <a:effectLst/>
                        </a:rPr>
                        <a:t>AIM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OUM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Fase de utilização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Obrigatório ou Opcional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 anchor="ctr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BP.080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RD-011_FUTURE_PROCESS_MODEL.DOC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Inicial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Opcional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RD.010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RD-012_PRESENT_AND_FUTURE_ORG_STRUCTURES.DOC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Inicial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BP.060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RD-020_HIGH_LEVEL_BUSINESS_DESCRIPTIONS.DOC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Inicial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BP.040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RD-030_CURRENT_PROCESS_MODEL.DOC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Inicial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Opcional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RD.020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RD-034_CURRENT_BUSINESS_BASELINE_METRICS.DOC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Inicial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Opcional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RD-045_MOSCOW_LIST.XLS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Inicial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RD-140_REQUIREMENTS_SPECIFICATION.DOC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Inicial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RD.050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RA-023_USE_CASE_MODEL.DOC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Inicial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BR.100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RA-040_BUSINESS_DATA_STRUCTURES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Inicial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RD.050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RA-024_USE_CASE_SPECIFICATION.DOC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Elaboração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BR.070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RA-090_REPORTING_FIT_ANALYSIS.XLS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Elaboração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Opcional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BR.030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AN-010_BUSINESS_REQUIREMENTS_MAPPING_FORM.DOC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Elaboração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MD.050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AN-050_ANALYSIS_MODEL.DOC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Elaboração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MD.050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AN-100_ANALYSIS_SPECIFICATION.DOC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Elaboração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MD.070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DS-140_DESIGN_SPECIFICATION.DOC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Elaboração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MD.060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DS-150_LOGICAL_DATABASE_DESIGN.DOC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Elaboração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Opcional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224324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TA.030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TA-070_INITIAL_ARCHITECTURE_AND_APPLICATION_MAPPING.DOC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Elaboração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Opcional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BR.100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DS-030_APPLICATION_SETUP_DOCUMENT.DOC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Elaboração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TE.020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TE-020_UNIT_TEST_SCENARIOS.DOC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Elaboração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TE.030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TE-035_INTEGRATION_TEST_SCENARIOS.DOC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Elaboração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Opcional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TE.040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TE-025_SYSTEM_TEST_SCENARIOS.DOC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Elaboração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CV.040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CV-027_DATA_MAPPING.DOC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Construção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CV.060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CV-040_CONVERSION_COMPONENT_DESIGNS.DOC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Construção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DO.070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DO-070_USER_GUIDE V1.0.DOC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Construção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Obrigatório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  <a:tr h="18946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MD.100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IM-040_PHYSICAL_DATABASE_DESIGN.DOC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Construção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 err="1">
                          <a:effectLst/>
                        </a:rPr>
                        <a:t>Opcional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04" marR="8704" marT="8704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62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866874"/>
            <a:ext cx="9144000" cy="49149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4" y="1052736"/>
            <a:ext cx="9144000" cy="2773563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52" y="866874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876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(Desafio)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-29243" y="980728"/>
            <a:ext cx="9144000" cy="5067301"/>
            <a:chOff x="0" y="782"/>
            <a:chExt cx="5760" cy="3192"/>
          </a:xfrm>
        </p:grpSpPr>
        <p:sp>
          <p:nvSpPr>
            <p:cNvPr id="7" name="AutoShape 3"/>
            <p:cNvSpPr>
              <a:spLocks noChangeAspect="1" noChangeArrowheads="1" noTextEdit="1"/>
            </p:cNvSpPr>
            <p:nvPr/>
          </p:nvSpPr>
          <p:spPr bwMode="auto">
            <a:xfrm>
              <a:off x="0" y="782"/>
              <a:ext cx="5760" cy="3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2403" y="1204"/>
              <a:ext cx="961" cy="1155"/>
            </a:xfrm>
            <a:custGeom>
              <a:avLst/>
              <a:gdLst>
                <a:gd name="T0" fmla="*/ 0 w 961"/>
                <a:gd name="T1" fmla="*/ 1155 h 1155"/>
                <a:gd name="T2" fmla="*/ 26 w 961"/>
                <a:gd name="T3" fmla="*/ 1048 h 1155"/>
                <a:gd name="T4" fmla="*/ 46 w 961"/>
                <a:gd name="T5" fmla="*/ 937 h 1155"/>
                <a:gd name="T6" fmla="*/ 70 w 961"/>
                <a:gd name="T7" fmla="*/ 729 h 1155"/>
                <a:gd name="T8" fmla="*/ 89 w 961"/>
                <a:gd name="T9" fmla="*/ 538 h 1155"/>
                <a:gd name="T10" fmla="*/ 96 w 961"/>
                <a:gd name="T11" fmla="*/ 446 h 1155"/>
                <a:gd name="T12" fmla="*/ 101 w 961"/>
                <a:gd name="T13" fmla="*/ 359 h 1155"/>
                <a:gd name="T14" fmla="*/ 108 w 961"/>
                <a:gd name="T15" fmla="*/ 282 h 1155"/>
                <a:gd name="T16" fmla="*/ 120 w 961"/>
                <a:gd name="T17" fmla="*/ 215 h 1155"/>
                <a:gd name="T18" fmla="*/ 134 w 961"/>
                <a:gd name="T19" fmla="*/ 151 h 1155"/>
                <a:gd name="T20" fmla="*/ 158 w 961"/>
                <a:gd name="T21" fmla="*/ 99 h 1155"/>
                <a:gd name="T22" fmla="*/ 185 w 961"/>
                <a:gd name="T23" fmla="*/ 59 h 1155"/>
                <a:gd name="T24" fmla="*/ 216 w 961"/>
                <a:gd name="T25" fmla="*/ 27 h 1155"/>
                <a:gd name="T26" fmla="*/ 255 w 961"/>
                <a:gd name="T27" fmla="*/ 7 h 1155"/>
                <a:gd name="T28" fmla="*/ 305 w 961"/>
                <a:gd name="T29" fmla="*/ 0 h 1155"/>
                <a:gd name="T30" fmla="*/ 363 w 961"/>
                <a:gd name="T31" fmla="*/ 0 h 1155"/>
                <a:gd name="T32" fmla="*/ 413 w 961"/>
                <a:gd name="T33" fmla="*/ 0 h 1155"/>
                <a:gd name="T34" fmla="*/ 495 w 961"/>
                <a:gd name="T35" fmla="*/ 0 h 1155"/>
                <a:gd name="T36" fmla="*/ 567 w 961"/>
                <a:gd name="T37" fmla="*/ 0 h 1155"/>
                <a:gd name="T38" fmla="*/ 629 w 961"/>
                <a:gd name="T39" fmla="*/ 0 h 1155"/>
                <a:gd name="T40" fmla="*/ 694 w 961"/>
                <a:gd name="T41" fmla="*/ 0 h 1155"/>
                <a:gd name="T42" fmla="*/ 764 w 961"/>
                <a:gd name="T43" fmla="*/ 0 h 1155"/>
                <a:gd name="T44" fmla="*/ 853 w 961"/>
                <a:gd name="T45" fmla="*/ 0 h 1155"/>
                <a:gd name="T46" fmla="*/ 903 w 961"/>
                <a:gd name="T47" fmla="*/ 0 h 1155"/>
                <a:gd name="T48" fmla="*/ 961 w 961"/>
                <a:gd name="T49" fmla="*/ 0 h 1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61" h="1155">
                  <a:moveTo>
                    <a:pt x="0" y="1155"/>
                  </a:moveTo>
                  <a:lnTo>
                    <a:pt x="26" y="1048"/>
                  </a:lnTo>
                  <a:lnTo>
                    <a:pt x="46" y="937"/>
                  </a:lnTo>
                  <a:lnTo>
                    <a:pt x="70" y="729"/>
                  </a:lnTo>
                  <a:lnTo>
                    <a:pt x="89" y="538"/>
                  </a:lnTo>
                  <a:lnTo>
                    <a:pt x="96" y="446"/>
                  </a:lnTo>
                  <a:lnTo>
                    <a:pt x="101" y="359"/>
                  </a:lnTo>
                  <a:lnTo>
                    <a:pt x="108" y="282"/>
                  </a:lnTo>
                  <a:lnTo>
                    <a:pt x="120" y="215"/>
                  </a:lnTo>
                  <a:lnTo>
                    <a:pt x="134" y="151"/>
                  </a:lnTo>
                  <a:lnTo>
                    <a:pt x="158" y="99"/>
                  </a:lnTo>
                  <a:lnTo>
                    <a:pt x="185" y="59"/>
                  </a:lnTo>
                  <a:lnTo>
                    <a:pt x="216" y="27"/>
                  </a:lnTo>
                  <a:lnTo>
                    <a:pt x="255" y="7"/>
                  </a:lnTo>
                  <a:lnTo>
                    <a:pt x="305" y="0"/>
                  </a:lnTo>
                  <a:lnTo>
                    <a:pt x="363" y="0"/>
                  </a:lnTo>
                  <a:lnTo>
                    <a:pt x="413" y="0"/>
                  </a:lnTo>
                  <a:lnTo>
                    <a:pt x="495" y="0"/>
                  </a:lnTo>
                  <a:lnTo>
                    <a:pt x="567" y="0"/>
                  </a:lnTo>
                  <a:lnTo>
                    <a:pt x="629" y="0"/>
                  </a:lnTo>
                  <a:lnTo>
                    <a:pt x="694" y="0"/>
                  </a:lnTo>
                  <a:lnTo>
                    <a:pt x="764" y="0"/>
                  </a:lnTo>
                  <a:lnTo>
                    <a:pt x="853" y="0"/>
                  </a:lnTo>
                  <a:lnTo>
                    <a:pt x="903" y="0"/>
                  </a:lnTo>
                  <a:lnTo>
                    <a:pt x="96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2744" y="829"/>
              <a:ext cx="56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Organizar a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2744" y="953"/>
              <a:ext cx="488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gestão de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2744" y="1077"/>
              <a:ext cx="493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processos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1322" y="2359"/>
              <a:ext cx="1081" cy="491"/>
            </a:xfrm>
            <a:custGeom>
              <a:avLst/>
              <a:gdLst>
                <a:gd name="T0" fmla="*/ 1081 w 1081"/>
                <a:gd name="T1" fmla="*/ 0 h 491"/>
                <a:gd name="T2" fmla="*/ 1050 w 1081"/>
                <a:gd name="T3" fmla="*/ 45 h 491"/>
                <a:gd name="T4" fmla="*/ 1030 w 1081"/>
                <a:gd name="T5" fmla="*/ 92 h 491"/>
                <a:gd name="T6" fmla="*/ 992 w 1081"/>
                <a:gd name="T7" fmla="*/ 176 h 491"/>
                <a:gd name="T8" fmla="*/ 973 w 1081"/>
                <a:gd name="T9" fmla="*/ 260 h 491"/>
                <a:gd name="T10" fmla="*/ 954 w 1081"/>
                <a:gd name="T11" fmla="*/ 335 h 491"/>
                <a:gd name="T12" fmla="*/ 929 w 1081"/>
                <a:gd name="T13" fmla="*/ 399 h 491"/>
                <a:gd name="T14" fmla="*/ 891 w 1081"/>
                <a:gd name="T15" fmla="*/ 451 h 491"/>
                <a:gd name="T16" fmla="*/ 857 w 1081"/>
                <a:gd name="T17" fmla="*/ 466 h 491"/>
                <a:gd name="T18" fmla="*/ 826 w 1081"/>
                <a:gd name="T19" fmla="*/ 479 h 491"/>
                <a:gd name="T20" fmla="*/ 783 w 1081"/>
                <a:gd name="T21" fmla="*/ 491 h 491"/>
                <a:gd name="T22" fmla="*/ 732 w 1081"/>
                <a:gd name="T23" fmla="*/ 491 h 491"/>
                <a:gd name="T24" fmla="*/ 668 w 1081"/>
                <a:gd name="T25" fmla="*/ 491 h 491"/>
                <a:gd name="T26" fmla="*/ 610 w 1081"/>
                <a:gd name="T27" fmla="*/ 491 h 491"/>
                <a:gd name="T28" fmla="*/ 516 w 1081"/>
                <a:gd name="T29" fmla="*/ 491 h 491"/>
                <a:gd name="T30" fmla="*/ 439 w 1081"/>
                <a:gd name="T31" fmla="*/ 491 h 491"/>
                <a:gd name="T32" fmla="*/ 370 w 1081"/>
                <a:gd name="T33" fmla="*/ 491 h 491"/>
                <a:gd name="T34" fmla="*/ 300 w 1081"/>
                <a:gd name="T35" fmla="*/ 491 h 491"/>
                <a:gd name="T36" fmla="*/ 216 w 1081"/>
                <a:gd name="T37" fmla="*/ 491 h 491"/>
                <a:gd name="T38" fmla="*/ 173 w 1081"/>
                <a:gd name="T39" fmla="*/ 491 h 491"/>
                <a:gd name="T40" fmla="*/ 122 w 1081"/>
                <a:gd name="T41" fmla="*/ 491 h 491"/>
                <a:gd name="T42" fmla="*/ 64 w 1081"/>
                <a:gd name="T43" fmla="*/ 491 h 491"/>
                <a:gd name="T44" fmla="*/ 0 w 1081"/>
                <a:gd name="T45" fmla="*/ 49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81" h="491">
                  <a:moveTo>
                    <a:pt x="1081" y="0"/>
                  </a:moveTo>
                  <a:lnTo>
                    <a:pt x="1050" y="45"/>
                  </a:lnTo>
                  <a:lnTo>
                    <a:pt x="1030" y="92"/>
                  </a:lnTo>
                  <a:lnTo>
                    <a:pt x="992" y="176"/>
                  </a:lnTo>
                  <a:lnTo>
                    <a:pt x="973" y="260"/>
                  </a:lnTo>
                  <a:lnTo>
                    <a:pt x="954" y="335"/>
                  </a:lnTo>
                  <a:lnTo>
                    <a:pt x="929" y="399"/>
                  </a:lnTo>
                  <a:lnTo>
                    <a:pt x="891" y="451"/>
                  </a:lnTo>
                  <a:lnTo>
                    <a:pt x="857" y="466"/>
                  </a:lnTo>
                  <a:lnTo>
                    <a:pt x="826" y="479"/>
                  </a:lnTo>
                  <a:lnTo>
                    <a:pt x="783" y="491"/>
                  </a:lnTo>
                  <a:lnTo>
                    <a:pt x="732" y="491"/>
                  </a:lnTo>
                  <a:lnTo>
                    <a:pt x="668" y="491"/>
                  </a:lnTo>
                  <a:lnTo>
                    <a:pt x="610" y="491"/>
                  </a:lnTo>
                  <a:lnTo>
                    <a:pt x="516" y="491"/>
                  </a:lnTo>
                  <a:lnTo>
                    <a:pt x="439" y="491"/>
                  </a:lnTo>
                  <a:lnTo>
                    <a:pt x="370" y="491"/>
                  </a:lnTo>
                  <a:lnTo>
                    <a:pt x="300" y="491"/>
                  </a:lnTo>
                  <a:lnTo>
                    <a:pt x="216" y="491"/>
                  </a:lnTo>
                  <a:lnTo>
                    <a:pt x="173" y="491"/>
                  </a:lnTo>
                  <a:lnTo>
                    <a:pt x="122" y="491"/>
                  </a:lnTo>
                  <a:lnTo>
                    <a:pt x="64" y="491"/>
                  </a:lnTo>
                  <a:lnTo>
                    <a:pt x="0" y="491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1358" y="2476"/>
              <a:ext cx="634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Estruturar os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1358" y="2600"/>
              <a:ext cx="603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trabalhos de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1358" y="2723"/>
              <a:ext cx="334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gestão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1221" y="1861"/>
              <a:ext cx="1182" cy="498"/>
            </a:xfrm>
            <a:custGeom>
              <a:avLst/>
              <a:gdLst>
                <a:gd name="T0" fmla="*/ 1182 w 1182"/>
                <a:gd name="T1" fmla="*/ 498 h 498"/>
                <a:gd name="T2" fmla="*/ 1143 w 1182"/>
                <a:gd name="T3" fmla="*/ 451 h 498"/>
                <a:gd name="T4" fmla="*/ 1112 w 1182"/>
                <a:gd name="T5" fmla="*/ 406 h 498"/>
                <a:gd name="T6" fmla="*/ 1062 w 1182"/>
                <a:gd name="T7" fmla="*/ 315 h 498"/>
                <a:gd name="T8" fmla="*/ 1030 w 1182"/>
                <a:gd name="T9" fmla="*/ 228 h 498"/>
                <a:gd name="T10" fmla="*/ 997 w 1182"/>
                <a:gd name="T11" fmla="*/ 156 h 498"/>
                <a:gd name="T12" fmla="*/ 958 w 1182"/>
                <a:gd name="T13" fmla="*/ 91 h 498"/>
                <a:gd name="T14" fmla="*/ 908 w 1182"/>
                <a:gd name="T15" fmla="*/ 44 h 498"/>
                <a:gd name="T16" fmla="*/ 877 w 1182"/>
                <a:gd name="T17" fmla="*/ 24 h 498"/>
                <a:gd name="T18" fmla="*/ 838 w 1182"/>
                <a:gd name="T19" fmla="*/ 12 h 498"/>
                <a:gd name="T20" fmla="*/ 795 w 1182"/>
                <a:gd name="T21" fmla="*/ 0 h 498"/>
                <a:gd name="T22" fmla="*/ 737 w 1182"/>
                <a:gd name="T23" fmla="*/ 0 h 498"/>
                <a:gd name="T24" fmla="*/ 672 w 1182"/>
                <a:gd name="T25" fmla="*/ 0 h 498"/>
                <a:gd name="T26" fmla="*/ 617 w 1182"/>
                <a:gd name="T27" fmla="*/ 0 h 498"/>
                <a:gd name="T28" fmla="*/ 564 w 1182"/>
                <a:gd name="T29" fmla="*/ 0 h 498"/>
                <a:gd name="T30" fmla="*/ 521 w 1182"/>
                <a:gd name="T31" fmla="*/ 0 h 498"/>
                <a:gd name="T32" fmla="*/ 439 w 1182"/>
                <a:gd name="T33" fmla="*/ 0 h 498"/>
                <a:gd name="T34" fmla="*/ 367 w 1182"/>
                <a:gd name="T35" fmla="*/ 0 h 498"/>
                <a:gd name="T36" fmla="*/ 298 w 1182"/>
                <a:gd name="T37" fmla="*/ 0 h 498"/>
                <a:gd name="T38" fmla="*/ 216 w 1182"/>
                <a:gd name="T39" fmla="*/ 0 h 498"/>
                <a:gd name="T40" fmla="*/ 170 w 1182"/>
                <a:gd name="T41" fmla="*/ 0 h 498"/>
                <a:gd name="T42" fmla="*/ 120 w 1182"/>
                <a:gd name="T43" fmla="*/ 0 h 498"/>
                <a:gd name="T44" fmla="*/ 62 w 1182"/>
                <a:gd name="T45" fmla="*/ 0 h 498"/>
                <a:gd name="T46" fmla="*/ 0 w 1182"/>
                <a:gd name="T47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82" h="498">
                  <a:moveTo>
                    <a:pt x="1182" y="498"/>
                  </a:moveTo>
                  <a:lnTo>
                    <a:pt x="1143" y="451"/>
                  </a:lnTo>
                  <a:lnTo>
                    <a:pt x="1112" y="406"/>
                  </a:lnTo>
                  <a:lnTo>
                    <a:pt x="1062" y="315"/>
                  </a:lnTo>
                  <a:lnTo>
                    <a:pt x="1030" y="228"/>
                  </a:lnTo>
                  <a:lnTo>
                    <a:pt x="997" y="156"/>
                  </a:lnTo>
                  <a:lnTo>
                    <a:pt x="958" y="91"/>
                  </a:lnTo>
                  <a:lnTo>
                    <a:pt x="908" y="44"/>
                  </a:lnTo>
                  <a:lnTo>
                    <a:pt x="877" y="24"/>
                  </a:lnTo>
                  <a:lnTo>
                    <a:pt x="838" y="12"/>
                  </a:lnTo>
                  <a:lnTo>
                    <a:pt x="795" y="0"/>
                  </a:lnTo>
                  <a:lnTo>
                    <a:pt x="737" y="0"/>
                  </a:lnTo>
                  <a:lnTo>
                    <a:pt x="672" y="0"/>
                  </a:lnTo>
                  <a:lnTo>
                    <a:pt x="617" y="0"/>
                  </a:lnTo>
                  <a:lnTo>
                    <a:pt x="564" y="0"/>
                  </a:lnTo>
                  <a:lnTo>
                    <a:pt x="521" y="0"/>
                  </a:lnTo>
                  <a:lnTo>
                    <a:pt x="439" y="0"/>
                  </a:lnTo>
                  <a:lnTo>
                    <a:pt x="367" y="0"/>
                  </a:lnTo>
                  <a:lnTo>
                    <a:pt x="298" y="0"/>
                  </a:lnTo>
                  <a:lnTo>
                    <a:pt x="216" y="0"/>
                  </a:lnTo>
                  <a:lnTo>
                    <a:pt x="170" y="0"/>
                  </a:lnTo>
                  <a:lnTo>
                    <a:pt x="120" y="0"/>
                  </a:lnTo>
                  <a:lnTo>
                    <a:pt x="62" y="0"/>
                  </a:lnTo>
                  <a:lnTo>
                    <a:pt x="0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1257" y="1484"/>
              <a:ext cx="428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Apoiar a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257" y="1608"/>
              <a:ext cx="634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realização da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1257" y="1732"/>
              <a:ext cx="334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gestão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2403" y="2359"/>
              <a:ext cx="1208" cy="503"/>
            </a:xfrm>
            <a:custGeom>
              <a:avLst/>
              <a:gdLst>
                <a:gd name="T0" fmla="*/ 0 w 1208"/>
                <a:gd name="T1" fmla="*/ 0 h 503"/>
                <a:gd name="T2" fmla="*/ 31 w 1208"/>
                <a:gd name="T3" fmla="*/ 45 h 503"/>
                <a:gd name="T4" fmla="*/ 58 w 1208"/>
                <a:gd name="T5" fmla="*/ 92 h 503"/>
                <a:gd name="T6" fmla="*/ 96 w 1208"/>
                <a:gd name="T7" fmla="*/ 183 h 503"/>
                <a:gd name="T8" fmla="*/ 127 w 1208"/>
                <a:gd name="T9" fmla="*/ 268 h 503"/>
                <a:gd name="T10" fmla="*/ 154 w 1208"/>
                <a:gd name="T11" fmla="*/ 347 h 503"/>
                <a:gd name="T12" fmla="*/ 185 w 1208"/>
                <a:gd name="T13" fmla="*/ 412 h 503"/>
                <a:gd name="T14" fmla="*/ 223 w 1208"/>
                <a:gd name="T15" fmla="*/ 459 h 503"/>
                <a:gd name="T16" fmla="*/ 255 w 1208"/>
                <a:gd name="T17" fmla="*/ 479 h 503"/>
                <a:gd name="T18" fmla="*/ 293 w 1208"/>
                <a:gd name="T19" fmla="*/ 491 h 503"/>
                <a:gd name="T20" fmla="*/ 336 w 1208"/>
                <a:gd name="T21" fmla="*/ 503 h 503"/>
                <a:gd name="T22" fmla="*/ 387 w 1208"/>
                <a:gd name="T23" fmla="*/ 503 h 503"/>
                <a:gd name="T24" fmla="*/ 459 w 1208"/>
                <a:gd name="T25" fmla="*/ 503 h 503"/>
                <a:gd name="T26" fmla="*/ 521 w 1208"/>
                <a:gd name="T27" fmla="*/ 503 h 503"/>
                <a:gd name="T28" fmla="*/ 579 w 1208"/>
                <a:gd name="T29" fmla="*/ 503 h 503"/>
                <a:gd name="T30" fmla="*/ 629 w 1208"/>
                <a:gd name="T31" fmla="*/ 503 h 503"/>
                <a:gd name="T32" fmla="*/ 718 w 1208"/>
                <a:gd name="T33" fmla="*/ 503 h 503"/>
                <a:gd name="T34" fmla="*/ 795 w 1208"/>
                <a:gd name="T35" fmla="*/ 503 h 503"/>
                <a:gd name="T36" fmla="*/ 877 w 1208"/>
                <a:gd name="T37" fmla="*/ 503 h 503"/>
                <a:gd name="T38" fmla="*/ 961 w 1208"/>
                <a:gd name="T39" fmla="*/ 503 h 503"/>
                <a:gd name="T40" fmla="*/ 1011 w 1208"/>
                <a:gd name="T41" fmla="*/ 503 h 503"/>
                <a:gd name="T42" fmla="*/ 1069 w 1208"/>
                <a:gd name="T43" fmla="*/ 503 h 503"/>
                <a:gd name="T44" fmla="*/ 1139 w 1208"/>
                <a:gd name="T45" fmla="*/ 503 h 503"/>
                <a:gd name="T46" fmla="*/ 1208 w 1208"/>
                <a:gd name="T47" fmla="*/ 503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08" h="503">
                  <a:moveTo>
                    <a:pt x="0" y="0"/>
                  </a:moveTo>
                  <a:lnTo>
                    <a:pt x="31" y="45"/>
                  </a:lnTo>
                  <a:lnTo>
                    <a:pt x="58" y="92"/>
                  </a:lnTo>
                  <a:lnTo>
                    <a:pt x="96" y="183"/>
                  </a:lnTo>
                  <a:lnTo>
                    <a:pt x="127" y="268"/>
                  </a:lnTo>
                  <a:lnTo>
                    <a:pt x="154" y="347"/>
                  </a:lnTo>
                  <a:lnTo>
                    <a:pt x="185" y="412"/>
                  </a:lnTo>
                  <a:lnTo>
                    <a:pt x="223" y="459"/>
                  </a:lnTo>
                  <a:lnTo>
                    <a:pt x="255" y="479"/>
                  </a:lnTo>
                  <a:lnTo>
                    <a:pt x="293" y="491"/>
                  </a:lnTo>
                  <a:lnTo>
                    <a:pt x="336" y="503"/>
                  </a:lnTo>
                  <a:lnTo>
                    <a:pt x="387" y="503"/>
                  </a:lnTo>
                  <a:lnTo>
                    <a:pt x="459" y="503"/>
                  </a:lnTo>
                  <a:lnTo>
                    <a:pt x="521" y="503"/>
                  </a:lnTo>
                  <a:lnTo>
                    <a:pt x="579" y="503"/>
                  </a:lnTo>
                  <a:lnTo>
                    <a:pt x="629" y="503"/>
                  </a:lnTo>
                  <a:lnTo>
                    <a:pt x="718" y="503"/>
                  </a:lnTo>
                  <a:lnTo>
                    <a:pt x="795" y="503"/>
                  </a:lnTo>
                  <a:lnTo>
                    <a:pt x="877" y="503"/>
                  </a:lnTo>
                  <a:lnTo>
                    <a:pt x="961" y="503"/>
                  </a:lnTo>
                  <a:lnTo>
                    <a:pt x="1011" y="503"/>
                  </a:lnTo>
                  <a:lnTo>
                    <a:pt x="1069" y="503"/>
                  </a:lnTo>
                  <a:lnTo>
                    <a:pt x="1139" y="503"/>
                  </a:lnTo>
                  <a:lnTo>
                    <a:pt x="1208" y="50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2826" y="2485"/>
              <a:ext cx="56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Organizar a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2826" y="2609"/>
              <a:ext cx="404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base de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2826" y="2733"/>
              <a:ext cx="704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conhecimentos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2033" y="1977"/>
              <a:ext cx="706" cy="697"/>
            </a:xfrm>
            <a:prstGeom prst="rect">
              <a:avLst/>
            </a:prstGeom>
            <a:solidFill>
              <a:srgbClr val="FFFF99"/>
            </a:solidFill>
            <a:ln w="0">
              <a:solidFill>
                <a:srgbClr val="24272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088" y="1937"/>
              <a:ext cx="53" cy="11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2088" y="1937"/>
              <a:ext cx="53" cy="11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2191" y="2126"/>
              <a:ext cx="41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1" i="0" u="none" strike="noStrike" cap="none" normalizeH="0" baseline="0" smtClean="0">
                  <a:ln>
                    <a:noFill/>
                  </a:ln>
                  <a:solidFill>
                    <a:srgbClr val="333333"/>
                  </a:solidFill>
                  <a:effectLst/>
                  <a:latin typeface="Arial" panose="020B0604020202020204" pitchFamily="34" charset="0"/>
                </a:rPr>
                <a:t>Manter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48" name="Rectangle 30"/>
            <p:cNvSpPr>
              <a:spLocks noChangeArrowheads="1"/>
            </p:cNvSpPr>
            <p:nvPr/>
          </p:nvSpPr>
          <p:spPr bwMode="auto">
            <a:xfrm>
              <a:off x="2343" y="2270"/>
              <a:ext cx="11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1" i="0" u="none" strike="noStrike" cap="none" normalizeH="0" baseline="0" smtClean="0">
                  <a:ln>
                    <a:noFill/>
                  </a:ln>
                  <a:solidFill>
                    <a:srgbClr val="333333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49" name="Rectangle 31"/>
            <p:cNvSpPr>
              <a:spLocks noChangeArrowheads="1"/>
            </p:cNvSpPr>
            <p:nvPr/>
          </p:nvSpPr>
          <p:spPr bwMode="auto">
            <a:xfrm>
              <a:off x="2191" y="2414"/>
              <a:ext cx="41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1" i="0" u="none" strike="noStrike" cap="none" normalizeH="0" baseline="0" smtClean="0">
                  <a:ln>
                    <a:noFill/>
                  </a:ln>
                  <a:solidFill>
                    <a:srgbClr val="333333"/>
                  </a:solidFill>
                  <a:effectLst/>
                  <a:latin typeface="Arial" panose="020B0604020202020204" pitchFamily="34" charset="0"/>
                </a:rPr>
                <a:t>evoluir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0" name="Freeform 32"/>
            <p:cNvSpPr>
              <a:spLocks/>
            </p:cNvSpPr>
            <p:nvPr/>
          </p:nvSpPr>
          <p:spPr bwMode="auto">
            <a:xfrm>
              <a:off x="3364" y="1085"/>
              <a:ext cx="997" cy="119"/>
            </a:xfrm>
            <a:custGeom>
              <a:avLst/>
              <a:gdLst>
                <a:gd name="T0" fmla="*/ 0 w 997"/>
                <a:gd name="T1" fmla="*/ 119 h 119"/>
                <a:gd name="T2" fmla="*/ 19 w 997"/>
                <a:gd name="T3" fmla="*/ 111 h 119"/>
                <a:gd name="T4" fmla="*/ 31 w 997"/>
                <a:gd name="T5" fmla="*/ 99 h 119"/>
                <a:gd name="T6" fmla="*/ 55 w 997"/>
                <a:gd name="T7" fmla="*/ 59 h 119"/>
                <a:gd name="T8" fmla="*/ 74 w 997"/>
                <a:gd name="T9" fmla="*/ 39 h 119"/>
                <a:gd name="T10" fmla="*/ 101 w 997"/>
                <a:gd name="T11" fmla="*/ 19 h 119"/>
                <a:gd name="T12" fmla="*/ 132 w 997"/>
                <a:gd name="T13" fmla="*/ 7 h 119"/>
                <a:gd name="T14" fmla="*/ 171 w 997"/>
                <a:gd name="T15" fmla="*/ 0 h 119"/>
                <a:gd name="T16" fmla="*/ 240 w 997"/>
                <a:gd name="T17" fmla="*/ 0 h 119"/>
                <a:gd name="T18" fmla="*/ 298 w 997"/>
                <a:gd name="T19" fmla="*/ 0 h 119"/>
                <a:gd name="T20" fmla="*/ 344 w 997"/>
                <a:gd name="T21" fmla="*/ 0 h 119"/>
                <a:gd name="T22" fmla="*/ 368 w 997"/>
                <a:gd name="T23" fmla="*/ 0 h 119"/>
                <a:gd name="T24" fmla="*/ 394 w 997"/>
                <a:gd name="T25" fmla="*/ 0 h 119"/>
                <a:gd name="T26" fmla="*/ 406 w 997"/>
                <a:gd name="T27" fmla="*/ 0 h 119"/>
                <a:gd name="T28" fmla="*/ 437 w 997"/>
                <a:gd name="T29" fmla="*/ 0 h 119"/>
                <a:gd name="T30" fmla="*/ 457 w 997"/>
                <a:gd name="T31" fmla="*/ 0 h 119"/>
                <a:gd name="T32" fmla="*/ 488 w 997"/>
                <a:gd name="T33" fmla="*/ 0 h 119"/>
                <a:gd name="T34" fmla="*/ 526 w 997"/>
                <a:gd name="T35" fmla="*/ 0 h 119"/>
                <a:gd name="T36" fmla="*/ 584 w 997"/>
                <a:gd name="T37" fmla="*/ 0 h 119"/>
                <a:gd name="T38" fmla="*/ 654 w 997"/>
                <a:gd name="T39" fmla="*/ 0 h 119"/>
                <a:gd name="T40" fmla="*/ 742 w 997"/>
                <a:gd name="T41" fmla="*/ 0 h 119"/>
                <a:gd name="T42" fmla="*/ 793 w 997"/>
                <a:gd name="T43" fmla="*/ 0 h 119"/>
                <a:gd name="T44" fmla="*/ 858 w 997"/>
                <a:gd name="T45" fmla="*/ 0 h 119"/>
                <a:gd name="T46" fmla="*/ 920 w 997"/>
                <a:gd name="T47" fmla="*/ 0 h 119"/>
                <a:gd name="T48" fmla="*/ 997 w 997"/>
                <a:gd name="T49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97" h="119">
                  <a:moveTo>
                    <a:pt x="0" y="119"/>
                  </a:moveTo>
                  <a:lnTo>
                    <a:pt x="19" y="111"/>
                  </a:lnTo>
                  <a:lnTo>
                    <a:pt x="31" y="99"/>
                  </a:lnTo>
                  <a:lnTo>
                    <a:pt x="55" y="59"/>
                  </a:lnTo>
                  <a:lnTo>
                    <a:pt x="74" y="39"/>
                  </a:lnTo>
                  <a:lnTo>
                    <a:pt x="101" y="19"/>
                  </a:lnTo>
                  <a:lnTo>
                    <a:pt x="132" y="7"/>
                  </a:lnTo>
                  <a:lnTo>
                    <a:pt x="171" y="0"/>
                  </a:lnTo>
                  <a:lnTo>
                    <a:pt x="240" y="0"/>
                  </a:lnTo>
                  <a:lnTo>
                    <a:pt x="298" y="0"/>
                  </a:lnTo>
                  <a:lnTo>
                    <a:pt x="344" y="0"/>
                  </a:lnTo>
                  <a:lnTo>
                    <a:pt x="368" y="0"/>
                  </a:lnTo>
                  <a:lnTo>
                    <a:pt x="394" y="0"/>
                  </a:lnTo>
                  <a:lnTo>
                    <a:pt x="406" y="0"/>
                  </a:lnTo>
                  <a:lnTo>
                    <a:pt x="437" y="0"/>
                  </a:lnTo>
                  <a:lnTo>
                    <a:pt x="457" y="0"/>
                  </a:lnTo>
                  <a:lnTo>
                    <a:pt x="488" y="0"/>
                  </a:lnTo>
                  <a:lnTo>
                    <a:pt x="526" y="0"/>
                  </a:lnTo>
                  <a:lnTo>
                    <a:pt x="584" y="0"/>
                  </a:lnTo>
                  <a:lnTo>
                    <a:pt x="654" y="0"/>
                  </a:lnTo>
                  <a:lnTo>
                    <a:pt x="742" y="0"/>
                  </a:lnTo>
                  <a:lnTo>
                    <a:pt x="793" y="0"/>
                  </a:lnTo>
                  <a:lnTo>
                    <a:pt x="858" y="0"/>
                  </a:lnTo>
                  <a:lnTo>
                    <a:pt x="920" y="0"/>
                  </a:lnTo>
                  <a:lnTo>
                    <a:pt x="997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1" name="Rectangle 33"/>
            <p:cNvSpPr>
              <a:spLocks noChangeArrowheads="1"/>
            </p:cNvSpPr>
            <p:nvPr/>
          </p:nvSpPr>
          <p:spPr bwMode="auto">
            <a:xfrm>
              <a:off x="3508" y="846"/>
              <a:ext cx="416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Papéis e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2" name="Rectangle 34"/>
            <p:cNvSpPr>
              <a:spLocks noChangeArrowheads="1"/>
            </p:cNvSpPr>
            <p:nvPr/>
          </p:nvSpPr>
          <p:spPr bwMode="auto">
            <a:xfrm>
              <a:off x="3508" y="966"/>
              <a:ext cx="767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responsabilidades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3" name="Freeform 35"/>
            <p:cNvSpPr>
              <a:spLocks/>
            </p:cNvSpPr>
            <p:nvPr/>
          </p:nvSpPr>
          <p:spPr bwMode="auto">
            <a:xfrm>
              <a:off x="4361" y="1027"/>
              <a:ext cx="757" cy="58"/>
            </a:xfrm>
            <a:custGeom>
              <a:avLst/>
              <a:gdLst>
                <a:gd name="T0" fmla="*/ 0 w 757"/>
                <a:gd name="T1" fmla="*/ 58 h 58"/>
                <a:gd name="T2" fmla="*/ 39 w 757"/>
                <a:gd name="T3" fmla="*/ 53 h 58"/>
                <a:gd name="T4" fmla="*/ 65 w 757"/>
                <a:gd name="T5" fmla="*/ 33 h 58"/>
                <a:gd name="T6" fmla="*/ 82 w 757"/>
                <a:gd name="T7" fmla="*/ 18 h 58"/>
                <a:gd name="T8" fmla="*/ 101 w 757"/>
                <a:gd name="T9" fmla="*/ 5 h 58"/>
                <a:gd name="T10" fmla="*/ 135 w 757"/>
                <a:gd name="T11" fmla="*/ 0 h 58"/>
                <a:gd name="T12" fmla="*/ 171 w 757"/>
                <a:gd name="T13" fmla="*/ 0 h 58"/>
                <a:gd name="T14" fmla="*/ 224 w 757"/>
                <a:gd name="T15" fmla="*/ 0 h 58"/>
                <a:gd name="T16" fmla="*/ 267 w 757"/>
                <a:gd name="T17" fmla="*/ 0 h 58"/>
                <a:gd name="T18" fmla="*/ 293 w 757"/>
                <a:gd name="T19" fmla="*/ 0 h 58"/>
                <a:gd name="T20" fmla="*/ 317 w 757"/>
                <a:gd name="T21" fmla="*/ 0 h 58"/>
                <a:gd name="T22" fmla="*/ 344 w 757"/>
                <a:gd name="T23" fmla="*/ 0 h 58"/>
                <a:gd name="T24" fmla="*/ 363 w 757"/>
                <a:gd name="T25" fmla="*/ 0 h 58"/>
                <a:gd name="T26" fmla="*/ 382 w 757"/>
                <a:gd name="T27" fmla="*/ 0 h 58"/>
                <a:gd name="T28" fmla="*/ 401 w 757"/>
                <a:gd name="T29" fmla="*/ 0 h 58"/>
                <a:gd name="T30" fmla="*/ 425 w 757"/>
                <a:gd name="T31" fmla="*/ 0 h 58"/>
                <a:gd name="T32" fmla="*/ 464 w 757"/>
                <a:gd name="T33" fmla="*/ 0 h 58"/>
                <a:gd name="T34" fmla="*/ 514 w 757"/>
                <a:gd name="T35" fmla="*/ 0 h 58"/>
                <a:gd name="T36" fmla="*/ 579 w 757"/>
                <a:gd name="T37" fmla="*/ 0 h 58"/>
                <a:gd name="T38" fmla="*/ 656 w 757"/>
                <a:gd name="T39" fmla="*/ 0 h 58"/>
                <a:gd name="T40" fmla="*/ 757 w 757"/>
                <a:gd name="T41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57" h="58">
                  <a:moveTo>
                    <a:pt x="0" y="58"/>
                  </a:moveTo>
                  <a:lnTo>
                    <a:pt x="39" y="53"/>
                  </a:lnTo>
                  <a:lnTo>
                    <a:pt x="65" y="33"/>
                  </a:lnTo>
                  <a:lnTo>
                    <a:pt x="82" y="18"/>
                  </a:lnTo>
                  <a:lnTo>
                    <a:pt x="101" y="5"/>
                  </a:lnTo>
                  <a:lnTo>
                    <a:pt x="135" y="0"/>
                  </a:lnTo>
                  <a:lnTo>
                    <a:pt x="171" y="0"/>
                  </a:lnTo>
                  <a:lnTo>
                    <a:pt x="224" y="0"/>
                  </a:lnTo>
                  <a:lnTo>
                    <a:pt x="267" y="0"/>
                  </a:lnTo>
                  <a:lnTo>
                    <a:pt x="293" y="0"/>
                  </a:lnTo>
                  <a:lnTo>
                    <a:pt x="317" y="0"/>
                  </a:lnTo>
                  <a:lnTo>
                    <a:pt x="344" y="0"/>
                  </a:lnTo>
                  <a:lnTo>
                    <a:pt x="363" y="0"/>
                  </a:lnTo>
                  <a:lnTo>
                    <a:pt x="382" y="0"/>
                  </a:lnTo>
                  <a:lnTo>
                    <a:pt x="401" y="0"/>
                  </a:lnTo>
                  <a:lnTo>
                    <a:pt x="425" y="0"/>
                  </a:lnTo>
                  <a:lnTo>
                    <a:pt x="464" y="0"/>
                  </a:lnTo>
                  <a:lnTo>
                    <a:pt x="514" y="0"/>
                  </a:lnTo>
                  <a:lnTo>
                    <a:pt x="579" y="0"/>
                  </a:lnTo>
                  <a:lnTo>
                    <a:pt x="656" y="0"/>
                  </a:lnTo>
                  <a:lnTo>
                    <a:pt x="757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4" name="Rectangle 36"/>
            <p:cNvSpPr>
              <a:spLocks noChangeArrowheads="1"/>
            </p:cNvSpPr>
            <p:nvPr/>
          </p:nvSpPr>
          <p:spPr bwMode="auto">
            <a:xfrm>
              <a:off x="4508" y="782"/>
              <a:ext cx="555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Gestores de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5" name="Rectangle 37"/>
            <p:cNvSpPr>
              <a:spLocks noChangeArrowheads="1"/>
            </p:cNvSpPr>
            <p:nvPr/>
          </p:nvSpPr>
          <p:spPr bwMode="auto">
            <a:xfrm>
              <a:off x="4508" y="901"/>
              <a:ext cx="476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processos.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6" name="Freeform 38"/>
            <p:cNvSpPr>
              <a:spLocks/>
            </p:cNvSpPr>
            <p:nvPr/>
          </p:nvSpPr>
          <p:spPr bwMode="auto">
            <a:xfrm>
              <a:off x="4361" y="1085"/>
              <a:ext cx="808" cy="218"/>
            </a:xfrm>
            <a:custGeom>
              <a:avLst/>
              <a:gdLst>
                <a:gd name="T0" fmla="*/ 0 w 808"/>
                <a:gd name="T1" fmla="*/ 0 h 218"/>
                <a:gd name="T2" fmla="*/ 19 w 808"/>
                <a:gd name="T3" fmla="*/ 7 h 218"/>
                <a:gd name="T4" fmla="*/ 39 w 808"/>
                <a:gd name="T5" fmla="*/ 34 h 218"/>
                <a:gd name="T6" fmla="*/ 51 w 808"/>
                <a:gd name="T7" fmla="*/ 66 h 218"/>
                <a:gd name="T8" fmla="*/ 65 w 808"/>
                <a:gd name="T9" fmla="*/ 111 h 218"/>
                <a:gd name="T10" fmla="*/ 82 w 808"/>
                <a:gd name="T11" fmla="*/ 151 h 218"/>
                <a:gd name="T12" fmla="*/ 101 w 808"/>
                <a:gd name="T13" fmla="*/ 183 h 218"/>
                <a:gd name="T14" fmla="*/ 135 w 808"/>
                <a:gd name="T15" fmla="*/ 210 h 218"/>
                <a:gd name="T16" fmla="*/ 171 w 808"/>
                <a:gd name="T17" fmla="*/ 218 h 218"/>
                <a:gd name="T18" fmla="*/ 228 w 808"/>
                <a:gd name="T19" fmla="*/ 218 h 218"/>
                <a:gd name="T20" fmla="*/ 274 w 808"/>
                <a:gd name="T21" fmla="*/ 218 h 218"/>
                <a:gd name="T22" fmla="*/ 305 w 808"/>
                <a:gd name="T23" fmla="*/ 218 h 218"/>
                <a:gd name="T24" fmla="*/ 325 w 808"/>
                <a:gd name="T25" fmla="*/ 218 h 218"/>
                <a:gd name="T26" fmla="*/ 356 w 808"/>
                <a:gd name="T27" fmla="*/ 218 h 218"/>
                <a:gd name="T28" fmla="*/ 382 w 808"/>
                <a:gd name="T29" fmla="*/ 218 h 218"/>
                <a:gd name="T30" fmla="*/ 394 w 808"/>
                <a:gd name="T31" fmla="*/ 218 h 218"/>
                <a:gd name="T32" fmla="*/ 421 w 808"/>
                <a:gd name="T33" fmla="*/ 218 h 218"/>
                <a:gd name="T34" fmla="*/ 445 w 808"/>
                <a:gd name="T35" fmla="*/ 218 h 218"/>
                <a:gd name="T36" fmla="*/ 490 w 808"/>
                <a:gd name="T37" fmla="*/ 218 h 218"/>
                <a:gd name="T38" fmla="*/ 541 w 808"/>
                <a:gd name="T39" fmla="*/ 218 h 218"/>
                <a:gd name="T40" fmla="*/ 611 w 808"/>
                <a:gd name="T41" fmla="*/ 218 h 218"/>
                <a:gd name="T42" fmla="*/ 699 w 808"/>
                <a:gd name="T43" fmla="*/ 218 h 218"/>
                <a:gd name="T44" fmla="*/ 808 w 808"/>
                <a:gd name="T45" fmla="*/ 218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8" h="218">
                  <a:moveTo>
                    <a:pt x="0" y="0"/>
                  </a:moveTo>
                  <a:lnTo>
                    <a:pt x="19" y="7"/>
                  </a:lnTo>
                  <a:lnTo>
                    <a:pt x="39" y="34"/>
                  </a:lnTo>
                  <a:lnTo>
                    <a:pt x="51" y="66"/>
                  </a:lnTo>
                  <a:lnTo>
                    <a:pt x="65" y="111"/>
                  </a:lnTo>
                  <a:lnTo>
                    <a:pt x="82" y="151"/>
                  </a:lnTo>
                  <a:lnTo>
                    <a:pt x="101" y="183"/>
                  </a:lnTo>
                  <a:lnTo>
                    <a:pt x="135" y="210"/>
                  </a:lnTo>
                  <a:lnTo>
                    <a:pt x="171" y="218"/>
                  </a:lnTo>
                  <a:lnTo>
                    <a:pt x="228" y="218"/>
                  </a:lnTo>
                  <a:lnTo>
                    <a:pt x="274" y="218"/>
                  </a:lnTo>
                  <a:lnTo>
                    <a:pt x="305" y="218"/>
                  </a:lnTo>
                  <a:lnTo>
                    <a:pt x="325" y="218"/>
                  </a:lnTo>
                  <a:lnTo>
                    <a:pt x="356" y="218"/>
                  </a:lnTo>
                  <a:lnTo>
                    <a:pt x="382" y="218"/>
                  </a:lnTo>
                  <a:lnTo>
                    <a:pt x="394" y="218"/>
                  </a:lnTo>
                  <a:lnTo>
                    <a:pt x="421" y="218"/>
                  </a:lnTo>
                  <a:lnTo>
                    <a:pt x="445" y="218"/>
                  </a:lnTo>
                  <a:lnTo>
                    <a:pt x="490" y="218"/>
                  </a:lnTo>
                  <a:lnTo>
                    <a:pt x="541" y="218"/>
                  </a:lnTo>
                  <a:lnTo>
                    <a:pt x="611" y="218"/>
                  </a:lnTo>
                  <a:lnTo>
                    <a:pt x="699" y="218"/>
                  </a:lnTo>
                  <a:lnTo>
                    <a:pt x="808" y="218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7" name="Rectangle 39"/>
            <p:cNvSpPr>
              <a:spLocks noChangeArrowheads="1"/>
            </p:cNvSpPr>
            <p:nvPr/>
          </p:nvSpPr>
          <p:spPr bwMode="auto">
            <a:xfrm>
              <a:off x="4508" y="1060"/>
              <a:ext cx="591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Especialistas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8" name="Rectangle 40"/>
            <p:cNvSpPr>
              <a:spLocks noChangeArrowheads="1"/>
            </p:cNvSpPr>
            <p:nvPr/>
          </p:nvSpPr>
          <p:spPr bwMode="auto">
            <a:xfrm>
              <a:off x="4508" y="1179"/>
              <a:ext cx="245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de TI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9" name="Freeform 41"/>
            <p:cNvSpPr>
              <a:spLocks/>
            </p:cNvSpPr>
            <p:nvPr/>
          </p:nvSpPr>
          <p:spPr bwMode="auto">
            <a:xfrm>
              <a:off x="3364" y="1204"/>
              <a:ext cx="1043" cy="307"/>
            </a:xfrm>
            <a:custGeom>
              <a:avLst/>
              <a:gdLst>
                <a:gd name="T0" fmla="*/ 0 w 1043"/>
                <a:gd name="T1" fmla="*/ 0 h 307"/>
                <a:gd name="T2" fmla="*/ 5 w 1043"/>
                <a:gd name="T3" fmla="*/ 7 h 307"/>
                <a:gd name="T4" fmla="*/ 19 w 1043"/>
                <a:gd name="T5" fmla="*/ 12 h 307"/>
                <a:gd name="T6" fmla="*/ 31 w 1043"/>
                <a:gd name="T7" fmla="*/ 44 h 307"/>
                <a:gd name="T8" fmla="*/ 43 w 1043"/>
                <a:gd name="T9" fmla="*/ 99 h 307"/>
                <a:gd name="T10" fmla="*/ 55 w 1043"/>
                <a:gd name="T11" fmla="*/ 156 h 307"/>
                <a:gd name="T12" fmla="*/ 74 w 1043"/>
                <a:gd name="T13" fmla="*/ 210 h 307"/>
                <a:gd name="T14" fmla="*/ 101 w 1043"/>
                <a:gd name="T15" fmla="*/ 262 h 307"/>
                <a:gd name="T16" fmla="*/ 132 w 1043"/>
                <a:gd name="T17" fmla="*/ 295 h 307"/>
                <a:gd name="T18" fmla="*/ 151 w 1043"/>
                <a:gd name="T19" fmla="*/ 307 h 307"/>
                <a:gd name="T20" fmla="*/ 171 w 1043"/>
                <a:gd name="T21" fmla="*/ 307 h 307"/>
                <a:gd name="T22" fmla="*/ 247 w 1043"/>
                <a:gd name="T23" fmla="*/ 307 h 307"/>
                <a:gd name="T24" fmla="*/ 305 w 1043"/>
                <a:gd name="T25" fmla="*/ 307 h 307"/>
                <a:gd name="T26" fmla="*/ 348 w 1043"/>
                <a:gd name="T27" fmla="*/ 307 h 307"/>
                <a:gd name="T28" fmla="*/ 380 w 1043"/>
                <a:gd name="T29" fmla="*/ 307 h 307"/>
                <a:gd name="T30" fmla="*/ 406 w 1043"/>
                <a:gd name="T31" fmla="*/ 307 h 307"/>
                <a:gd name="T32" fmla="*/ 418 w 1043"/>
                <a:gd name="T33" fmla="*/ 307 h 307"/>
                <a:gd name="T34" fmla="*/ 457 w 1043"/>
                <a:gd name="T35" fmla="*/ 307 h 307"/>
                <a:gd name="T36" fmla="*/ 476 w 1043"/>
                <a:gd name="T37" fmla="*/ 307 h 307"/>
                <a:gd name="T38" fmla="*/ 507 w 1043"/>
                <a:gd name="T39" fmla="*/ 307 h 307"/>
                <a:gd name="T40" fmla="*/ 545 w 1043"/>
                <a:gd name="T41" fmla="*/ 307 h 307"/>
                <a:gd name="T42" fmla="*/ 603 w 1043"/>
                <a:gd name="T43" fmla="*/ 307 h 307"/>
                <a:gd name="T44" fmla="*/ 680 w 1043"/>
                <a:gd name="T45" fmla="*/ 307 h 307"/>
                <a:gd name="T46" fmla="*/ 774 w 1043"/>
                <a:gd name="T47" fmla="*/ 307 h 307"/>
                <a:gd name="T48" fmla="*/ 831 w 1043"/>
                <a:gd name="T49" fmla="*/ 307 h 307"/>
                <a:gd name="T50" fmla="*/ 896 w 1043"/>
                <a:gd name="T51" fmla="*/ 307 h 307"/>
                <a:gd name="T52" fmla="*/ 966 w 1043"/>
                <a:gd name="T53" fmla="*/ 307 h 307"/>
                <a:gd name="T54" fmla="*/ 1043 w 1043"/>
                <a:gd name="T55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43" h="307">
                  <a:moveTo>
                    <a:pt x="0" y="0"/>
                  </a:moveTo>
                  <a:lnTo>
                    <a:pt x="5" y="7"/>
                  </a:lnTo>
                  <a:lnTo>
                    <a:pt x="19" y="12"/>
                  </a:lnTo>
                  <a:lnTo>
                    <a:pt x="31" y="44"/>
                  </a:lnTo>
                  <a:lnTo>
                    <a:pt x="43" y="99"/>
                  </a:lnTo>
                  <a:lnTo>
                    <a:pt x="55" y="156"/>
                  </a:lnTo>
                  <a:lnTo>
                    <a:pt x="74" y="210"/>
                  </a:lnTo>
                  <a:lnTo>
                    <a:pt x="101" y="262"/>
                  </a:lnTo>
                  <a:lnTo>
                    <a:pt x="132" y="295"/>
                  </a:lnTo>
                  <a:lnTo>
                    <a:pt x="151" y="307"/>
                  </a:lnTo>
                  <a:lnTo>
                    <a:pt x="171" y="307"/>
                  </a:lnTo>
                  <a:lnTo>
                    <a:pt x="247" y="307"/>
                  </a:lnTo>
                  <a:lnTo>
                    <a:pt x="305" y="307"/>
                  </a:lnTo>
                  <a:lnTo>
                    <a:pt x="348" y="307"/>
                  </a:lnTo>
                  <a:lnTo>
                    <a:pt x="380" y="307"/>
                  </a:lnTo>
                  <a:lnTo>
                    <a:pt x="406" y="307"/>
                  </a:lnTo>
                  <a:lnTo>
                    <a:pt x="418" y="307"/>
                  </a:lnTo>
                  <a:lnTo>
                    <a:pt x="457" y="307"/>
                  </a:lnTo>
                  <a:lnTo>
                    <a:pt x="476" y="307"/>
                  </a:lnTo>
                  <a:lnTo>
                    <a:pt x="507" y="307"/>
                  </a:lnTo>
                  <a:lnTo>
                    <a:pt x="545" y="307"/>
                  </a:lnTo>
                  <a:lnTo>
                    <a:pt x="603" y="307"/>
                  </a:lnTo>
                  <a:lnTo>
                    <a:pt x="680" y="307"/>
                  </a:lnTo>
                  <a:lnTo>
                    <a:pt x="774" y="307"/>
                  </a:lnTo>
                  <a:lnTo>
                    <a:pt x="831" y="307"/>
                  </a:lnTo>
                  <a:lnTo>
                    <a:pt x="896" y="307"/>
                  </a:lnTo>
                  <a:lnTo>
                    <a:pt x="966" y="307"/>
                  </a:lnTo>
                  <a:lnTo>
                    <a:pt x="1043" y="307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0" name="Rectangle 42"/>
            <p:cNvSpPr>
              <a:spLocks noChangeArrowheads="1"/>
            </p:cNvSpPr>
            <p:nvPr/>
          </p:nvSpPr>
          <p:spPr bwMode="auto">
            <a:xfrm>
              <a:off x="3508" y="1387"/>
              <a:ext cx="805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Escopos de gestão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61" name="Freeform 43"/>
            <p:cNvSpPr>
              <a:spLocks/>
            </p:cNvSpPr>
            <p:nvPr/>
          </p:nvSpPr>
          <p:spPr bwMode="auto">
            <a:xfrm>
              <a:off x="344" y="2523"/>
              <a:ext cx="978" cy="327"/>
            </a:xfrm>
            <a:custGeom>
              <a:avLst/>
              <a:gdLst>
                <a:gd name="T0" fmla="*/ 978 w 978"/>
                <a:gd name="T1" fmla="*/ 327 h 327"/>
                <a:gd name="T2" fmla="*/ 973 w 978"/>
                <a:gd name="T3" fmla="*/ 319 h 327"/>
                <a:gd name="T4" fmla="*/ 958 w 978"/>
                <a:gd name="T5" fmla="*/ 315 h 327"/>
                <a:gd name="T6" fmla="*/ 946 w 978"/>
                <a:gd name="T7" fmla="*/ 275 h 327"/>
                <a:gd name="T8" fmla="*/ 934 w 978"/>
                <a:gd name="T9" fmla="*/ 223 h 327"/>
                <a:gd name="T10" fmla="*/ 920 w 978"/>
                <a:gd name="T11" fmla="*/ 163 h 327"/>
                <a:gd name="T12" fmla="*/ 903 w 978"/>
                <a:gd name="T13" fmla="*/ 104 h 327"/>
                <a:gd name="T14" fmla="*/ 877 w 978"/>
                <a:gd name="T15" fmla="*/ 52 h 327"/>
                <a:gd name="T16" fmla="*/ 845 w 978"/>
                <a:gd name="T17" fmla="*/ 12 h 327"/>
                <a:gd name="T18" fmla="*/ 826 w 978"/>
                <a:gd name="T19" fmla="*/ 5 h 327"/>
                <a:gd name="T20" fmla="*/ 807 w 978"/>
                <a:gd name="T21" fmla="*/ 0 h 327"/>
                <a:gd name="T22" fmla="*/ 737 w 978"/>
                <a:gd name="T23" fmla="*/ 0 h 327"/>
                <a:gd name="T24" fmla="*/ 680 w 978"/>
                <a:gd name="T25" fmla="*/ 0 h 327"/>
                <a:gd name="T26" fmla="*/ 641 w 978"/>
                <a:gd name="T27" fmla="*/ 0 h 327"/>
                <a:gd name="T28" fmla="*/ 610 w 978"/>
                <a:gd name="T29" fmla="*/ 0 h 327"/>
                <a:gd name="T30" fmla="*/ 591 w 978"/>
                <a:gd name="T31" fmla="*/ 0 h 327"/>
                <a:gd name="T32" fmla="*/ 571 w 978"/>
                <a:gd name="T33" fmla="*/ 0 h 327"/>
                <a:gd name="T34" fmla="*/ 545 w 978"/>
                <a:gd name="T35" fmla="*/ 0 h 327"/>
                <a:gd name="T36" fmla="*/ 521 w 978"/>
                <a:gd name="T37" fmla="*/ 0 h 327"/>
                <a:gd name="T38" fmla="*/ 495 w 978"/>
                <a:gd name="T39" fmla="*/ 0 h 327"/>
                <a:gd name="T40" fmla="*/ 456 w 978"/>
                <a:gd name="T41" fmla="*/ 0 h 327"/>
                <a:gd name="T42" fmla="*/ 406 w 978"/>
                <a:gd name="T43" fmla="*/ 0 h 327"/>
                <a:gd name="T44" fmla="*/ 336 w 978"/>
                <a:gd name="T45" fmla="*/ 0 h 327"/>
                <a:gd name="T46" fmla="*/ 247 w 978"/>
                <a:gd name="T47" fmla="*/ 0 h 327"/>
                <a:gd name="T48" fmla="*/ 197 w 978"/>
                <a:gd name="T49" fmla="*/ 0 h 327"/>
                <a:gd name="T50" fmla="*/ 139 w 978"/>
                <a:gd name="T51" fmla="*/ 0 h 327"/>
                <a:gd name="T52" fmla="*/ 69 w 978"/>
                <a:gd name="T53" fmla="*/ 0 h 327"/>
                <a:gd name="T54" fmla="*/ 0 w 978"/>
                <a:gd name="T55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78" h="327">
                  <a:moveTo>
                    <a:pt x="978" y="327"/>
                  </a:moveTo>
                  <a:lnTo>
                    <a:pt x="973" y="319"/>
                  </a:lnTo>
                  <a:lnTo>
                    <a:pt x="958" y="315"/>
                  </a:lnTo>
                  <a:lnTo>
                    <a:pt x="946" y="275"/>
                  </a:lnTo>
                  <a:lnTo>
                    <a:pt x="934" y="223"/>
                  </a:lnTo>
                  <a:lnTo>
                    <a:pt x="920" y="163"/>
                  </a:lnTo>
                  <a:lnTo>
                    <a:pt x="903" y="104"/>
                  </a:lnTo>
                  <a:lnTo>
                    <a:pt x="877" y="52"/>
                  </a:lnTo>
                  <a:lnTo>
                    <a:pt x="845" y="12"/>
                  </a:lnTo>
                  <a:lnTo>
                    <a:pt x="826" y="5"/>
                  </a:lnTo>
                  <a:lnTo>
                    <a:pt x="807" y="0"/>
                  </a:lnTo>
                  <a:lnTo>
                    <a:pt x="737" y="0"/>
                  </a:lnTo>
                  <a:lnTo>
                    <a:pt x="680" y="0"/>
                  </a:lnTo>
                  <a:lnTo>
                    <a:pt x="641" y="0"/>
                  </a:lnTo>
                  <a:lnTo>
                    <a:pt x="610" y="0"/>
                  </a:lnTo>
                  <a:lnTo>
                    <a:pt x="591" y="0"/>
                  </a:lnTo>
                  <a:lnTo>
                    <a:pt x="571" y="0"/>
                  </a:lnTo>
                  <a:lnTo>
                    <a:pt x="545" y="0"/>
                  </a:lnTo>
                  <a:lnTo>
                    <a:pt x="521" y="0"/>
                  </a:lnTo>
                  <a:lnTo>
                    <a:pt x="495" y="0"/>
                  </a:lnTo>
                  <a:lnTo>
                    <a:pt x="456" y="0"/>
                  </a:lnTo>
                  <a:lnTo>
                    <a:pt x="406" y="0"/>
                  </a:lnTo>
                  <a:lnTo>
                    <a:pt x="336" y="0"/>
                  </a:lnTo>
                  <a:lnTo>
                    <a:pt x="247" y="0"/>
                  </a:lnTo>
                  <a:lnTo>
                    <a:pt x="197" y="0"/>
                  </a:lnTo>
                  <a:lnTo>
                    <a:pt x="139" y="0"/>
                  </a:lnTo>
                  <a:lnTo>
                    <a:pt x="69" y="0"/>
                  </a:lnTo>
                  <a:lnTo>
                    <a:pt x="0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2" name="Rectangle 44"/>
            <p:cNvSpPr>
              <a:spLocks noChangeArrowheads="1"/>
            </p:cNvSpPr>
            <p:nvPr/>
          </p:nvSpPr>
          <p:spPr bwMode="auto">
            <a:xfrm>
              <a:off x="382" y="2401"/>
              <a:ext cx="76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Objetivos e metas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63" name="Freeform 45"/>
            <p:cNvSpPr>
              <a:spLocks/>
            </p:cNvSpPr>
            <p:nvPr/>
          </p:nvSpPr>
          <p:spPr bwMode="auto">
            <a:xfrm>
              <a:off x="718" y="2825"/>
              <a:ext cx="604" cy="25"/>
            </a:xfrm>
            <a:custGeom>
              <a:avLst/>
              <a:gdLst>
                <a:gd name="T0" fmla="*/ 604 w 604"/>
                <a:gd name="T1" fmla="*/ 25 h 25"/>
                <a:gd name="T2" fmla="*/ 572 w 604"/>
                <a:gd name="T3" fmla="*/ 17 h 25"/>
                <a:gd name="T4" fmla="*/ 546 w 604"/>
                <a:gd name="T5" fmla="*/ 13 h 25"/>
                <a:gd name="T6" fmla="*/ 529 w 604"/>
                <a:gd name="T7" fmla="*/ 5 h 25"/>
                <a:gd name="T8" fmla="*/ 503 w 604"/>
                <a:gd name="T9" fmla="*/ 5 h 25"/>
                <a:gd name="T10" fmla="*/ 471 w 604"/>
                <a:gd name="T11" fmla="*/ 0 h 25"/>
                <a:gd name="T12" fmla="*/ 433 w 604"/>
                <a:gd name="T13" fmla="*/ 0 h 25"/>
                <a:gd name="T14" fmla="*/ 395 w 604"/>
                <a:gd name="T15" fmla="*/ 0 h 25"/>
                <a:gd name="T16" fmla="*/ 363 w 604"/>
                <a:gd name="T17" fmla="*/ 0 h 25"/>
                <a:gd name="T18" fmla="*/ 337 w 604"/>
                <a:gd name="T19" fmla="*/ 0 h 25"/>
                <a:gd name="T20" fmla="*/ 325 w 604"/>
                <a:gd name="T21" fmla="*/ 0 h 25"/>
                <a:gd name="T22" fmla="*/ 306 w 604"/>
                <a:gd name="T23" fmla="*/ 0 h 25"/>
                <a:gd name="T24" fmla="*/ 286 w 604"/>
                <a:gd name="T25" fmla="*/ 0 h 25"/>
                <a:gd name="T26" fmla="*/ 260 w 604"/>
                <a:gd name="T27" fmla="*/ 0 h 25"/>
                <a:gd name="T28" fmla="*/ 241 w 604"/>
                <a:gd name="T29" fmla="*/ 0 h 25"/>
                <a:gd name="T30" fmla="*/ 217 w 604"/>
                <a:gd name="T31" fmla="*/ 0 h 25"/>
                <a:gd name="T32" fmla="*/ 178 w 604"/>
                <a:gd name="T33" fmla="*/ 0 h 25"/>
                <a:gd name="T34" fmla="*/ 133 w 604"/>
                <a:gd name="T35" fmla="*/ 0 h 25"/>
                <a:gd name="T36" fmla="*/ 77 w 604"/>
                <a:gd name="T37" fmla="*/ 0 h 25"/>
                <a:gd name="T38" fmla="*/ 0 w 604"/>
                <a:gd name="T3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25">
                  <a:moveTo>
                    <a:pt x="604" y="25"/>
                  </a:moveTo>
                  <a:lnTo>
                    <a:pt x="572" y="17"/>
                  </a:lnTo>
                  <a:lnTo>
                    <a:pt x="546" y="13"/>
                  </a:lnTo>
                  <a:lnTo>
                    <a:pt x="529" y="5"/>
                  </a:lnTo>
                  <a:lnTo>
                    <a:pt x="503" y="5"/>
                  </a:lnTo>
                  <a:lnTo>
                    <a:pt x="471" y="0"/>
                  </a:lnTo>
                  <a:lnTo>
                    <a:pt x="433" y="0"/>
                  </a:lnTo>
                  <a:lnTo>
                    <a:pt x="395" y="0"/>
                  </a:lnTo>
                  <a:lnTo>
                    <a:pt x="363" y="0"/>
                  </a:lnTo>
                  <a:lnTo>
                    <a:pt x="337" y="0"/>
                  </a:lnTo>
                  <a:lnTo>
                    <a:pt x="325" y="0"/>
                  </a:lnTo>
                  <a:lnTo>
                    <a:pt x="306" y="0"/>
                  </a:lnTo>
                  <a:lnTo>
                    <a:pt x="286" y="0"/>
                  </a:lnTo>
                  <a:lnTo>
                    <a:pt x="260" y="0"/>
                  </a:lnTo>
                  <a:lnTo>
                    <a:pt x="241" y="0"/>
                  </a:lnTo>
                  <a:lnTo>
                    <a:pt x="217" y="0"/>
                  </a:lnTo>
                  <a:lnTo>
                    <a:pt x="178" y="0"/>
                  </a:lnTo>
                  <a:lnTo>
                    <a:pt x="133" y="0"/>
                  </a:lnTo>
                  <a:lnTo>
                    <a:pt x="77" y="0"/>
                  </a:lnTo>
                  <a:lnTo>
                    <a:pt x="0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4" name="Rectangle 46"/>
            <p:cNvSpPr>
              <a:spLocks noChangeArrowheads="1"/>
            </p:cNvSpPr>
            <p:nvPr/>
          </p:nvSpPr>
          <p:spPr bwMode="auto">
            <a:xfrm>
              <a:off x="757" y="2585"/>
              <a:ext cx="421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Plano de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65" name="Rectangle 47"/>
            <p:cNvSpPr>
              <a:spLocks noChangeArrowheads="1"/>
            </p:cNvSpPr>
            <p:nvPr/>
          </p:nvSpPr>
          <p:spPr bwMode="auto">
            <a:xfrm>
              <a:off x="757" y="2704"/>
              <a:ext cx="365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trabalho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66" name="Freeform 48"/>
            <p:cNvSpPr>
              <a:spLocks/>
            </p:cNvSpPr>
            <p:nvPr/>
          </p:nvSpPr>
          <p:spPr bwMode="auto">
            <a:xfrm>
              <a:off x="132" y="2679"/>
              <a:ext cx="586" cy="146"/>
            </a:xfrm>
            <a:custGeom>
              <a:avLst/>
              <a:gdLst>
                <a:gd name="T0" fmla="*/ 586 w 586"/>
                <a:gd name="T1" fmla="*/ 146 h 146"/>
                <a:gd name="T2" fmla="*/ 567 w 586"/>
                <a:gd name="T3" fmla="*/ 139 h 146"/>
                <a:gd name="T4" fmla="*/ 555 w 586"/>
                <a:gd name="T5" fmla="*/ 126 h 146"/>
                <a:gd name="T6" fmla="*/ 541 w 586"/>
                <a:gd name="T7" fmla="*/ 99 h 146"/>
                <a:gd name="T8" fmla="*/ 529 w 586"/>
                <a:gd name="T9" fmla="*/ 72 h 146"/>
                <a:gd name="T10" fmla="*/ 510 w 586"/>
                <a:gd name="T11" fmla="*/ 47 h 146"/>
                <a:gd name="T12" fmla="*/ 490 w 586"/>
                <a:gd name="T13" fmla="*/ 20 h 146"/>
                <a:gd name="T14" fmla="*/ 459 w 586"/>
                <a:gd name="T15" fmla="*/ 7 h 146"/>
                <a:gd name="T16" fmla="*/ 421 w 586"/>
                <a:gd name="T17" fmla="*/ 0 h 146"/>
                <a:gd name="T18" fmla="*/ 382 w 586"/>
                <a:gd name="T19" fmla="*/ 0 h 146"/>
                <a:gd name="T20" fmla="*/ 351 w 586"/>
                <a:gd name="T21" fmla="*/ 0 h 146"/>
                <a:gd name="T22" fmla="*/ 325 w 586"/>
                <a:gd name="T23" fmla="*/ 0 h 146"/>
                <a:gd name="T24" fmla="*/ 313 w 586"/>
                <a:gd name="T25" fmla="*/ 0 h 146"/>
                <a:gd name="T26" fmla="*/ 293 w 586"/>
                <a:gd name="T27" fmla="*/ 0 h 146"/>
                <a:gd name="T28" fmla="*/ 281 w 586"/>
                <a:gd name="T29" fmla="*/ 0 h 146"/>
                <a:gd name="T30" fmla="*/ 255 w 586"/>
                <a:gd name="T31" fmla="*/ 0 h 146"/>
                <a:gd name="T32" fmla="*/ 236 w 586"/>
                <a:gd name="T33" fmla="*/ 0 h 146"/>
                <a:gd name="T34" fmla="*/ 212 w 586"/>
                <a:gd name="T35" fmla="*/ 0 h 146"/>
                <a:gd name="T36" fmla="*/ 173 w 586"/>
                <a:gd name="T37" fmla="*/ 0 h 146"/>
                <a:gd name="T38" fmla="*/ 128 w 586"/>
                <a:gd name="T39" fmla="*/ 0 h 146"/>
                <a:gd name="T40" fmla="*/ 72 w 586"/>
                <a:gd name="T41" fmla="*/ 0 h 146"/>
                <a:gd name="T42" fmla="*/ 0 w 586"/>
                <a:gd name="T43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86" h="146">
                  <a:moveTo>
                    <a:pt x="586" y="146"/>
                  </a:moveTo>
                  <a:lnTo>
                    <a:pt x="567" y="139"/>
                  </a:lnTo>
                  <a:lnTo>
                    <a:pt x="555" y="126"/>
                  </a:lnTo>
                  <a:lnTo>
                    <a:pt x="541" y="99"/>
                  </a:lnTo>
                  <a:lnTo>
                    <a:pt x="529" y="72"/>
                  </a:lnTo>
                  <a:lnTo>
                    <a:pt x="510" y="47"/>
                  </a:lnTo>
                  <a:lnTo>
                    <a:pt x="490" y="20"/>
                  </a:lnTo>
                  <a:lnTo>
                    <a:pt x="459" y="7"/>
                  </a:lnTo>
                  <a:lnTo>
                    <a:pt x="421" y="0"/>
                  </a:lnTo>
                  <a:lnTo>
                    <a:pt x="382" y="0"/>
                  </a:lnTo>
                  <a:lnTo>
                    <a:pt x="351" y="0"/>
                  </a:lnTo>
                  <a:lnTo>
                    <a:pt x="325" y="0"/>
                  </a:lnTo>
                  <a:lnTo>
                    <a:pt x="313" y="0"/>
                  </a:lnTo>
                  <a:lnTo>
                    <a:pt x="293" y="0"/>
                  </a:lnTo>
                  <a:lnTo>
                    <a:pt x="281" y="0"/>
                  </a:lnTo>
                  <a:lnTo>
                    <a:pt x="255" y="0"/>
                  </a:lnTo>
                  <a:lnTo>
                    <a:pt x="236" y="0"/>
                  </a:lnTo>
                  <a:lnTo>
                    <a:pt x="212" y="0"/>
                  </a:lnTo>
                  <a:lnTo>
                    <a:pt x="173" y="0"/>
                  </a:lnTo>
                  <a:lnTo>
                    <a:pt x="128" y="0"/>
                  </a:lnTo>
                  <a:lnTo>
                    <a:pt x="72" y="0"/>
                  </a:lnTo>
                  <a:lnTo>
                    <a:pt x="0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7" name="Rectangle 49"/>
            <p:cNvSpPr>
              <a:spLocks noChangeArrowheads="1"/>
            </p:cNvSpPr>
            <p:nvPr/>
          </p:nvSpPr>
          <p:spPr bwMode="auto">
            <a:xfrm>
              <a:off x="171" y="2560"/>
              <a:ext cx="411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Evolução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68" name="Freeform 50"/>
            <p:cNvSpPr>
              <a:spLocks/>
            </p:cNvSpPr>
            <p:nvPr/>
          </p:nvSpPr>
          <p:spPr bwMode="auto">
            <a:xfrm>
              <a:off x="0" y="2825"/>
              <a:ext cx="718" cy="17"/>
            </a:xfrm>
            <a:custGeom>
              <a:avLst/>
              <a:gdLst>
                <a:gd name="T0" fmla="*/ 718 w 718"/>
                <a:gd name="T1" fmla="*/ 0 h 17"/>
                <a:gd name="T2" fmla="*/ 687 w 718"/>
                <a:gd name="T3" fmla="*/ 5 h 17"/>
                <a:gd name="T4" fmla="*/ 661 w 718"/>
                <a:gd name="T5" fmla="*/ 13 h 17"/>
                <a:gd name="T6" fmla="*/ 642 w 718"/>
                <a:gd name="T7" fmla="*/ 13 h 17"/>
                <a:gd name="T8" fmla="*/ 622 w 718"/>
                <a:gd name="T9" fmla="*/ 17 h 17"/>
                <a:gd name="T10" fmla="*/ 591 w 718"/>
                <a:gd name="T11" fmla="*/ 17 h 17"/>
                <a:gd name="T12" fmla="*/ 553 w 718"/>
                <a:gd name="T13" fmla="*/ 17 h 17"/>
                <a:gd name="T14" fmla="*/ 502 w 718"/>
                <a:gd name="T15" fmla="*/ 17 h 17"/>
                <a:gd name="T16" fmla="*/ 464 w 718"/>
                <a:gd name="T17" fmla="*/ 17 h 17"/>
                <a:gd name="T18" fmla="*/ 437 w 718"/>
                <a:gd name="T19" fmla="*/ 17 h 17"/>
                <a:gd name="T20" fmla="*/ 413 w 718"/>
                <a:gd name="T21" fmla="*/ 17 h 17"/>
                <a:gd name="T22" fmla="*/ 387 w 718"/>
                <a:gd name="T23" fmla="*/ 17 h 17"/>
                <a:gd name="T24" fmla="*/ 368 w 718"/>
                <a:gd name="T25" fmla="*/ 17 h 17"/>
                <a:gd name="T26" fmla="*/ 356 w 718"/>
                <a:gd name="T27" fmla="*/ 17 h 17"/>
                <a:gd name="T28" fmla="*/ 336 w 718"/>
                <a:gd name="T29" fmla="*/ 17 h 17"/>
                <a:gd name="T30" fmla="*/ 312 w 718"/>
                <a:gd name="T31" fmla="*/ 17 h 17"/>
                <a:gd name="T32" fmla="*/ 279 w 718"/>
                <a:gd name="T33" fmla="*/ 17 h 17"/>
                <a:gd name="T34" fmla="*/ 228 w 718"/>
                <a:gd name="T35" fmla="*/ 17 h 17"/>
                <a:gd name="T36" fmla="*/ 171 w 718"/>
                <a:gd name="T37" fmla="*/ 17 h 17"/>
                <a:gd name="T38" fmla="*/ 96 w 718"/>
                <a:gd name="T39" fmla="*/ 17 h 17"/>
                <a:gd name="T40" fmla="*/ 0 w 718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18" h="17">
                  <a:moveTo>
                    <a:pt x="718" y="0"/>
                  </a:moveTo>
                  <a:lnTo>
                    <a:pt x="687" y="5"/>
                  </a:lnTo>
                  <a:lnTo>
                    <a:pt x="661" y="13"/>
                  </a:lnTo>
                  <a:lnTo>
                    <a:pt x="642" y="13"/>
                  </a:lnTo>
                  <a:lnTo>
                    <a:pt x="622" y="17"/>
                  </a:lnTo>
                  <a:lnTo>
                    <a:pt x="591" y="17"/>
                  </a:lnTo>
                  <a:lnTo>
                    <a:pt x="553" y="17"/>
                  </a:lnTo>
                  <a:lnTo>
                    <a:pt x="502" y="17"/>
                  </a:lnTo>
                  <a:lnTo>
                    <a:pt x="464" y="17"/>
                  </a:lnTo>
                  <a:lnTo>
                    <a:pt x="437" y="17"/>
                  </a:lnTo>
                  <a:lnTo>
                    <a:pt x="413" y="17"/>
                  </a:lnTo>
                  <a:lnTo>
                    <a:pt x="387" y="17"/>
                  </a:lnTo>
                  <a:lnTo>
                    <a:pt x="368" y="17"/>
                  </a:lnTo>
                  <a:lnTo>
                    <a:pt x="356" y="17"/>
                  </a:lnTo>
                  <a:lnTo>
                    <a:pt x="336" y="17"/>
                  </a:lnTo>
                  <a:lnTo>
                    <a:pt x="312" y="17"/>
                  </a:lnTo>
                  <a:lnTo>
                    <a:pt x="279" y="17"/>
                  </a:lnTo>
                  <a:lnTo>
                    <a:pt x="228" y="17"/>
                  </a:lnTo>
                  <a:lnTo>
                    <a:pt x="171" y="17"/>
                  </a:lnTo>
                  <a:lnTo>
                    <a:pt x="96" y="17"/>
                  </a:lnTo>
                  <a:lnTo>
                    <a:pt x="0" y="17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9" name="Rectangle 51"/>
            <p:cNvSpPr>
              <a:spLocks noChangeArrowheads="1"/>
            </p:cNvSpPr>
            <p:nvPr/>
          </p:nvSpPr>
          <p:spPr bwMode="auto">
            <a:xfrm>
              <a:off x="36" y="2719"/>
              <a:ext cx="536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Manutenção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0" name="Freeform 52"/>
            <p:cNvSpPr>
              <a:spLocks/>
            </p:cNvSpPr>
            <p:nvPr/>
          </p:nvSpPr>
          <p:spPr bwMode="auto">
            <a:xfrm>
              <a:off x="0" y="2825"/>
              <a:ext cx="718" cy="176"/>
            </a:xfrm>
            <a:custGeom>
              <a:avLst/>
              <a:gdLst>
                <a:gd name="T0" fmla="*/ 718 w 718"/>
                <a:gd name="T1" fmla="*/ 0 h 176"/>
                <a:gd name="T2" fmla="*/ 699 w 718"/>
                <a:gd name="T3" fmla="*/ 5 h 176"/>
                <a:gd name="T4" fmla="*/ 687 w 718"/>
                <a:gd name="T5" fmla="*/ 25 h 176"/>
                <a:gd name="T6" fmla="*/ 673 w 718"/>
                <a:gd name="T7" fmla="*/ 57 h 176"/>
                <a:gd name="T8" fmla="*/ 661 w 718"/>
                <a:gd name="T9" fmla="*/ 92 h 176"/>
                <a:gd name="T10" fmla="*/ 642 w 718"/>
                <a:gd name="T11" fmla="*/ 117 h 176"/>
                <a:gd name="T12" fmla="*/ 622 w 718"/>
                <a:gd name="T13" fmla="*/ 149 h 176"/>
                <a:gd name="T14" fmla="*/ 591 w 718"/>
                <a:gd name="T15" fmla="*/ 169 h 176"/>
                <a:gd name="T16" fmla="*/ 553 w 718"/>
                <a:gd name="T17" fmla="*/ 176 h 176"/>
                <a:gd name="T18" fmla="*/ 502 w 718"/>
                <a:gd name="T19" fmla="*/ 176 h 176"/>
                <a:gd name="T20" fmla="*/ 464 w 718"/>
                <a:gd name="T21" fmla="*/ 176 h 176"/>
                <a:gd name="T22" fmla="*/ 437 w 718"/>
                <a:gd name="T23" fmla="*/ 176 h 176"/>
                <a:gd name="T24" fmla="*/ 413 w 718"/>
                <a:gd name="T25" fmla="*/ 176 h 176"/>
                <a:gd name="T26" fmla="*/ 387 w 718"/>
                <a:gd name="T27" fmla="*/ 176 h 176"/>
                <a:gd name="T28" fmla="*/ 368 w 718"/>
                <a:gd name="T29" fmla="*/ 176 h 176"/>
                <a:gd name="T30" fmla="*/ 356 w 718"/>
                <a:gd name="T31" fmla="*/ 176 h 176"/>
                <a:gd name="T32" fmla="*/ 336 w 718"/>
                <a:gd name="T33" fmla="*/ 176 h 176"/>
                <a:gd name="T34" fmla="*/ 312 w 718"/>
                <a:gd name="T35" fmla="*/ 176 h 176"/>
                <a:gd name="T36" fmla="*/ 279 w 718"/>
                <a:gd name="T37" fmla="*/ 176 h 176"/>
                <a:gd name="T38" fmla="*/ 228 w 718"/>
                <a:gd name="T39" fmla="*/ 176 h 176"/>
                <a:gd name="T40" fmla="*/ 171 w 718"/>
                <a:gd name="T41" fmla="*/ 176 h 176"/>
                <a:gd name="T42" fmla="*/ 96 w 718"/>
                <a:gd name="T43" fmla="*/ 176 h 176"/>
                <a:gd name="T44" fmla="*/ 0 w 718"/>
                <a:gd name="T45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18" h="176">
                  <a:moveTo>
                    <a:pt x="718" y="0"/>
                  </a:moveTo>
                  <a:lnTo>
                    <a:pt x="699" y="5"/>
                  </a:lnTo>
                  <a:lnTo>
                    <a:pt x="687" y="25"/>
                  </a:lnTo>
                  <a:lnTo>
                    <a:pt x="673" y="57"/>
                  </a:lnTo>
                  <a:lnTo>
                    <a:pt x="661" y="92"/>
                  </a:lnTo>
                  <a:lnTo>
                    <a:pt x="642" y="117"/>
                  </a:lnTo>
                  <a:lnTo>
                    <a:pt x="622" y="149"/>
                  </a:lnTo>
                  <a:lnTo>
                    <a:pt x="591" y="169"/>
                  </a:lnTo>
                  <a:lnTo>
                    <a:pt x="553" y="176"/>
                  </a:lnTo>
                  <a:lnTo>
                    <a:pt x="502" y="176"/>
                  </a:lnTo>
                  <a:lnTo>
                    <a:pt x="464" y="176"/>
                  </a:lnTo>
                  <a:lnTo>
                    <a:pt x="437" y="176"/>
                  </a:lnTo>
                  <a:lnTo>
                    <a:pt x="413" y="176"/>
                  </a:lnTo>
                  <a:lnTo>
                    <a:pt x="387" y="176"/>
                  </a:lnTo>
                  <a:lnTo>
                    <a:pt x="368" y="176"/>
                  </a:lnTo>
                  <a:lnTo>
                    <a:pt x="356" y="176"/>
                  </a:lnTo>
                  <a:lnTo>
                    <a:pt x="336" y="176"/>
                  </a:lnTo>
                  <a:lnTo>
                    <a:pt x="312" y="176"/>
                  </a:lnTo>
                  <a:lnTo>
                    <a:pt x="279" y="176"/>
                  </a:lnTo>
                  <a:lnTo>
                    <a:pt x="228" y="176"/>
                  </a:lnTo>
                  <a:lnTo>
                    <a:pt x="171" y="176"/>
                  </a:lnTo>
                  <a:lnTo>
                    <a:pt x="96" y="176"/>
                  </a:lnTo>
                  <a:lnTo>
                    <a:pt x="0" y="176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1" name="Rectangle 53"/>
            <p:cNvSpPr>
              <a:spLocks noChangeArrowheads="1"/>
            </p:cNvSpPr>
            <p:nvPr/>
          </p:nvSpPr>
          <p:spPr bwMode="auto">
            <a:xfrm>
              <a:off x="36" y="2877"/>
              <a:ext cx="531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Orçamentos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2" name="Freeform 54"/>
            <p:cNvSpPr>
              <a:spLocks/>
            </p:cNvSpPr>
            <p:nvPr/>
          </p:nvSpPr>
          <p:spPr bwMode="auto">
            <a:xfrm>
              <a:off x="363" y="2850"/>
              <a:ext cx="959" cy="362"/>
            </a:xfrm>
            <a:custGeom>
              <a:avLst/>
              <a:gdLst>
                <a:gd name="T0" fmla="*/ 959 w 959"/>
                <a:gd name="T1" fmla="*/ 0 h 362"/>
                <a:gd name="T2" fmla="*/ 954 w 959"/>
                <a:gd name="T3" fmla="*/ 7 h 362"/>
                <a:gd name="T4" fmla="*/ 939 w 959"/>
                <a:gd name="T5" fmla="*/ 12 h 362"/>
                <a:gd name="T6" fmla="*/ 927 w 959"/>
                <a:gd name="T7" fmla="*/ 59 h 362"/>
                <a:gd name="T8" fmla="*/ 915 w 959"/>
                <a:gd name="T9" fmla="*/ 112 h 362"/>
                <a:gd name="T10" fmla="*/ 901 w 959"/>
                <a:gd name="T11" fmla="*/ 183 h 362"/>
                <a:gd name="T12" fmla="*/ 884 w 959"/>
                <a:gd name="T13" fmla="*/ 250 h 362"/>
                <a:gd name="T14" fmla="*/ 858 w 959"/>
                <a:gd name="T15" fmla="*/ 302 h 362"/>
                <a:gd name="T16" fmla="*/ 826 w 959"/>
                <a:gd name="T17" fmla="*/ 347 h 362"/>
                <a:gd name="T18" fmla="*/ 807 w 959"/>
                <a:gd name="T19" fmla="*/ 355 h 362"/>
                <a:gd name="T20" fmla="*/ 788 w 959"/>
                <a:gd name="T21" fmla="*/ 362 h 362"/>
                <a:gd name="T22" fmla="*/ 718 w 959"/>
                <a:gd name="T23" fmla="*/ 362 h 362"/>
                <a:gd name="T24" fmla="*/ 668 w 959"/>
                <a:gd name="T25" fmla="*/ 362 h 362"/>
                <a:gd name="T26" fmla="*/ 629 w 959"/>
                <a:gd name="T27" fmla="*/ 362 h 362"/>
                <a:gd name="T28" fmla="*/ 596 w 959"/>
                <a:gd name="T29" fmla="*/ 362 h 362"/>
                <a:gd name="T30" fmla="*/ 579 w 959"/>
                <a:gd name="T31" fmla="*/ 362 h 362"/>
                <a:gd name="T32" fmla="*/ 560 w 959"/>
                <a:gd name="T33" fmla="*/ 362 h 362"/>
                <a:gd name="T34" fmla="*/ 533 w 959"/>
                <a:gd name="T35" fmla="*/ 362 h 362"/>
                <a:gd name="T36" fmla="*/ 514 w 959"/>
                <a:gd name="T37" fmla="*/ 362 h 362"/>
                <a:gd name="T38" fmla="*/ 483 w 959"/>
                <a:gd name="T39" fmla="*/ 362 h 362"/>
                <a:gd name="T40" fmla="*/ 444 w 959"/>
                <a:gd name="T41" fmla="*/ 362 h 362"/>
                <a:gd name="T42" fmla="*/ 394 w 959"/>
                <a:gd name="T43" fmla="*/ 362 h 362"/>
                <a:gd name="T44" fmla="*/ 329 w 959"/>
                <a:gd name="T45" fmla="*/ 362 h 362"/>
                <a:gd name="T46" fmla="*/ 240 w 959"/>
                <a:gd name="T47" fmla="*/ 362 h 362"/>
                <a:gd name="T48" fmla="*/ 132 w 959"/>
                <a:gd name="T49" fmla="*/ 362 h 362"/>
                <a:gd name="T50" fmla="*/ 70 w 959"/>
                <a:gd name="T51" fmla="*/ 362 h 362"/>
                <a:gd name="T52" fmla="*/ 0 w 959"/>
                <a:gd name="T53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59" h="362">
                  <a:moveTo>
                    <a:pt x="959" y="0"/>
                  </a:moveTo>
                  <a:lnTo>
                    <a:pt x="954" y="7"/>
                  </a:lnTo>
                  <a:lnTo>
                    <a:pt x="939" y="12"/>
                  </a:lnTo>
                  <a:lnTo>
                    <a:pt x="927" y="59"/>
                  </a:lnTo>
                  <a:lnTo>
                    <a:pt x="915" y="112"/>
                  </a:lnTo>
                  <a:lnTo>
                    <a:pt x="901" y="183"/>
                  </a:lnTo>
                  <a:lnTo>
                    <a:pt x="884" y="250"/>
                  </a:lnTo>
                  <a:lnTo>
                    <a:pt x="858" y="302"/>
                  </a:lnTo>
                  <a:lnTo>
                    <a:pt x="826" y="347"/>
                  </a:lnTo>
                  <a:lnTo>
                    <a:pt x="807" y="355"/>
                  </a:lnTo>
                  <a:lnTo>
                    <a:pt x="788" y="362"/>
                  </a:lnTo>
                  <a:lnTo>
                    <a:pt x="718" y="362"/>
                  </a:lnTo>
                  <a:lnTo>
                    <a:pt x="668" y="362"/>
                  </a:lnTo>
                  <a:lnTo>
                    <a:pt x="629" y="362"/>
                  </a:lnTo>
                  <a:lnTo>
                    <a:pt x="596" y="362"/>
                  </a:lnTo>
                  <a:lnTo>
                    <a:pt x="579" y="362"/>
                  </a:lnTo>
                  <a:lnTo>
                    <a:pt x="560" y="362"/>
                  </a:lnTo>
                  <a:lnTo>
                    <a:pt x="533" y="362"/>
                  </a:lnTo>
                  <a:lnTo>
                    <a:pt x="514" y="362"/>
                  </a:lnTo>
                  <a:lnTo>
                    <a:pt x="483" y="362"/>
                  </a:lnTo>
                  <a:lnTo>
                    <a:pt x="444" y="362"/>
                  </a:lnTo>
                  <a:lnTo>
                    <a:pt x="394" y="362"/>
                  </a:lnTo>
                  <a:lnTo>
                    <a:pt x="329" y="362"/>
                  </a:lnTo>
                  <a:lnTo>
                    <a:pt x="240" y="362"/>
                  </a:lnTo>
                  <a:lnTo>
                    <a:pt x="132" y="362"/>
                  </a:lnTo>
                  <a:lnTo>
                    <a:pt x="70" y="362"/>
                  </a:lnTo>
                  <a:lnTo>
                    <a:pt x="0" y="362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3" name="Rectangle 55"/>
            <p:cNvSpPr>
              <a:spLocks noChangeArrowheads="1"/>
            </p:cNvSpPr>
            <p:nvPr/>
          </p:nvSpPr>
          <p:spPr bwMode="auto">
            <a:xfrm>
              <a:off x="401" y="3085"/>
              <a:ext cx="735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Rituais de gestão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4" name="Freeform 56"/>
            <p:cNvSpPr>
              <a:spLocks/>
            </p:cNvSpPr>
            <p:nvPr/>
          </p:nvSpPr>
          <p:spPr bwMode="auto">
            <a:xfrm>
              <a:off x="348" y="1794"/>
              <a:ext cx="873" cy="67"/>
            </a:xfrm>
            <a:custGeom>
              <a:avLst/>
              <a:gdLst>
                <a:gd name="T0" fmla="*/ 873 w 873"/>
                <a:gd name="T1" fmla="*/ 67 h 67"/>
                <a:gd name="T2" fmla="*/ 841 w 873"/>
                <a:gd name="T3" fmla="*/ 52 h 67"/>
                <a:gd name="T4" fmla="*/ 815 w 873"/>
                <a:gd name="T5" fmla="*/ 32 h 67"/>
                <a:gd name="T6" fmla="*/ 796 w 873"/>
                <a:gd name="T7" fmla="*/ 20 h 67"/>
                <a:gd name="T8" fmla="*/ 777 w 873"/>
                <a:gd name="T9" fmla="*/ 12 h 67"/>
                <a:gd name="T10" fmla="*/ 745 w 873"/>
                <a:gd name="T11" fmla="*/ 0 h 67"/>
                <a:gd name="T12" fmla="*/ 707 w 873"/>
                <a:gd name="T13" fmla="*/ 0 h 67"/>
                <a:gd name="T14" fmla="*/ 644 w 873"/>
                <a:gd name="T15" fmla="*/ 0 h 67"/>
                <a:gd name="T16" fmla="*/ 594 w 873"/>
                <a:gd name="T17" fmla="*/ 0 h 67"/>
                <a:gd name="T18" fmla="*/ 560 w 873"/>
                <a:gd name="T19" fmla="*/ 0 h 67"/>
                <a:gd name="T20" fmla="*/ 536 w 873"/>
                <a:gd name="T21" fmla="*/ 0 h 67"/>
                <a:gd name="T22" fmla="*/ 517 w 873"/>
                <a:gd name="T23" fmla="*/ 0 h 67"/>
                <a:gd name="T24" fmla="*/ 498 w 873"/>
                <a:gd name="T25" fmla="*/ 0 h 67"/>
                <a:gd name="T26" fmla="*/ 471 w 873"/>
                <a:gd name="T27" fmla="*/ 0 h 67"/>
                <a:gd name="T28" fmla="*/ 459 w 873"/>
                <a:gd name="T29" fmla="*/ 0 h 67"/>
                <a:gd name="T30" fmla="*/ 433 w 873"/>
                <a:gd name="T31" fmla="*/ 0 h 67"/>
                <a:gd name="T32" fmla="*/ 402 w 873"/>
                <a:gd name="T33" fmla="*/ 0 h 67"/>
                <a:gd name="T34" fmla="*/ 358 w 873"/>
                <a:gd name="T35" fmla="*/ 0 h 67"/>
                <a:gd name="T36" fmla="*/ 294 w 873"/>
                <a:gd name="T37" fmla="*/ 0 h 67"/>
                <a:gd name="T38" fmla="*/ 217 w 873"/>
                <a:gd name="T39" fmla="*/ 0 h 67"/>
                <a:gd name="T40" fmla="*/ 123 w 873"/>
                <a:gd name="T41" fmla="*/ 0 h 67"/>
                <a:gd name="T42" fmla="*/ 65 w 873"/>
                <a:gd name="T43" fmla="*/ 0 h 67"/>
                <a:gd name="T44" fmla="*/ 0 w 873"/>
                <a:gd name="T4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3" h="67">
                  <a:moveTo>
                    <a:pt x="873" y="67"/>
                  </a:moveTo>
                  <a:lnTo>
                    <a:pt x="841" y="52"/>
                  </a:lnTo>
                  <a:lnTo>
                    <a:pt x="815" y="32"/>
                  </a:lnTo>
                  <a:lnTo>
                    <a:pt x="796" y="20"/>
                  </a:lnTo>
                  <a:lnTo>
                    <a:pt x="777" y="12"/>
                  </a:lnTo>
                  <a:lnTo>
                    <a:pt x="745" y="0"/>
                  </a:lnTo>
                  <a:lnTo>
                    <a:pt x="707" y="0"/>
                  </a:lnTo>
                  <a:lnTo>
                    <a:pt x="644" y="0"/>
                  </a:lnTo>
                  <a:lnTo>
                    <a:pt x="594" y="0"/>
                  </a:lnTo>
                  <a:lnTo>
                    <a:pt x="560" y="0"/>
                  </a:lnTo>
                  <a:lnTo>
                    <a:pt x="536" y="0"/>
                  </a:lnTo>
                  <a:lnTo>
                    <a:pt x="517" y="0"/>
                  </a:lnTo>
                  <a:lnTo>
                    <a:pt x="498" y="0"/>
                  </a:lnTo>
                  <a:lnTo>
                    <a:pt x="471" y="0"/>
                  </a:lnTo>
                  <a:lnTo>
                    <a:pt x="459" y="0"/>
                  </a:lnTo>
                  <a:lnTo>
                    <a:pt x="433" y="0"/>
                  </a:lnTo>
                  <a:lnTo>
                    <a:pt x="402" y="0"/>
                  </a:lnTo>
                  <a:lnTo>
                    <a:pt x="358" y="0"/>
                  </a:lnTo>
                  <a:lnTo>
                    <a:pt x="294" y="0"/>
                  </a:lnTo>
                  <a:lnTo>
                    <a:pt x="217" y="0"/>
                  </a:lnTo>
                  <a:lnTo>
                    <a:pt x="123" y="0"/>
                  </a:lnTo>
                  <a:lnTo>
                    <a:pt x="65" y="0"/>
                  </a:lnTo>
                  <a:lnTo>
                    <a:pt x="0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5" name="Rectangle 57"/>
            <p:cNvSpPr>
              <a:spLocks noChangeArrowheads="1"/>
            </p:cNvSpPr>
            <p:nvPr/>
          </p:nvSpPr>
          <p:spPr bwMode="auto">
            <a:xfrm>
              <a:off x="384" y="1672"/>
              <a:ext cx="675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Início da gestão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7" name="Freeform 58"/>
            <p:cNvSpPr>
              <a:spLocks/>
            </p:cNvSpPr>
            <p:nvPr/>
          </p:nvSpPr>
          <p:spPr bwMode="auto">
            <a:xfrm>
              <a:off x="132" y="1861"/>
              <a:ext cx="1089" cy="91"/>
            </a:xfrm>
            <a:custGeom>
              <a:avLst/>
              <a:gdLst>
                <a:gd name="T0" fmla="*/ 1089 w 1089"/>
                <a:gd name="T1" fmla="*/ 0 h 91"/>
                <a:gd name="T2" fmla="*/ 1069 w 1089"/>
                <a:gd name="T3" fmla="*/ 5 h 91"/>
                <a:gd name="T4" fmla="*/ 1057 w 1089"/>
                <a:gd name="T5" fmla="*/ 12 h 91"/>
                <a:gd name="T6" fmla="*/ 1031 w 1089"/>
                <a:gd name="T7" fmla="*/ 44 h 91"/>
                <a:gd name="T8" fmla="*/ 1012 w 1089"/>
                <a:gd name="T9" fmla="*/ 64 h 91"/>
                <a:gd name="T10" fmla="*/ 993 w 1089"/>
                <a:gd name="T11" fmla="*/ 76 h 91"/>
                <a:gd name="T12" fmla="*/ 961 w 1089"/>
                <a:gd name="T13" fmla="*/ 84 h 91"/>
                <a:gd name="T14" fmla="*/ 923 w 1089"/>
                <a:gd name="T15" fmla="*/ 91 h 91"/>
                <a:gd name="T16" fmla="*/ 841 w 1089"/>
                <a:gd name="T17" fmla="*/ 91 h 91"/>
                <a:gd name="T18" fmla="*/ 776 w 1089"/>
                <a:gd name="T19" fmla="*/ 91 h 91"/>
                <a:gd name="T20" fmla="*/ 733 w 1089"/>
                <a:gd name="T21" fmla="*/ 91 h 91"/>
                <a:gd name="T22" fmla="*/ 702 w 1089"/>
                <a:gd name="T23" fmla="*/ 91 h 91"/>
                <a:gd name="T24" fmla="*/ 675 w 1089"/>
                <a:gd name="T25" fmla="*/ 91 h 91"/>
                <a:gd name="T26" fmla="*/ 656 w 1089"/>
                <a:gd name="T27" fmla="*/ 91 h 91"/>
                <a:gd name="T28" fmla="*/ 625 w 1089"/>
                <a:gd name="T29" fmla="*/ 91 h 91"/>
                <a:gd name="T30" fmla="*/ 598 w 1089"/>
                <a:gd name="T31" fmla="*/ 91 h 91"/>
                <a:gd name="T32" fmla="*/ 567 w 1089"/>
                <a:gd name="T33" fmla="*/ 91 h 91"/>
                <a:gd name="T34" fmla="*/ 522 w 1089"/>
                <a:gd name="T35" fmla="*/ 91 h 91"/>
                <a:gd name="T36" fmla="*/ 466 w 1089"/>
                <a:gd name="T37" fmla="*/ 91 h 91"/>
                <a:gd name="T38" fmla="*/ 389 w 1089"/>
                <a:gd name="T39" fmla="*/ 91 h 91"/>
                <a:gd name="T40" fmla="*/ 339 w 1089"/>
                <a:gd name="T41" fmla="*/ 91 h 91"/>
                <a:gd name="T42" fmla="*/ 288 w 1089"/>
                <a:gd name="T43" fmla="*/ 91 h 91"/>
                <a:gd name="T44" fmla="*/ 224 w 1089"/>
                <a:gd name="T45" fmla="*/ 91 h 91"/>
                <a:gd name="T46" fmla="*/ 161 w 1089"/>
                <a:gd name="T47" fmla="*/ 91 h 91"/>
                <a:gd name="T48" fmla="*/ 84 w 1089"/>
                <a:gd name="T49" fmla="*/ 91 h 91"/>
                <a:gd name="T50" fmla="*/ 0 w 1089"/>
                <a:gd name="T51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89" h="91">
                  <a:moveTo>
                    <a:pt x="1089" y="0"/>
                  </a:moveTo>
                  <a:lnTo>
                    <a:pt x="1069" y="5"/>
                  </a:lnTo>
                  <a:lnTo>
                    <a:pt x="1057" y="12"/>
                  </a:lnTo>
                  <a:lnTo>
                    <a:pt x="1031" y="44"/>
                  </a:lnTo>
                  <a:lnTo>
                    <a:pt x="1012" y="64"/>
                  </a:lnTo>
                  <a:lnTo>
                    <a:pt x="993" y="76"/>
                  </a:lnTo>
                  <a:lnTo>
                    <a:pt x="961" y="84"/>
                  </a:lnTo>
                  <a:lnTo>
                    <a:pt x="923" y="91"/>
                  </a:lnTo>
                  <a:lnTo>
                    <a:pt x="841" y="91"/>
                  </a:lnTo>
                  <a:lnTo>
                    <a:pt x="776" y="91"/>
                  </a:lnTo>
                  <a:lnTo>
                    <a:pt x="733" y="91"/>
                  </a:lnTo>
                  <a:lnTo>
                    <a:pt x="702" y="91"/>
                  </a:lnTo>
                  <a:lnTo>
                    <a:pt x="675" y="91"/>
                  </a:lnTo>
                  <a:lnTo>
                    <a:pt x="656" y="91"/>
                  </a:lnTo>
                  <a:lnTo>
                    <a:pt x="625" y="91"/>
                  </a:lnTo>
                  <a:lnTo>
                    <a:pt x="598" y="91"/>
                  </a:lnTo>
                  <a:lnTo>
                    <a:pt x="567" y="91"/>
                  </a:lnTo>
                  <a:lnTo>
                    <a:pt x="522" y="91"/>
                  </a:lnTo>
                  <a:lnTo>
                    <a:pt x="466" y="91"/>
                  </a:lnTo>
                  <a:lnTo>
                    <a:pt x="389" y="91"/>
                  </a:lnTo>
                  <a:lnTo>
                    <a:pt x="339" y="91"/>
                  </a:lnTo>
                  <a:lnTo>
                    <a:pt x="288" y="91"/>
                  </a:lnTo>
                  <a:lnTo>
                    <a:pt x="224" y="91"/>
                  </a:lnTo>
                  <a:lnTo>
                    <a:pt x="161" y="91"/>
                  </a:lnTo>
                  <a:lnTo>
                    <a:pt x="84" y="91"/>
                  </a:lnTo>
                  <a:lnTo>
                    <a:pt x="0" y="91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8" name="Rectangle 59"/>
            <p:cNvSpPr>
              <a:spLocks noChangeArrowheads="1"/>
            </p:cNvSpPr>
            <p:nvPr/>
          </p:nvSpPr>
          <p:spPr bwMode="auto">
            <a:xfrm>
              <a:off x="168" y="1831"/>
              <a:ext cx="846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Revisões periódicas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9" name="Freeform 60"/>
            <p:cNvSpPr>
              <a:spLocks/>
            </p:cNvSpPr>
            <p:nvPr/>
          </p:nvSpPr>
          <p:spPr bwMode="auto">
            <a:xfrm>
              <a:off x="3611" y="2064"/>
              <a:ext cx="750" cy="798"/>
            </a:xfrm>
            <a:custGeom>
              <a:avLst/>
              <a:gdLst>
                <a:gd name="T0" fmla="*/ 0 w 750"/>
                <a:gd name="T1" fmla="*/ 798 h 798"/>
                <a:gd name="T2" fmla="*/ 5 w 750"/>
                <a:gd name="T3" fmla="*/ 793 h 798"/>
                <a:gd name="T4" fmla="*/ 20 w 750"/>
                <a:gd name="T5" fmla="*/ 766 h 798"/>
                <a:gd name="T6" fmla="*/ 25 w 750"/>
                <a:gd name="T7" fmla="*/ 726 h 798"/>
                <a:gd name="T8" fmla="*/ 32 w 750"/>
                <a:gd name="T9" fmla="*/ 674 h 798"/>
                <a:gd name="T10" fmla="*/ 39 w 750"/>
                <a:gd name="T11" fmla="*/ 615 h 798"/>
                <a:gd name="T12" fmla="*/ 44 w 750"/>
                <a:gd name="T13" fmla="*/ 543 h 798"/>
                <a:gd name="T14" fmla="*/ 58 w 750"/>
                <a:gd name="T15" fmla="*/ 399 h 798"/>
                <a:gd name="T16" fmla="*/ 77 w 750"/>
                <a:gd name="T17" fmla="*/ 255 h 798"/>
                <a:gd name="T18" fmla="*/ 89 w 750"/>
                <a:gd name="T19" fmla="*/ 183 h 798"/>
                <a:gd name="T20" fmla="*/ 101 w 750"/>
                <a:gd name="T21" fmla="*/ 124 h 798"/>
                <a:gd name="T22" fmla="*/ 113 w 750"/>
                <a:gd name="T23" fmla="*/ 72 h 798"/>
                <a:gd name="T24" fmla="*/ 128 w 750"/>
                <a:gd name="T25" fmla="*/ 32 h 798"/>
                <a:gd name="T26" fmla="*/ 147 w 750"/>
                <a:gd name="T27" fmla="*/ 5 h 798"/>
                <a:gd name="T28" fmla="*/ 166 w 750"/>
                <a:gd name="T29" fmla="*/ 0 h 798"/>
                <a:gd name="T30" fmla="*/ 217 w 750"/>
                <a:gd name="T31" fmla="*/ 0 h 798"/>
                <a:gd name="T32" fmla="*/ 260 w 750"/>
                <a:gd name="T33" fmla="*/ 0 h 798"/>
                <a:gd name="T34" fmla="*/ 294 w 750"/>
                <a:gd name="T35" fmla="*/ 0 h 798"/>
                <a:gd name="T36" fmla="*/ 310 w 750"/>
                <a:gd name="T37" fmla="*/ 0 h 798"/>
                <a:gd name="T38" fmla="*/ 337 w 750"/>
                <a:gd name="T39" fmla="*/ 0 h 798"/>
                <a:gd name="T40" fmla="*/ 363 w 750"/>
                <a:gd name="T41" fmla="*/ 0 h 798"/>
                <a:gd name="T42" fmla="*/ 375 w 750"/>
                <a:gd name="T43" fmla="*/ 0 h 798"/>
                <a:gd name="T44" fmla="*/ 395 w 750"/>
                <a:gd name="T45" fmla="*/ 0 h 798"/>
                <a:gd name="T46" fmla="*/ 419 w 750"/>
                <a:gd name="T47" fmla="*/ 0 h 798"/>
                <a:gd name="T48" fmla="*/ 457 w 750"/>
                <a:gd name="T49" fmla="*/ 0 h 798"/>
                <a:gd name="T50" fmla="*/ 510 w 750"/>
                <a:gd name="T51" fmla="*/ 0 h 798"/>
                <a:gd name="T52" fmla="*/ 572 w 750"/>
                <a:gd name="T53" fmla="*/ 0 h 798"/>
                <a:gd name="T54" fmla="*/ 649 w 750"/>
                <a:gd name="T55" fmla="*/ 0 h 798"/>
                <a:gd name="T56" fmla="*/ 750 w 750"/>
                <a:gd name="T57" fmla="*/ 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50" h="798">
                  <a:moveTo>
                    <a:pt x="0" y="798"/>
                  </a:moveTo>
                  <a:lnTo>
                    <a:pt x="5" y="793"/>
                  </a:lnTo>
                  <a:lnTo>
                    <a:pt x="20" y="766"/>
                  </a:lnTo>
                  <a:lnTo>
                    <a:pt x="25" y="726"/>
                  </a:lnTo>
                  <a:lnTo>
                    <a:pt x="32" y="674"/>
                  </a:lnTo>
                  <a:lnTo>
                    <a:pt x="39" y="615"/>
                  </a:lnTo>
                  <a:lnTo>
                    <a:pt x="44" y="543"/>
                  </a:lnTo>
                  <a:lnTo>
                    <a:pt x="58" y="399"/>
                  </a:lnTo>
                  <a:lnTo>
                    <a:pt x="77" y="255"/>
                  </a:lnTo>
                  <a:lnTo>
                    <a:pt x="89" y="183"/>
                  </a:lnTo>
                  <a:lnTo>
                    <a:pt x="101" y="124"/>
                  </a:lnTo>
                  <a:lnTo>
                    <a:pt x="113" y="72"/>
                  </a:lnTo>
                  <a:lnTo>
                    <a:pt x="128" y="32"/>
                  </a:lnTo>
                  <a:lnTo>
                    <a:pt x="147" y="5"/>
                  </a:lnTo>
                  <a:lnTo>
                    <a:pt x="166" y="0"/>
                  </a:lnTo>
                  <a:lnTo>
                    <a:pt x="217" y="0"/>
                  </a:lnTo>
                  <a:lnTo>
                    <a:pt x="260" y="0"/>
                  </a:lnTo>
                  <a:lnTo>
                    <a:pt x="294" y="0"/>
                  </a:lnTo>
                  <a:lnTo>
                    <a:pt x="310" y="0"/>
                  </a:lnTo>
                  <a:lnTo>
                    <a:pt x="337" y="0"/>
                  </a:lnTo>
                  <a:lnTo>
                    <a:pt x="363" y="0"/>
                  </a:lnTo>
                  <a:lnTo>
                    <a:pt x="375" y="0"/>
                  </a:lnTo>
                  <a:lnTo>
                    <a:pt x="395" y="0"/>
                  </a:lnTo>
                  <a:lnTo>
                    <a:pt x="419" y="0"/>
                  </a:lnTo>
                  <a:lnTo>
                    <a:pt x="457" y="0"/>
                  </a:lnTo>
                  <a:lnTo>
                    <a:pt x="510" y="0"/>
                  </a:lnTo>
                  <a:lnTo>
                    <a:pt x="572" y="0"/>
                  </a:lnTo>
                  <a:lnTo>
                    <a:pt x="649" y="0"/>
                  </a:lnTo>
                  <a:lnTo>
                    <a:pt x="750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0" name="Rectangle 61"/>
            <p:cNvSpPr>
              <a:spLocks noChangeArrowheads="1"/>
            </p:cNvSpPr>
            <p:nvPr/>
          </p:nvSpPr>
          <p:spPr bwMode="auto">
            <a:xfrm>
              <a:off x="3756" y="1937"/>
              <a:ext cx="560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Fluxogramas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1" name="Freeform 62"/>
            <p:cNvSpPr>
              <a:spLocks/>
            </p:cNvSpPr>
            <p:nvPr/>
          </p:nvSpPr>
          <p:spPr bwMode="auto">
            <a:xfrm>
              <a:off x="4361" y="1918"/>
              <a:ext cx="476" cy="146"/>
            </a:xfrm>
            <a:custGeom>
              <a:avLst/>
              <a:gdLst>
                <a:gd name="T0" fmla="*/ 0 w 476"/>
                <a:gd name="T1" fmla="*/ 146 h 146"/>
                <a:gd name="T2" fmla="*/ 19 w 476"/>
                <a:gd name="T3" fmla="*/ 138 h 146"/>
                <a:gd name="T4" fmla="*/ 39 w 476"/>
                <a:gd name="T5" fmla="*/ 126 h 146"/>
                <a:gd name="T6" fmla="*/ 51 w 476"/>
                <a:gd name="T7" fmla="*/ 99 h 146"/>
                <a:gd name="T8" fmla="*/ 65 w 476"/>
                <a:gd name="T9" fmla="*/ 72 h 146"/>
                <a:gd name="T10" fmla="*/ 82 w 476"/>
                <a:gd name="T11" fmla="*/ 47 h 146"/>
                <a:gd name="T12" fmla="*/ 101 w 476"/>
                <a:gd name="T13" fmla="*/ 19 h 146"/>
                <a:gd name="T14" fmla="*/ 135 w 476"/>
                <a:gd name="T15" fmla="*/ 7 h 146"/>
                <a:gd name="T16" fmla="*/ 171 w 476"/>
                <a:gd name="T17" fmla="*/ 0 h 146"/>
                <a:gd name="T18" fmla="*/ 204 w 476"/>
                <a:gd name="T19" fmla="*/ 0 h 146"/>
                <a:gd name="T20" fmla="*/ 224 w 476"/>
                <a:gd name="T21" fmla="*/ 0 h 146"/>
                <a:gd name="T22" fmla="*/ 255 w 476"/>
                <a:gd name="T23" fmla="*/ 0 h 146"/>
                <a:gd name="T24" fmla="*/ 267 w 476"/>
                <a:gd name="T25" fmla="*/ 0 h 146"/>
                <a:gd name="T26" fmla="*/ 279 w 476"/>
                <a:gd name="T27" fmla="*/ 0 h 146"/>
                <a:gd name="T28" fmla="*/ 293 w 476"/>
                <a:gd name="T29" fmla="*/ 0 h 146"/>
                <a:gd name="T30" fmla="*/ 305 w 476"/>
                <a:gd name="T31" fmla="*/ 0 h 146"/>
                <a:gd name="T32" fmla="*/ 325 w 476"/>
                <a:gd name="T33" fmla="*/ 0 h 146"/>
                <a:gd name="T34" fmla="*/ 351 w 476"/>
                <a:gd name="T35" fmla="*/ 0 h 146"/>
                <a:gd name="T36" fmla="*/ 382 w 476"/>
                <a:gd name="T37" fmla="*/ 0 h 146"/>
                <a:gd name="T38" fmla="*/ 425 w 476"/>
                <a:gd name="T39" fmla="*/ 0 h 146"/>
                <a:gd name="T40" fmla="*/ 476 w 476"/>
                <a:gd name="T41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6" h="146">
                  <a:moveTo>
                    <a:pt x="0" y="146"/>
                  </a:moveTo>
                  <a:lnTo>
                    <a:pt x="19" y="138"/>
                  </a:lnTo>
                  <a:lnTo>
                    <a:pt x="39" y="126"/>
                  </a:lnTo>
                  <a:lnTo>
                    <a:pt x="51" y="99"/>
                  </a:lnTo>
                  <a:lnTo>
                    <a:pt x="65" y="72"/>
                  </a:lnTo>
                  <a:lnTo>
                    <a:pt x="82" y="47"/>
                  </a:lnTo>
                  <a:lnTo>
                    <a:pt x="101" y="19"/>
                  </a:lnTo>
                  <a:lnTo>
                    <a:pt x="135" y="7"/>
                  </a:lnTo>
                  <a:lnTo>
                    <a:pt x="171" y="0"/>
                  </a:lnTo>
                  <a:lnTo>
                    <a:pt x="204" y="0"/>
                  </a:lnTo>
                  <a:lnTo>
                    <a:pt x="224" y="0"/>
                  </a:lnTo>
                  <a:lnTo>
                    <a:pt x="255" y="0"/>
                  </a:lnTo>
                  <a:lnTo>
                    <a:pt x="267" y="0"/>
                  </a:lnTo>
                  <a:lnTo>
                    <a:pt x="279" y="0"/>
                  </a:lnTo>
                  <a:lnTo>
                    <a:pt x="293" y="0"/>
                  </a:lnTo>
                  <a:lnTo>
                    <a:pt x="305" y="0"/>
                  </a:lnTo>
                  <a:lnTo>
                    <a:pt x="325" y="0"/>
                  </a:lnTo>
                  <a:lnTo>
                    <a:pt x="351" y="0"/>
                  </a:lnTo>
                  <a:lnTo>
                    <a:pt x="382" y="0"/>
                  </a:lnTo>
                  <a:lnTo>
                    <a:pt x="425" y="0"/>
                  </a:lnTo>
                  <a:lnTo>
                    <a:pt x="476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2" name="Rectangle 63"/>
            <p:cNvSpPr>
              <a:spLocks noChangeArrowheads="1"/>
            </p:cNvSpPr>
            <p:nvPr/>
          </p:nvSpPr>
          <p:spPr bwMode="auto">
            <a:xfrm>
              <a:off x="4508" y="1794"/>
              <a:ext cx="32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Nível 1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3" name="Freeform 64"/>
            <p:cNvSpPr>
              <a:spLocks/>
            </p:cNvSpPr>
            <p:nvPr/>
          </p:nvSpPr>
          <p:spPr bwMode="auto">
            <a:xfrm>
              <a:off x="4361" y="2064"/>
              <a:ext cx="476" cy="12"/>
            </a:xfrm>
            <a:custGeom>
              <a:avLst/>
              <a:gdLst>
                <a:gd name="T0" fmla="*/ 0 w 476"/>
                <a:gd name="T1" fmla="*/ 0 h 12"/>
                <a:gd name="T2" fmla="*/ 39 w 476"/>
                <a:gd name="T3" fmla="*/ 0 h 12"/>
                <a:gd name="T4" fmla="*/ 65 w 476"/>
                <a:gd name="T5" fmla="*/ 5 h 12"/>
                <a:gd name="T6" fmla="*/ 82 w 476"/>
                <a:gd name="T7" fmla="*/ 5 h 12"/>
                <a:gd name="T8" fmla="*/ 101 w 476"/>
                <a:gd name="T9" fmla="*/ 12 h 12"/>
                <a:gd name="T10" fmla="*/ 135 w 476"/>
                <a:gd name="T11" fmla="*/ 12 h 12"/>
                <a:gd name="T12" fmla="*/ 171 w 476"/>
                <a:gd name="T13" fmla="*/ 12 h 12"/>
                <a:gd name="T14" fmla="*/ 204 w 476"/>
                <a:gd name="T15" fmla="*/ 12 h 12"/>
                <a:gd name="T16" fmla="*/ 224 w 476"/>
                <a:gd name="T17" fmla="*/ 12 h 12"/>
                <a:gd name="T18" fmla="*/ 255 w 476"/>
                <a:gd name="T19" fmla="*/ 12 h 12"/>
                <a:gd name="T20" fmla="*/ 267 w 476"/>
                <a:gd name="T21" fmla="*/ 12 h 12"/>
                <a:gd name="T22" fmla="*/ 279 w 476"/>
                <a:gd name="T23" fmla="*/ 12 h 12"/>
                <a:gd name="T24" fmla="*/ 293 w 476"/>
                <a:gd name="T25" fmla="*/ 12 h 12"/>
                <a:gd name="T26" fmla="*/ 305 w 476"/>
                <a:gd name="T27" fmla="*/ 12 h 12"/>
                <a:gd name="T28" fmla="*/ 325 w 476"/>
                <a:gd name="T29" fmla="*/ 12 h 12"/>
                <a:gd name="T30" fmla="*/ 351 w 476"/>
                <a:gd name="T31" fmla="*/ 12 h 12"/>
                <a:gd name="T32" fmla="*/ 382 w 476"/>
                <a:gd name="T33" fmla="*/ 12 h 12"/>
                <a:gd name="T34" fmla="*/ 425 w 476"/>
                <a:gd name="T35" fmla="*/ 12 h 12"/>
                <a:gd name="T36" fmla="*/ 476 w 476"/>
                <a:gd name="T3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76" h="12">
                  <a:moveTo>
                    <a:pt x="0" y="0"/>
                  </a:moveTo>
                  <a:lnTo>
                    <a:pt x="39" y="0"/>
                  </a:lnTo>
                  <a:lnTo>
                    <a:pt x="65" y="5"/>
                  </a:lnTo>
                  <a:lnTo>
                    <a:pt x="82" y="5"/>
                  </a:lnTo>
                  <a:lnTo>
                    <a:pt x="101" y="12"/>
                  </a:lnTo>
                  <a:lnTo>
                    <a:pt x="135" y="12"/>
                  </a:lnTo>
                  <a:lnTo>
                    <a:pt x="171" y="12"/>
                  </a:lnTo>
                  <a:lnTo>
                    <a:pt x="204" y="12"/>
                  </a:lnTo>
                  <a:lnTo>
                    <a:pt x="224" y="12"/>
                  </a:lnTo>
                  <a:lnTo>
                    <a:pt x="255" y="12"/>
                  </a:lnTo>
                  <a:lnTo>
                    <a:pt x="267" y="12"/>
                  </a:lnTo>
                  <a:lnTo>
                    <a:pt x="279" y="12"/>
                  </a:lnTo>
                  <a:lnTo>
                    <a:pt x="293" y="12"/>
                  </a:lnTo>
                  <a:lnTo>
                    <a:pt x="305" y="12"/>
                  </a:lnTo>
                  <a:lnTo>
                    <a:pt x="325" y="12"/>
                  </a:lnTo>
                  <a:lnTo>
                    <a:pt x="351" y="12"/>
                  </a:lnTo>
                  <a:lnTo>
                    <a:pt x="382" y="12"/>
                  </a:lnTo>
                  <a:lnTo>
                    <a:pt x="425" y="12"/>
                  </a:lnTo>
                  <a:lnTo>
                    <a:pt x="476" y="12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4" name="Rectangle 65"/>
            <p:cNvSpPr>
              <a:spLocks noChangeArrowheads="1"/>
            </p:cNvSpPr>
            <p:nvPr/>
          </p:nvSpPr>
          <p:spPr bwMode="auto">
            <a:xfrm>
              <a:off x="4508" y="1952"/>
              <a:ext cx="32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Nível 2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5" name="Freeform 66"/>
            <p:cNvSpPr>
              <a:spLocks/>
            </p:cNvSpPr>
            <p:nvPr/>
          </p:nvSpPr>
          <p:spPr bwMode="auto">
            <a:xfrm>
              <a:off x="4361" y="2064"/>
              <a:ext cx="476" cy="169"/>
            </a:xfrm>
            <a:custGeom>
              <a:avLst/>
              <a:gdLst>
                <a:gd name="T0" fmla="*/ 0 w 476"/>
                <a:gd name="T1" fmla="*/ 0 h 169"/>
                <a:gd name="T2" fmla="*/ 19 w 476"/>
                <a:gd name="T3" fmla="*/ 5 h 169"/>
                <a:gd name="T4" fmla="*/ 39 w 476"/>
                <a:gd name="T5" fmla="*/ 25 h 169"/>
                <a:gd name="T6" fmla="*/ 51 w 476"/>
                <a:gd name="T7" fmla="*/ 52 h 169"/>
                <a:gd name="T8" fmla="*/ 65 w 476"/>
                <a:gd name="T9" fmla="*/ 84 h 169"/>
                <a:gd name="T10" fmla="*/ 82 w 476"/>
                <a:gd name="T11" fmla="*/ 116 h 169"/>
                <a:gd name="T12" fmla="*/ 101 w 476"/>
                <a:gd name="T13" fmla="*/ 144 h 169"/>
                <a:gd name="T14" fmla="*/ 135 w 476"/>
                <a:gd name="T15" fmla="*/ 164 h 169"/>
                <a:gd name="T16" fmla="*/ 171 w 476"/>
                <a:gd name="T17" fmla="*/ 169 h 169"/>
                <a:gd name="T18" fmla="*/ 204 w 476"/>
                <a:gd name="T19" fmla="*/ 169 h 169"/>
                <a:gd name="T20" fmla="*/ 224 w 476"/>
                <a:gd name="T21" fmla="*/ 169 h 169"/>
                <a:gd name="T22" fmla="*/ 255 w 476"/>
                <a:gd name="T23" fmla="*/ 169 h 169"/>
                <a:gd name="T24" fmla="*/ 267 w 476"/>
                <a:gd name="T25" fmla="*/ 169 h 169"/>
                <a:gd name="T26" fmla="*/ 279 w 476"/>
                <a:gd name="T27" fmla="*/ 169 h 169"/>
                <a:gd name="T28" fmla="*/ 293 w 476"/>
                <a:gd name="T29" fmla="*/ 169 h 169"/>
                <a:gd name="T30" fmla="*/ 305 w 476"/>
                <a:gd name="T31" fmla="*/ 169 h 169"/>
                <a:gd name="T32" fmla="*/ 325 w 476"/>
                <a:gd name="T33" fmla="*/ 169 h 169"/>
                <a:gd name="T34" fmla="*/ 351 w 476"/>
                <a:gd name="T35" fmla="*/ 169 h 169"/>
                <a:gd name="T36" fmla="*/ 382 w 476"/>
                <a:gd name="T37" fmla="*/ 169 h 169"/>
                <a:gd name="T38" fmla="*/ 425 w 476"/>
                <a:gd name="T39" fmla="*/ 169 h 169"/>
                <a:gd name="T40" fmla="*/ 476 w 476"/>
                <a:gd name="T41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6" h="169">
                  <a:moveTo>
                    <a:pt x="0" y="0"/>
                  </a:moveTo>
                  <a:lnTo>
                    <a:pt x="19" y="5"/>
                  </a:lnTo>
                  <a:lnTo>
                    <a:pt x="39" y="25"/>
                  </a:lnTo>
                  <a:lnTo>
                    <a:pt x="51" y="52"/>
                  </a:lnTo>
                  <a:lnTo>
                    <a:pt x="65" y="84"/>
                  </a:lnTo>
                  <a:lnTo>
                    <a:pt x="82" y="116"/>
                  </a:lnTo>
                  <a:lnTo>
                    <a:pt x="101" y="144"/>
                  </a:lnTo>
                  <a:lnTo>
                    <a:pt x="135" y="164"/>
                  </a:lnTo>
                  <a:lnTo>
                    <a:pt x="171" y="169"/>
                  </a:lnTo>
                  <a:lnTo>
                    <a:pt x="204" y="169"/>
                  </a:lnTo>
                  <a:lnTo>
                    <a:pt x="224" y="169"/>
                  </a:lnTo>
                  <a:lnTo>
                    <a:pt x="255" y="169"/>
                  </a:lnTo>
                  <a:lnTo>
                    <a:pt x="267" y="169"/>
                  </a:lnTo>
                  <a:lnTo>
                    <a:pt x="279" y="169"/>
                  </a:lnTo>
                  <a:lnTo>
                    <a:pt x="293" y="169"/>
                  </a:lnTo>
                  <a:lnTo>
                    <a:pt x="305" y="169"/>
                  </a:lnTo>
                  <a:lnTo>
                    <a:pt x="325" y="169"/>
                  </a:lnTo>
                  <a:lnTo>
                    <a:pt x="351" y="169"/>
                  </a:lnTo>
                  <a:lnTo>
                    <a:pt x="382" y="169"/>
                  </a:lnTo>
                  <a:lnTo>
                    <a:pt x="425" y="169"/>
                  </a:lnTo>
                  <a:lnTo>
                    <a:pt x="476" y="169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6" name="Rectangle 67"/>
            <p:cNvSpPr>
              <a:spLocks noChangeArrowheads="1"/>
            </p:cNvSpPr>
            <p:nvPr/>
          </p:nvSpPr>
          <p:spPr bwMode="auto">
            <a:xfrm>
              <a:off x="4508" y="2111"/>
              <a:ext cx="32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Nível 3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7" name="Freeform 68"/>
            <p:cNvSpPr>
              <a:spLocks/>
            </p:cNvSpPr>
            <p:nvPr/>
          </p:nvSpPr>
          <p:spPr bwMode="auto">
            <a:xfrm>
              <a:off x="3611" y="2666"/>
              <a:ext cx="1272" cy="196"/>
            </a:xfrm>
            <a:custGeom>
              <a:avLst/>
              <a:gdLst>
                <a:gd name="T0" fmla="*/ 0 w 1272"/>
                <a:gd name="T1" fmla="*/ 196 h 196"/>
                <a:gd name="T2" fmla="*/ 20 w 1272"/>
                <a:gd name="T3" fmla="*/ 191 h 196"/>
                <a:gd name="T4" fmla="*/ 32 w 1272"/>
                <a:gd name="T5" fmla="*/ 164 h 196"/>
                <a:gd name="T6" fmla="*/ 44 w 1272"/>
                <a:gd name="T7" fmla="*/ 139 h 196"/>
                <a:gd name="T8" fmla="*/ 58 w 1272"/>
                <a:gd name="T9" fmla="*/ 100 h 196"/>
                <a:gd name="T10" fmla="*/ 77 w 1272"/>
                <a:gd name="T11" fmla="*/ 65 h 196"/>
                <a:gd name="T12" fmla="*/ 101 w 1272"/>
                <a:gd name="T13" fmla="*/ 33 h 196"/>
                <a:gd name="T14" fmla="*/ 128 w 1272"/>
                <a:gd name="T15" fmla="*/ 8 h 196"/>
                <a:gd name="T16" fmla="*/ 166 w 1272"/>
                <a:gd name="T17" fmla="*/ 0 h 196"/>
                <a:gd name="T18" fmla="*/ 217 w 1272"/>
                <a:gd name="T19" fmla="*/ 0 h 196"/>
                <a:gd name="T20" fmla="*/ 260 w 1272"/>
                <a:gd name="T21" fmla="*/ 0 h 196"/>
                <a:gd name="T22" fmla="*/ 337 w 1272"/>
                <a:gd name="T23" fmla="*/ 0 h 196"/>
                <a:gd name="T24" fmla="*/ 387 w 1272"/>
                <a:gd name="T25" fmla="*/ 0 h 196"/>
                <a:gd name="T26" fmla="*/ 433 w 1272"/>
                <a:gd name="T27" fmla="*/ 0 h 196"/>
                <a:gd name="T28" fmla="*/ 457 w 1272"/>
                <a:gd name="T29" fmla="*/ 0 h 196"/>
                <a:gd name="T30" fmla="*/ 483 w 1272"/>
                <a:gd name="T31" fmla="*/ 0 h 196"/>
                <a:gd name="T32" fmla="*/ 522 w 1272"/>
                <a:gd name="T33" fmla="*/ 0 h 196"/>
                <a:gd name="T34" fmla="*/ 553 w 1272"/>
                <a:gd name="T35" fmla="*/ 0 h 196"/>
                <a:gd name="T36" fmla="*/ 592 w 1272"/>
                <a:gd name="T37" fmla="*/ 0 h 196"/>
                <a:gd name="T38" fmla="*/ 642 w 1272"/>
                <a:gd name="T39" fmla="*/ 0 h 196"/>
                <a:gd name="T40" fmla="*/ 712 w 1272"/>
                <a:gd name="T41" fmla="*/ 0 h 196"/>
                <a:gd name="T42" fmla="*/ 757 w 1272"/>
                <a:gd name="T43" fmla="*/ 0 h 196"/>
                <a:gd name="T44" fmla="*/ 808 w 1272"/>
                <a:gd name="T45" fmla="*/ 0 h 196"/>
                <a:gd name="T46" fmla="*/ 866 w 1272"/>
                <a:gd name="T47" fmla="*/ 0 h 196"/>
                <a:gd name="T48" fmla="*/ 928 w 1272"/>
                <a:gd name="T49" fmla="*/ 0 h 196"/>
                <a:gd name="T50" fmla="*/ 1005 w 1272"/>
                <a:gd name="T51" fmla="*/ 0 h 196"/>
                <a:gd name="T52" fmla="*/ 1082 w 1272"/>
                <a:gd name="T53" fmla="*/ 0 h 196"/>
                <a:gd name="T54" fmla="*/ 1171 w 1272"/>
                <a:gd name="T55" fmla="*/ 0 h 196"/>
                <a:gd name="T56" fmla="*/ 1272 w 1272"/>
                <a:gd name="T57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72" h="196">
                  <a:moveTo>
                    <a:pt x="0" y="196"/>
                  </a:moveTo>
                  <a:lnTo>
                    <a:pt x="20" y="191"/>
                  </a:lnTo>
                  <a:lnTo>
                    <a:pt x="32" y="164"/>
                  </a:lnTo>
                  <a:lnTo>
                    <a:pt x="44" y="139"/>
                  </a:lnTo>
                  <a:lnTo>
                    <a:pt x="58" y="100"/>
                  </a:lnTo>
                  <a:lnTo>
                    <a:pt x="77" y="65"/>
                  </a:lnTo>
                  <a:lnTo>
                    <a:pt x="101" y="33"/>
                  </a:lnTo>
                  <a:lnTo>
                    <a:pt x="128" y="8"/>
                  </a:lnTo>
                  <a:lnTo>
                    <a:pt x="166" y="0"/>
                  </a:lnTo>
                  <a:lnTo>
                    <a:pt x="217" y="0"/>
                  </a:lnTo>
                  <a:lnTo>
                    <a:pt x="260" y="0"/>
                  </a:lnTo>
                  <a:lnTo>
                    <a:pt x="337" y="0"/>
                  </a:lnTo>
                  <a:lnTo>
                    <a:pt x="387" y="0"/>
                  </a:lnTo>
                  <a:lnTo>
                    <a:pt x="433" y="0"/>
                  </a:lnTo>
                  <a:lnTo>
                    <a:pt x="457" y="0"/>
                  </a:lnTo>
                  <a:lnTo>
                    <a:pt x="483" y="0"/>
                  </a:lnTo>
                  <a:lnTo>
                    <a:pt x="522" y="0"/>
                  </a:lnTo>
                  <a:lnTo>
                    <a:pt x="553" y="0"/>
                  </a:lnTo>
                  <a:lnTo>
                    <a:pt x="592" y="0"/>
                  </a:lnTo>
                  <a:lnTo>
                    <a:pt x="642" y="0"/>
                  </a:lnTo>
                  <a:lnTo>
                    <a:pt x="712" y="0"/>
                  </a:lnTo>
                  <a:lnTo>
                    <a:pt x="757" y="0"/>
                  </a:lnTo>
                  <a:lnTo>
                    <a:pt x="808" y="0"/>
                  </a:lnTo>
                  <a:lnTo>
                    <a:pt x="866" y="0"/>
                  </a:lnTo>
                  <a:lnTo>
                    <a:pt x="928" y="0"/>
                  </a:lnTo>
                  <a:lnTo>
                    <a:pt x="1005" y="0"/>
                  </a:lnTo>
                  <a:lnTo>
                    <a:pt x="1082" y="0"/>
                  </a:lnTo>
                  <a:lnTo>
                    <a:pt x="1171" y="0"/>
                  </a:lnTo>
                  <a:lnTo>
                    <a:pt x="1272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8" name="Rectangle 69"/>
            <p:cNvSpPr>
              <a:spLocks noChangeArrowheads="1"/>
            </p:cNvSpPr>
            <p:nvPr/>
          </p:nvSpPr>
          <p:spPr bwMode="auto">
            <a:xfrm>
              <a:off x="3756" y="2542"/>
              <a:ext cx="1021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Problemas / dificuldades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9" name="Freeform 70"/>
            <p:cNvSpPr>
              <a:spLocks/>
            </p:cNvSpPr>
            <p:nvPr/>
          </p:nvSpPr>
          <p:spPr bwMode="auto">
            <a:xfrm>
              <a:off x="4883" y="2443"/>
              <a:ext cx="262" cy="223"/>
            </a:xfrm>
            <a:custGeom>
              <a:avLst/>
              <a:gdLst>
                <a:gd name="T0" fmla="*/ 0 w 262"/>
                <a:gd name="T1" fmla="*/ 223 h 223"/>
                <a:gd name="T2" fmla="*/ 19 w 262"/>
                <a:gd name="T3" fmla="*/ 216 h 223"/>
                <a:gd name="T4" fmla="*/ 38 w 262"/>
                <a:gd name="T5" fmla="*/ 191 h 223"/>
                <a:gd name="T6" fmla="*/ 50 w 262"/>
                <a:gd name="T7" fmla="*/ 152 h 223"/>
                <a:gd name="T8" fmla="*/ 62 w 262"/>
                <a:gd name="T9" fmla="*/ 112 h 223"/>
                <a:gd name="T10" fmla="*/ 81 w 262"/>
                <a:gd name="T11" fmla="*/ 72 h 223"/>
                <a:gd name="T12" fmla="*/ 101 w 262"/>
                <a:gd name="T13" fmla="*/ 33 h 223"/>
                <a:gd name="T14" fmla="*/ 134 w 262"/>
                <a:gd name="T15" fmla="*/ 8 h 223"/>
                <a:gd name="T16" fmla="*/ 170 w 262"/>
                <a:gd name="T17" fmla="*/ 0 h 223"/>
                <a:gd name="T18" fmla="*/ 189 w 262"/>
                <a:gd name="T19" fmla="*/ 0 h 223"/>
                <a:gd name="T20" fmla="*/ 204 w 262"/>
                <a:gd name="T21" fmla="*/ 0 h 223"/>
                <a:gd name="T22" fmla="*/ 209 w 262"/>
                <a:gd name="T23" fmla="*/ 0 h 223"/>
                <a:gd name="T24" fmla="*/ 209 w 262"/>
                <a:gd name="T25" fmla="*/ 0 h 223"/>
                <a:gd name="T26" fmla="*/ 216 w 262"/>
                <a:gd name="T27" fmla="*/ 0 h 223"/>
                <a:gd name="T28" fmla="*/ 235 w 262"/>
                <a:gd name="T29" fmla="*/ 0 h 223"/>
                <a:gd name="T30" fmla="*/ 262 w 262"/>
                <a:gd name="T31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62" h="223">
                  <a:moveTo>
                    <a:pt x="0" y="223"/>
                  </a:moveTo>
                  <a:lnTo>
                    <a:pt x="19" y="216"/>
                  </a:lnTo>
                  <a:lnTo>
                    <a:pt x="38" y="191"/>
                  </a:lnTo>
                  <a:lnTo>
                    <a:pt x="50" y="152"/>
                  </a:lnTo>
                  <a:lnTo>
                    <a:pt x="62" y="112"/>
                  </a:lnTo>
                  <a:lnTo>
                    <a:pt x="81" y="72"/>
                  </a:lnTo>
                  <a:lnTo>
                    <a:pt x="101" y="33"/>
                  </a:lnTo>
                  <a:lnTo>
                    <a:pt x="134" y="8"/>
                  </a:lnTo>
                  <a:lnTo>
                    <a:pt x="170" y="0"/>
                  </a:lnTo>
                  <a:lnTo>
                    <a:pt x="189" y="0"/>
                  </a:lnTo>
                  <a:lnTo>
                    <a:pt x="204" y="0"/>
                  </a:lnTo>
                  <a:lnTo>
                    <a:pt x="209" y="0"/>
                  </a:lnTo>
                  <a:lnTo>
                    <a:pt x="209" y="0"/>
                  </a:lnTo>
                  <a:lnTo>
                    <a:pt x="216" y="0"/>
                  </a:lnTo>
                  <a:lnTo>
                    <a:pt x="235" y="0"/>
                  </a:lnTo>
                  <a:lnTo>
                    <a:pt x="262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0" name="Rectangle 71"/>
            <p:cNvSpPr>
              <a:spLocks noChangeArrowheads="1"/>
            </p:cNvSpPr>
            <p:nvPr/>
          </p:nvSpPr>
          <p:spPr bwMode="auto">
            <a:xfrm>
              <a:off x="5029" y="2319"/>
              <a:ext cx="120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TI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91" name="Freeform 72"/>
            <p:cNvSpPr>
              <a:spLocks/>
            </p:cNvSpPr>
            <p:nvPr/>
          </p:nvSpPr>
          <p:spPr bwMode="auto">
            <a:xfrm>
              <a:off x="4883" y="2602"/>
              <a:ext cx="853" cy="64"/>
            </a:xfrm>
            <a:custGeom>
              <a:avLst/>
              <a:gdLst>
                <a:gd name="T0" fmla="*/ 0 w 853"/>
                <a:gd name="T1" fmla="*/ 64 h 64"/>
                <a:gd name="T2" fmla="*/ 38 w 853"/>
                <a:gd name="T3" fmla="*/ 52 h 64"/>
                <a:gd name="T4" fmla="*/ 62 w 853"/>
                <a:gd name="T5" fmla="*/ 32 h 64"/>
                <a:gd name="T6" fmla="*/ 81 w 853"/>
                <a:gd name="T7" fmla="*/ 17 h 64"/>
                <a:gd name="T8" fmla="*/ 101 w 853"/>
                <a:gd name="T9" fmla="*/ 12 h 64"/>
                <a:gd name="T10" fmla="*/ 134 w 853"/>
                <a:gd name="T11" fmla="*/ 0 h 64"/>
                <a:gd name="T12" fmla="*/ 170 w 853"/>
                <a:gd name="T13" fmla="*/ 0 h 64"/>
                <a:gd name="T14" fmla="*/ 235 w 853"/>
                <a:gd name="T15" fmla="*/ 0 h 64"/>
                <a:gd name="T16" fmla="*/ 278 w 853"/>
                <a:gd name="T17" fmla="*/ 0 h 64"/>
                <a:gd name="T18" fmla="*/ 312 w 853"/>
                <a:gd name="T19" fmla="*/ 0 h 64"/>
                <a:gd name="T20" fmla="*/ 336 w 853"/>
                <a:gd name="T21" fmla="*/ 0 h 64"/>
                <a:gd name="T22" fmla="*/ 355 w 853"/>
                <a:gd name="T23" fmla="*/ 0 h 64"/>
                <a:gd name="T24" fmla="*/ 367 w 853"/>
                <a:gd name="T25" fmla="*/ 0 h 64"/>
                <a:gd name="T26" fmla="*/ 394 w 853"/>
                <a:gd name="T27" fmla="*/ 0 h 64"/>
                <a:gd name="T28" fmla="*/ 413 w 853"/>
                <a:gd name="T29" fmla="*/ 0 h 64"/>
                <a:gd name="T30" fmla="*/ 432 w 853"/>
                <a:gd name="T31" fmla="*/ 0 h 64"/>
                <a:gd name="T32" fmla="*/ 463 w 853"/>
                <a:gd name="T33" fmla="*/ 0 h 64"/>
                <a:gd name="T34" fmla="*/ 509 w 853"/>
                <a:gd name="T35" fmla="*/ 0 h 64"/>
                <a:gd name="T36" fmla="*/ 567 w 853"/>
                <a:gd name="T37" fmla="*/ 0 h 64"/>
                <a:gd name="T38" fmla="*/ 641 w 853"/>
                <a:gd name="T39" fmla="*/ 0 h 64"/>
                <a:gd name="T40" fmla="*/ 737 w 853"/>
                <a:gd name="T41" fmla="*/ 0 h 64"/>
                <a:gd name="T42" fmla="*/ 853 w 853"/>
                <a:gd name="T43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53" h="64">
                  <a:moveTo>
                    <a:pt x="0" y="64"/>
                  </a:moveTo>
                  <a:lnTo>
                    <a:pt x="38" y="52"/>
                  </a:lnTo>
                  <a:lnTo>
                    <a:pt x="62" y="32"/>
                  </a:lnTo>
                  <a:lnTo>
                    <a:pt x="81" y="17"/>
                  </a:lnTo>
                  <a:lnTo>
                    <a:pt x="101" y="12"/>
                  </a:lnTo>
                  <a:lnTo>
                    <a:pt x="134" y="0"/>
                  </a:lnTo>
                  <a:lnTo>
                    <a:pt x="170" y="0"/>
                  </a:lnTo>
                  <a:lnTo>
                    <a:pt x="235" y="0"/>
                  </a:lnTo>
                  <a:lnTo>
                    <a:pt x="278" y="0"/>
                  </a:lnTo>
                  <a:lnTo>
                    <a:pt x="312" y="0"/>
                  </a:lnTo>
                  <a:lnTo>
                    <a:pt x="336" y="0"/>
                  </a:lnTo>
                  <a:lnTo>
                    <a:pt x="355" y="0"/>
                  </a:lnTo>
                  <a:lnTo>
                    <a:pt x="367" y="0"/>
                  </a:lnTo>
                  <a:lnTo>
                    <a:pt x="394" y="0"/>
                  </a:lnTo>
                  <a:lnTo>
                    <a:pt x="413" y="0"/>
                  </a:lnTo>
                  <a:lnTo>
                    <a:pt x="432" y="0"/>
                  </a:lnTo>
                  <a:lnTo>
                    <a:pt x="463" y="0"/>
                  </a:lnTo>
                  <a:lnTo>
                    <a:pt x="509" y="0"/>
                  </a:lnTo>
                  <a:lnTo>
                    <a:pt x="567" y="0"/>
                  </a:lnTo>
                  <a:lnTo>
                    <a:pt x="641" y="0"/>
                  </a:lnTo>
                  <a:lnTo>
                    <a:pt x="737" y="0"/>
                  </a:lnTo>
                  <a:lnTo>
                    <a:pt x="853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2" name="Rectangle 73"/>
            <p:cNvSpPr>
              <a:spLocks noChangeArrowheads="1"/>
            </p:cNvSpPr>
            <p:nvPr/>
          </p:nvSpPr>
          <p:spPr bwMode="auto">
            <a:xfrm>
              <a:off x="5029" y="2478"/>
              <a:ext cx="64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Procedimentos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93" name="Freeform 74"/>
            <p:cNvSpPr>
              <a:spLocks/>
            </p:cNvSpPr>
            <p:nvPr/>
          </p:nvSpPr>
          <p:spPr bwMode="auto">
            <a:xfrm>
              <a:off x="4883" y="2666"/>
              <a:ext cx="877" cy="92"/>
            </a:xfrm>
            <a:custGeom>
              <a:avLst/>
              <a:gdLst>
                <a:gd name="T0" fmla="*/ 0 w 877"/>
                <a:gd name="T1" fmla="*/ 0 h 92"/>
                <a:gd name="T2" fmla="*/ 19 w 877"/>
                <a:gd name="T3" fmla="*/ 8 h 92"/>
                <a:gd name="T4" fmla="*/ 38 w 877"/>
                <a:gd name="T5" fmla="*/ 13 h 92"/>
                <a:gd name="T6" fmla="*/ 62 w 877"/>
                <a:gd name="T7" fmla="*/ 48 h 92"/>
                <a:gd name="T8" fmla="*/ 81 w 877"/>
                <a:gd name="T9" fmla="*/ 65 h 92"/>
                <a:gd name="T10" fmla="*/ 101 w 877"/>
                <a:gd name="T11" fmla="*/ 80 h 92"/>
                <a:gd name="T12" fmla="*/ 134 w 877"/>
                <a:gd name="T13" fmla="*/ 85 h 92"/>
                <a:gd name="T14" fmla="*/ 170 w 877"/>
                <a:gd name="T15" fmla="*/ 92 h 92"/>
                <a:gd name="T16" fmla="*/ 235 w 877"/>
                <a:gd name="T17" fmla="*/ 92 h 92"/>
                <a:gd name="T18" fmla="*/ 278 w 877"/>
                <a:gd name="T19" fmla="*/ 92 h 92"/>
                <a:gd name="T20" fmla="*/ 317 w 877"/>
                <a:gd name="T21" fmla="*/ 92 h 92"/>
                <a:gd name="T22" fmla="*/ 343 w 877"/>
                <a:gd name="T23" fmla="*/ 92 h 92"/>
                <a:gd name="T24" fmla="*/ 362 w 877"/>
                <a:gd name="T25" fmla="*/ 92 h 92"/>
                <a:gd name="T26" fmla="*/ 374 w 877"/>
                <a:gd name="T27" fmla="*/ 92 h 92"/>
                <a:gd name="T28" fmla="*/ 401 w 877"/>
                <a:gd name="T29" fmla="*/ 92 h 92"/>
                <a:gd name="T30" fmla="*/ 420 w 877"/>
                <a:gd name="T31" fmla="*/ 92 h 92"/>
                <a:gd name="T32" fmla="*/ 444 w 877"/>
                <a:gd name="T33" fmla="*/ 92 h 92"/>
                <a:gd name="T34" fmla="*/ 475 w 877"/>
                <a:gd name="T35" fmla="*/ 92 h 92"/>
                <a:gd name="T36" fmla="*/ 521 w 877"/>
                <a:gd name="T37" fmla="*/ 92 h 92"/>
                <a:gd name="T38" fmla="*/ 584 w 877"/>
                <a:gd name="T39" fmla="*/ 92 h 92"/>
                <a:gd name="T40" fmla="*/ 660 w 877"/>
                <a:gd name="T41" fmla="*/ 92 h 92"/>
                <a:gd name="T42" fmla="*/ 757 w 877"/>
                <a:gd name="T43" fmla="*/ 92 h 92"/>
                <a:gd name="T44" fmla="*/ 814 w 877"/>
                <a:gd name="T45" fmla="*/ 92 h 92"/>
                <a:gd name="T46" fmla="*/ 877 w 877"/>
                <a:gd name="T47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77" h="92">
                  <a:moveTo>
                    <a:pt x="0" y="0"/>
                  </a:moveTo>
                  <a:lnTo>
                    <a:pt x="19" y="8"/>
                  </a:lnTo>
                  <a:lnTo>
                    <a:pt x="38" y="13"/>
                  </a:lnTo>
                  <a:lnTo>
                    <a:pt x="62" y="48"/>
                  </a:lnTo>
                  <a:lnTo>
                    <a:pt x="81" y="65"/>
                  </a:lnTo>
                  <a:lnTo>
                    <a:pt x="101" y="80"/>
                  </a:lnTo>
                  <a:lnTo>
                    <a:pt x="134" y="85"/>
                  </a:lnTo>
                  <a:lnTo>
                    <a:pt x="170" y="92"/>
                  </a:lnTo>
                  <a:lnTo>
                    <a:pt x="235" y="92"/>
                  </a:lnTo>
                  <a:lnTo>
                    <a:pt x="278" y="92"/>
                  </a:lnTo>
                  <a:lnTo>
                    <a:pt x="317" y="92"/>
                  </a:lnTo>
                  <a:lnTo>
                    <a:pt x="343" y="92"/>
                  </a:lnTo>
                  <a:lnTo>
                    <a:pt x="362" y="92"/>
                  </a:lnTo>
                  <a:lnTo>
                    <a:pt x="374" y="92"/>
                  </a:lnTo>
                  <a:lnTo>
                    <a:pt x="401" y="92"/>
                  </a:lnTo>
                  <a:lnTo>
                    <a:pt x="420" y="92"/>
                  </a:lnTo>
                  <a:lnTo>
                    <a:pt x="444" y="92"/>
                  </a:lnTo>
                  <a:lnTo>
                    <a:pt x="475" y="92"/>
                  </a:lnTo>
                  <a:lnTo>
                    <a:pt x="521" y="92"/>
                  </a:lnTo>
                  <a:lnTo>
                    <a:pt x="584" y="92"/>
                  </a:lnTo>
                  <a:lnTo>
                    <a:pt x="660" y="92"/>
                  </a:lnTo>
                  <a:lnTo>
                    <a:pt x="757" y="92"/>
                  </a:lnTo>
                  <a:lnTo>
                    <a:pt x="814" y="92"/>
                  </a:lnTo>
                  <a:lnTo>
                    <a:pt x="877" y="92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4" name="Rectangle 75"/>
            <p:cNvSpPr>
              <a:spLocks noChangeArrowheads="1"/>
            </p:cNvSpPr>
            <p:nvPr/>
          </p:nvSpPr>
          <p:spPr bwMode="auto">
            <a:xfrm>
              <a:off x="5029" y="2637"/>
              <a:ext cx="666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Conhecimentos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95" name="Freeform 76"/>
            <p:cNvSpPr>
              <a:spLocks/>
            </p:cNvSpPr>
            <p:nvPr/>
          </p:nvSpPr>
          <p:spPr bwMode="auto">
            <a:xfrm>
              <a:off x="4883" y="2666"/>
              <a:ext cx="603" cy="251"/>
            </a:xfrm>
            <a:custGeom>
              <a:avLst/>
              <a:gdLst>
                <a:gd name="T0" fmla="*/ 0 w 603"/>
                <a:gd name="T1" fmla="*/ 0 h 251"/>
                <a:gd name="T2" fmla="*/ 19 w 603"/>
                <a:gd name="T3" fmla="*/ 13 h 251"/>
                <a:gd name="T4" fmla="*/ 38 w 603"/>
                <a:gd name="T5" fmla="*/ 40 h 251"/>
                <a:gd name="T6" fmla="*/ 50 w 603"/>
                <a:gd name="T7" fmla="*/ 80 h 251"/>
                <a:gd name="T8" fmla="*/ 62 w 603"/>
                <a:gd name="T9" fmla="*/ 124 h 251"/>
                <a:gd name="T10" fmla="*/ 81 w 603"/>
                <a:gd name="T11" fmla="*/ 172 h 251"/>
                <a:gd name="T12" fmla="*/ 101 w 603"/>
                <a:gd name="T13" fmla="*/ 211 h 251"/>
                <a:gd name="T14" fmla="*/ 134 w 603"/>
                <a:gd name="T15" fmla="*/ 236 h 251"/>
                <a:gd name="T16" fmla="*/ 170 w 603"/>
                <a:gd name="T17" fmla="*/ 251 h 251"/>
                <a:gd name="T18" fmla="*/ 209 w 603"/>
                <a:gd name="T19" fmla="*/ 251 h 251"/>
                <a:gd name="T20" fmla="*/ 242 w 603"/>
                <a:gd name="T21" fmla="*/ 251 h 251"/>
                <a:gd name="T22" fmla="*/ 266 w 603"/>
                <a:gd name="T23" fmla="*/ 251 h 251"/>
                <a:gd name="T24" fmla="*/ 278 w 603"/>
                <a:gd name="T25" fmla="*/ 251 h 251"/>
                <a:gd name="T26" fmla="*/ 298 w 603"/>
                <a:gd name="T27" fmla="*/ 251 h 251"/>
                <a:gd name="T28" fmla="*/ 317 w 603"/>
                <a:gd name="T29" fmla="*/ 251 h 251"/>
                <a:gd name="T30" fmla="*/ 343 w 603"/>
                <a:gd name="T31" fmla="*/ 251 h 251"/>
                <a:gd name="T32" fmla="*/ 362 w 603"/>
                <a:gd name="T33" fmla="*/ 251 h 251"/>
                <a:gd name="T34" fmla="*/ 386 w 603"/>
                <a:gd name="T35" fmla="*/ 251 h 251"/>
                <a:gd name="T36" fmla="*/ 425 w 603"/>
                <a:gd name="T37" fmla="*/ 251 h 251"/>
                <a:gd name="T38" fmla="*/ 471 w 603"/>
                <a:gd name="T39" fmla="*/ 251 h 251"/>
                <a:gd name="T40" fmla="*/ 528 w 603"/>
                <a:gd name="T41" fmla="*/ 251 h 251"/>
                <a:gd name="T42" fmla="*/ 603 w 603"/>
                <a:gd name="T43" fmla="*/ 25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03" h="251">
                  <a:moveTo>
                    <a:pt x="0" y="0"/>
                  </a:moveTo>
                  <a:lnTo>
                    <a:pt x="19" y="13"/>
                  </a:lnTo>
                  <a:lnTo>
                    <a:pt x="38" y="40"/>
                  </a:lnTo>
                  <a:lnTo>
                    <a:pt x="50" y="80"/>
                  </a:lnTo>
                  <a:lnTo>
                    <a:pt x="62" y="124"/>
                  </a:lnTo>
                  <a:lnTo>
                    <a:pt x="81" y="172"/>
                  </a:lnTo>
                  <a:lnTo>
                    <a:pt x="101" y="211"/>
                  </a:lnTo>
                  <a:lnTo>
                    <a:pt x="134" y="236"/>
                  </a:lnTo>
                  <a:lnTo>
                    <a:pt x="170" y="251"/>
                  </a:lnTo>
                  <a:lnTo>
                    <a:pt x="209" y="251"/>
                  </a:lnTo>
                  <a:lnTo>
                    <a:pt x="242" y="251"/>
                  </a:lnTo>
                  <a:lnTo>
                    <a:pt x="266" y="251"/>
                  </a:lnTo>
                  <a:lnTo>
                    <a:pt x="278" y="251"/>
                  </a:lnTo>
                  <a:lnTo>
                    <a:pt x="298" y="251"/>
                  </a:lnTo>
                  <a:lnTo>
                    <a:pt x="317" y="251"/>
                  </a:lnTo>
                  <a:lnTo>
                    <a:pt x="343" y="251"/>
                  </a:lnTo>
                  <a:lnTo>
                    <a:pt x="362" y="251"/>
                  </a:lnTo>
                  <a:lnTo>
                    <a:pt x="386" y="251"/>
                  </a:lnTo>
                  <a:lnTo>
                    <a:pt x="425" y="251"/>
                  </a:lnTo>
                  <a:lnTo>
                    <a:pt x="471" y="251"/>
                  </a:lnTo>
                  <a:lnTo>
                    <a:pt x="528" y="251"/>
                  </a:lnTo>
                  <a:lnTo>
                    <a:pt x="603" y="251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6" name="Rectangle 77"/>
            <p:cNvSpPr>
              <a:spLocks noChangeArrowheads="1"/>
            </p:cNvSpPr>
            <p:nvPr/>
          </p:nvSpPr>
          <p:spPr bwMode="auto">
            <a:xfrm>
              <a:off x="5029" y="2795"/>
              <a:ext cx="421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Recursos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97" name="Freeform 78"/>
            <p:cNvSpPr>
              <a:spLocks/>
            </p:cNvSpPr>
            <p:nvPr/>
          </p:nvSpPr>
          <p:spPr bwMode="auto">
            <a:xfrm>
              <a:off x="3611" y="2862"/>
              <a:ext cx="839" cy="330"/>
            </a:xfrm>
            <a:custGeom>
              <a:avLst/>
              <a:gdLst>
                <a:gd name="T0" fmla="*/ 0 w 839"/>
                <a:gd name="T1" fmla="*/ 0 h 330"/>
                <a:gd name="T2" fmla="*/ 5 w 839"/>
                <a:gd name="T3" fmla="*/ 8 h 330"/>
                <a:gd name="T4" fmla="*/ 20 w 839"/>
                <a:gd name="T5" fmla="*/ 15 h 330"/>
                <a:gd name="T6" fmla="*/ 32 w 839"/>
                <a:gd name="T7" fmla="*/ 55 h 330"/>
                <a:gd name="T8" fmla="*/ 44 w 839"/>
                <a:gd name="T9" fmla="*/ 107 h 330"/>
                <a:gd name="T10" fmla="*/ 58 w 839"/>
                <a:gd name="T11" fmla="*/ 166 h 330"/>
                <a:gd name="T12" fmla="*/ 77 w 839"/>
                <a:gd name="T13" fmla="*/ 223 h 330"/>
                <a:gd name="T14" fmla="*/ 101 w 839"/>
                <a:gd name="T15" fmla="*/ 278 h 330"/>
                <a:gd name="T16" fmla="*/ 128 w 839"/>
                <a:gd name="T17" fmla="*/ 315 h 330"/>
                <a:gd name="T18" fmla="*/ 147 w 839"/>
                <a:gd name="T19" fmla="*/ 323 h 330"/>
                <a:gd name="T20" fmla="*/ 166 w 839"/>
                <a:gd name="T21" fmla="*/ 330 h 330"/>
                <a:gd name="T22" fmla="*/ 229 w 839"/>
                <a:gd name="T23" fmla="*/ 330 h 330"/>
                <a:gd name="T24" fmla="*/ 274 w 839"/>
                <a:gd name="T25" fmla="*/ 330 h 330"/>
                <a:gd name="T26" fmla="*/ 306 w 839"/>
                <a:gd name="T27" fmla="*/ 330 h 330"/>
                <a:gd name="T28" fmla="*/ 330 w 839"/>
                <a:gd name="T29" fmla="*/ 330 h 330"/>
                <a:gd name="T30" fmla="*/ 349 w 839"/>
                <a:gd name="T31" fmla="*/ 330 h 330"/>
                <a:gd name="T32" fmla="*/ 363 w 839"/>
                <a:gd name="T33" fmla="*/ 330 h 330"/>
                <a:gd name="T34" fmla="*/ 387 w 839"/>
                <a:gd name="T35" fmla="*/ 330 h 330"/>
                <a:gd name="T36" fmla="*/ 407 w 839"/>
                <a:gd name="T37" fmla="*/ 330 h 330"/>
                <a:gd name="T38" fmla="*/ 426 w 839"/>
                <a:gd name="T39" fmla="*/ 330 h 330"/>
                <a:gd name="T40" fmla="*/ 457 w 839"/>
                <a:gd name="T41" fmla="*/ 330 h 330"/>
                <a:gd name="T42" fmla="*/ 503 w 839"/>
                <a:gd name="T43" fmla="*/ 330 h 330"/>
                <a:gd name="T44" fmla="*/ 560 w 839"/>
                <a:gd name="T45" fmla="*/ 330 h 330"/>
                <a:gd name="T46" fmla="*/ 630 w 839"/>
                <a:gd name="T47" fmla="*/ 330 h 330"/>
                <a:gd name="T48" fmla="*/ 724 w 839"/>
                <a:gd name="T49" fmla="*/ 330 h 330"/>
                <a:gd name="T50" fmla="*/ 839 w 839"/>
                <a:gd name="T51" fmla="*/ 33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39" h="330">
                  <a:moveTo>
                    <a:pt x="0" y="0"/>
                  </a:moveTo>
                  <a:lnTo>
                    <a:pt x="5" y="8"/>
                  </a:lnTo>
                  <a:lnTo>
                    <a:pt x="20" y="15"/>
                  </a:lnTo>
                  <a:lnTo>
                    <a:pt x="32" y="55"/>
                  </a:lnTo>
                  <a:lnTo>
                    <a:pt x="44" y="107"/>
                  </a:lnTo>
                  <a:lnTo>
                    <a:pt x="58" y="166"/>
                  </a:lnTo>
                  <a:lnTo>
                    <a:pt x="77" y="223"/>
                  </a:lnTo>
                  <a:lnTo>
                    <a:pt x="101" y="278"/>
                  </a:lnTo>
                  <a:lnTo>
                    <a:pt x="128" y="315"/>
                  </a:lnTo>
                  <a:lnTo>
                    <a:pt x="147" y="323"/>
                  </a:lnTo>
                  <a:lnTo>
                    <a:pt x="166" y="330"/>
                  </a:lnTo>
                  <a:lnTo>
                    <a:pt x="229" y="330"/>
                  </a:lnTo>
                  <a:lnTo>
                    <a:pt x="274" y="330"/>
                  </a:lnTo>
                  <a:lnTo>
                    <a:pt x="306" y="330"/>
                  </a:lnTo>
                  <a:lnTo>
                    <a:pt x="330" y="330"/>
                  </a:lnTo>
                  <a:lnTo>
                    <a:pt x="349" y="330"/>
                  </a:lnTo>
                  <a:lnTo>
                    <a:pt x="363" y="330"/>
                  </a:lnTo>
                  <a:lnTo>
                    <a:pt x="387" y="330"/>
                  </a:lnTo>
                  <a:lnTo>
                    <a:pt x="407" y="330"/>
                  </a:lnTo>
                  <a:lnTo>
                    <a:pt x="426" y="330"/>
                  </a:lnTo>
                  <a:lnTo>
                    <a:pt x="457" y="330"/>
                  </a:lnTo>
                  <a:lnTo>
                    <a:pt x="503" y="330"/>
                  </a:lnTo>
                  <a:lnTo>
                    <a:pt x="560" y="330"/>
                  </a:lnTo>
                  <a:lnTo>
                    <a:pt x="630" y="330"/>
                  </a:lnTo>
                  <a:lnTo>
                    <a:pt x="724" y="330"/>
                  </a:lnTo>
                  <a:lnTo>
                    <a:pt x="839" y="33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8" name="Rectangle 79"/>
            <p:cNvSpPr>
              <a:spLocks noChangeArrowheads="1"/>
            </p:cNvSpPr>
            <p:nvPr/>
          </p:nvSpPr>
          <p:spPr bwMode="auto">
            <a:xfrm>
              <a:off x="3756" y="3068"/>
              <a:ext cx="63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Oportunidades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99" name="Freeform 80"/>
            <p:cNvSpPr>
              <a:spLocks/>
            </p:cNvSpPr>
            <p:nvPr/>
          </p:nvSpPr>
          <p:spPr bwMode="auto">
            <a:xfrm>
              <a:off x="4450" y="3125"/>
              <a:ext cx="1202" cy="67"/>
            </a:xfrm>
            <a:custGeom>
              <a:avLst/>
              <a:gdLst>
                <a:gd name="T0" fmla="*/ 0 w 1202"/>
                <a:gd name="T1" fmla="*/ 67 h 67"/>
                <a:gd name="T2" fmla="*/ 31 w 1202"/>
                <a:gd name="T3" fmla="*/ 52 h 67"/>
                <a:gd name="T4" fmla="*/ 58 w 1202"/>
                <a:gd name="T5" fmla="*/ 32 h 67"/>
                <a:gd name="T6" fmla="*/ 77 w 1202"/>
                <a:gd name="T7" fmla="*/ 20 h 67"/>
                <a:gd name="T8" fmla="*/ 101 w 1202"/>
                <a:gd name="T9" fmla="*/ 15 h 67"/>
                <a:gd name="T10" fmla="*/ 127 w 1202"/>
                <a:gd name="T11" fmla="*/ 0 h 67"/>
                <a:gd name="T12" fmla="*/ 166 w 1202"/>
                <a:gd name="T13" fmla="*/ 0 h 67"/>
                <a:gd name="T14" fmla="*/ 216 w 1202"/>
                <a:gd name="T15" fmla="*/ 0 h 67"/>
                <a:gd name="T16" fmla="*/ 255 w 1202"/>
                <a:gd name="T17" fmla="*/ 0 h 67"/>
                <a:gd name="T18" fmla="*/ 324 w 1202"/>
                <a:gd name="T19" fmla="*/ 0 h 67"/>
                <a:gd name="T20" fmla="*/ 375 w 1202"/>
                <a:gd name="T21" fmla="*/ 0 h 67"/>
                <a:gd name="T22" fmla="*/ 413 w 1202"/>
                <a:gd name="T23" fmla="*/ 0 h 67"/>
                <a:gd name="T24" fmla="*/ 440 w 1202"/>
                <a:gd name="T25" fmla="*/ 0 h 67"/>
                <a:gd name="T26" fmla="*/ 459 w 1202"/>
                <a:gd name="T27" fmla="*/ 0 h 67"/>
                <a:gd name="T28" fmla="*/ 502 w 1202"/>
                <a:gd name="T29" fmla="*/ 0 h 67"/>
                <a:gd name="T30" fmla="*/ 529 w 1202"/>
                <a:gd name="T31" fmla="*/ 0 h 67"/>
                <a:gd name="T32" fmla="*/ 567 w 1202"/>
                <a:gd name="T33" fmla="*/ 0 h 67"/>
                <a:gd name="T34" fmla="*/ 610 w 1202"/>
                <a:gd name="T35" fmla="*/ 0 h 67"/>
                <a:gd name="T36" fmla="*/ 680 w 1202"/>
                <a:gd name="T37" fmla="*/ 0 h 67"/>
                <a:gd name="T38" fmla="*/ 769 w 1202"/>
                <a:gd name="T39" fmla="*/ 0 h 67"/>
                <a:gd name="T40" fmla="*/ 819 w 1202"/>
                <a:gd name="T41" fmla="*/ 0 h 67"/>
                <a:gd name="T42" fmla="*/ 884 w 1202"/>
                <a:gd name="T43" fmla="*/ 0 h 67"/>
                <a:gd name="T44" fmla="*/ 947 w 1202"/>
                <a:gd name="T45" fmla="*/ 0 h 67"/>
                <a:gd name="T46" fmla="*/ 1024 w 1202"/>
                <a:gd name="T47" fmla="*/ 0 h 67"/>
                <a:gd name="T48" fmla="*/ 1105 w 1202"/>
                <a:gd name="T49" fmla="*/ 0 h 67"/>
                <a:gd name="T50" fmla="*/ 1202 w 1202"/>
                <a:gd name="T51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02" h="67">
                  <a:moveTo>
                    <a:pt x="0" y="67"/>
                  </a:moveTo>
                  <a:lnTo>
                    <a:pt x="31" y="52"/>
                  </a:lnTo>
                  <a:lnTo>
                    <a:pt x="58" y="32"/>
                  </a:lnTo>
                  <a:lnTo>
                    <a:pt x="77" y="20"/>
                  </a:lnTo>
                  <a:lnTo>
                    <a:pt x="101" y="15"/>
                  </a:lnTo>
                  <a:lnTo>
                    <a:pt x="127" y="0"/>
                  </a:lnTo>
                  <a:lnTo>
                    <a:pt x="166" y="0"/>
                  </a:lnTo>
                  <a:lnTo>
                    <a:pt x="216" y="0"/>
                  </a:lnTo>
                  <a:lnTo>
                    <a:pt x="255" y="0"/>
                  </a:lnTo>
                  <a:lnTo>
                    <a:pt x="324" y="0"/>
                  </a:lnTo>
                  <a:lnTo>
                    <a:pt x="375" y="0"/>
                  </a:lnTo>
                  <a:lnTo>
                    <a:pt x="413" y="0"/>
                  </a:lnTo>
                  <a:lnTo>
                    <a:pt x="440" y="0"/>
                  </a:lnTo>
                  <a:lnTo>
                    <a:pt x="459" y="0"/>
                  </a:lnTo>
                  <a:lnTo>
                    <a:pt x="502" y="0"/>
                  </a:lnTo>
                  <a:lnTo>
                    <a:pt x="529" y="0"/>
                  </a:lnTo>
                  <a:lnTo>
                    <a:pt x="567" y="0"/>
                  </a:lnTo>
                  <a:lnTo>
                    <a:pt x="610" y="0"/>
                  </a:lnTo>
                  <a:lnTo>
                    <a:pt x="680" y="0"/>
                  </a:lnTo>
                  <a:lnTo>
                    <a:pt x="769" y="0"/>
                  </a:lnTo>
                  <a:lnTo>
                    <a:pt x="819" y="0"/>
                  </a:lnTo>
                  <a:lnTo>
                    <a:pt x="884" y="0"/>
                  </a:lnTo>
                  <a:lnTo>
                    <a:pt x="947" y="0"/>
                  </a:lnTo>
                  <a:lnTo>
                    <a:pt x="1024" y="0"/>
                  </a:lnTo>
                  <a:lnTo>
                    <a:pt x="1105" y="0"/>
                  </a:lnTo>
                  <a:lnTo>
                    <a:pt x="1202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0" name="Rectangle 81"/>
            <p:cNvSpPr>
              <a:spLocks noChangeArrowheads="1"/>
            </p:cNvSpPr>
            <p:nvPr/>
          </p:nvSpPr>
          <p:spPr bwMode="auto">
            <a:xfrm>
              <a:off x="4592" y="3004"/>
              <a:ext cx="966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Melhorias incrementais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01" name="Freeform 82"/>
            <p:cNvSpPr>
              <a:spLocks/>
            </p:cNvSpPr>
            <p:nvPr/>
          </p:nvSpPr>
          <p:spPr bwMode="auto">
            <a:xfrm>
              <a:off x="4450" y="3192"/>
              <a:ext cx="687" cy="92"/>
            </a:xfrm>
            <a:custGeom>
              <a:avLst/>
              <a:gdLst>
                <a:gd name="T0" fmla="*/ 0 w 687"/>
                <a:gd name="T1" fmla="*/ 0 h 92"/>
                <a:gd name="T2" fmla="*/ 19 w 687"/>
                <a:gd name="T3" fmla="*/ 5 h 92"/>
                <a:gd name="T4" fmla="*/ 31 w 687"/>
                <a:gd name="T5" fmla="*/ 13 h 92"/>
                <a:gd name="T6" fmla="*/ 58 w 687"/>
                <a:gd name="T7" fmla="*/ 45 h 92"/>
                <a:gd name="T8" fmla="*/ 77 w 687"/>
                <a:gd name="T9" fmla="*/ 65 h 92"/>
                <a:gd name="T10" fmla="*/ 101 w 687"/>
                <a:gd name="T11" fmla="*/ 77 h 92"/>
                <a:gd name="T12" fmla="*/ 127 w 687"/>
                <a:gd name="T13" fmla="*/ 84 h 92"/>
                <a:gd name="T14" fmla="*/ 166 w 687"/>
                <a:gd name="T15" fmla="*/ 92 h 92"/>
                <a:gd name="T16" fmla="*/ 216 w 687"/>
                <a:gd name="T17" fmla="*/ 92 h 92"/>
                <a:gd name="T18" fmla="*/ 248 w 687"/>
                <a:gd name="T19" fmla="*/ 92 h 92"/>
                <a:gd name="T20" fmla="*/ 281 w 687"/>
                <a:gd name="T21" fmla="*/ 92 h 92"/>
                <a:gd name="T22" fmla="*/ 298 w 687"/>
                <a:gd name="T23" fmla="*/ 92 h 92"/>
                <a:gd name="T24" fmla="*/ 324 w 687"/>
                <a:gd name="T25" fmla="*/ 92 h 92"/>
                <a:gd name="T26" fmla="*/ 344 w 687"/>
                <a:gd name="T27" fmla="*/ 92 h 92"/>
                <a:gd name="T28" fmla="*/ 351 w 687"/>
                <a:gd name="T29" fmla="*/ 92 h 92"/>
                <a:gd name="T30" fmla="*/ 370 w 687"/>
                <a:gd name="T31" fmla="*/ 92 h 92"/>
                <a:gd name="T32" fmla="*/ 394 w 687"/>
                <a:gd name="T33" fmla="*/ 92 h 92"/>
                <a:gd name="T34" fmla="*/ 425 w 687"/>
                <a:gd name="T35" fmla="*/ 92 h 92"/>
                <a:gd name="T36" fmla="*/ 471 w 687"/>
                <a:gd name="T37" fmla="*/ 92 h 92"/>
                <a:gd name="T38" fmla="*/ 529 w 687"/>
                <a:gd name="T39" fmla="*/ 92 h 92"/>
                <a:gd name="T40" fmla="*/ 598 w 687"/>
                <a:gd name="T41" fmla="*/ 92 h 92"/>
                <a:gd name="T42" fmla="*/ 687 w 687"/>
                <a:gd name="T43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87" h="92">
                  <a:moveTo>
                    <a:pt x="0" y="0"/>
                  </a:moveTo>
                  <a:lnTo>
                    <a:pt x="19" y="5"/>
                  </a:lnTo>
                  <a:lnTo>
                    <a:pt x="31" y="13"/>
                  </a:lnTo>
                  <a:lnTo>
                    <a:pt x="58" y="45"/>
                  </a:lnTo>
                  <a:lnTo>
                    <a:pt x="77" y="65"/>
                  </a:lnTo>
                  <a:lnTo>
                    <a:pt x="101" y="77"/>
                  </a:lnTo>
                  <a:lnTo>
                    <a:pt x="127" y="84"/>
                  </a:lnTo>
                  <a:lnTo>
                    <a:pt x="166" y="92"/>
                  </a:lnTo>
                  <a:lnTo>
                    <a:pt x="216" y="92"/>
                  </a:lnTo>
                  <a:lnTo>
                    <a:pt x="248" y="92"/>
                  </a:lnTo>
                  <a:lnTo>
                    <a:pt x="281" y="92"/>
                  </a:lnTo>
                  <a:lnTo>
                    <a:pt x="298" y="92"/>
                  </a:lnTo>
                  <a:lnTo>
                    <a:pt x="324" y="92"/>
                  </a:lnTo>
                  <a:lnTo>
                    <a:pt x="344" y="92"/>
                  </a:lnTo>
                  <a:lnTo>
                    <a:pt x="351" y="92"/>
                  </a:lnTo>
                  <a:lnTo>
                    <a:pt x="370" y="92"/>
                  </a:lnTo>
                  <a:lnTo>
                    <a:pt x="394" y="92"/>
                  </a:lnTo>
                  <a:lnTo>
                    <a:pt x="425" y="92"/>
                  </a:lnTo>
                  <a:lnTo>
                    <a:pt x="471" y="92"/>
                  </a:lnTo>
                  <a:lnTo>
                    <a:pt x="529" y="92"/>
                  </a:lnTo>
                  <a:lnTo>
                    <a:pt x="598" y="92"/>
                  </a:lnTo>
                  <a:lnTo>
                    <a:pt x="687" y="92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2" name="Rectangle 83"/>
            <p:cNvSpPr>
              <a:spLocks noChangeArrowheads="1"/>
            </p:cNvSpPr>
            <p:nvPr/>
          </p:nvSpPr>
          <p:spPr bwMode="auto">
            <a:xfrm>
              <a:off x="4592" y="3162"/>
              <a:ext cx="500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Redesenho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03" name="Freeform 84"/>
            <p:cNvSpPr>
              <a:spLocks/>
            </p:cNvSpPr>
            <p:nvPr/>
          </p:nvSpPr>
          <p:spPr bwMode="auto">
            <a:xfrm>
              <a:off x="3611" y="2862"/>
              <a:ext cx="483" cy="630"/>
            </a:xfrm>
            <a:custGeom>
              <a:avLst/>
              <a:gdLst>
                <a:gd name="T0" fmla="*/ 0 w 483"/>
                <a:gd name="T1" fmla="*/ 0 h 630"/>
                <a:gd name="T2" fmla="*/ 5 w 483"/>
                <a:gd name="T3" fmla="*/ 8 h 630"/>
                <a:gd name="T4" fmla="*/ 20 w 483"/>
                <a:gd name="T5" fmla="*/ 28 h 630"/>
                <a:gd name="T6" fmla="*/ 25 w 483"/>
                <a:gd name="T7" fmla="*/ 60 h 630"/>
                <a:gd name="T8" fmla="*/ 32 w 483"/>
                <a:gd name="T9" fmla="*/ 100 h 630"/>
                <a:gd name="T10" fmla="*/ 39 w 483"/>
                <a:gd name="T11" fmla="*/ 147 h 630"/>
                <a:gd name="T12" fmla="*/ 44 w 483"/>
                <a:gd name="T13" fmla="*/ 199 h 630"/>
                <a:gd name="T14" fmla="*/ 58 w 483"/>
                <a:gd name="T15" fmla="*/ 315 h 630"/>
                <a:gd name="T16" fmla="*/ 77 w 483"/>
                <a:gd name="T17" fmla="*/ 434 h 630"/>
                <a:gd name="T18" fmla="*/ 89 w 483"/>
                <a:gd name="T19" fmla="*/ 486 h 630"/>
                <a:gd name="T20" fmla="*/ 101 w 483"/>
                <a:gd name="T21" fmla="*/ 533 h 630"/>
                <a:gd name="T22" fmla="*/ 113 w 483"/>
                <a:gd name="T23" fmla="*/ 573 h 630"/>
                <a:gd name="T24" fmla="*/ 128 w 483"/>
                <a:gd name="T25" fmla="*/ 605 h 630"/>
                <a:gd name="T26" fmla="*/ 147 w 483"/>
                <a:gd name="T27" fmla="*/ 625 h 630"/>
                <a:gd name="T28" fmla="*/ 166 w 483"/>
                <a:gd name="T29" fmla="*/ 630 h 630"/>
                <a:gd name="T30" fmla="*/ 198 w 483"/>
                <a:gd name="T31" fmla="*/ 630 h 630"/>
                <a:gd name="T32" fmla="*/ 222 w 483"/>
                <a:gd name="T33" fmla="*/ 630 h 630"/>
                <a:gd name="T34" fmla="*/ 248 w 483"/>
                <a:gd name="T35" fmla="*/ 630 h 630"/>
                <a:gd name="T36" fmla="*/ 267 w 483"/>
                <a:gd name="T37" fmla="*/ 630 h 630"/>
                <a:gd name="T38" fmla="*/ 279 w 483"/>
                <a:gd name="T39" fmla="*/ 630 h 630"/>
                <a:gd name="T40" fmla="*/ 294 w 483"/>
                <a:gd name="T41" fmla="*/ 630 h 630"/>
                <a:gd name="T42" fmla="*/ 306 w 483"/>
                <a:gd name="T43" fmla="*/ 630 h 630"/>
                <a:gd name="T44" fmla="*/ 325 w 483"/>
                <a:gd name="T45" fmla="*/ 630 h 630"/>
                <a:gd name="T46" fmla="*/ 349 w 483"/>
                <a:gd name="T47" fmla="*/ 630 h 630"/>
                <a:gd name="T48" fmla="*/ 387 w 483"/>
                <a:gd name="T49" fmla="*/ 630 h 630"/>
                <a:gd name="T50" fmla="*/ 433 w 483"/>
                <a:gd name="T51" fmla="*/ 630 h 630"/>
                <a:gd name="T52" fmla="*/ 483 w 483"/>
                <a:gd name="T53" fmla="*/ 6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83" h="630">
                  <a:moveTo>
                    <a:pt x="0" y="0"/>
                  </a:moveTo>
                  <a:lnTo>
                    <a:pt x="5" y="8"/>
                  </a:lnTo>
                  <a:lnTo>
                    <a:pt x="20" y="28"/>
                  </a:lnTo>
                  <a:lnTo>
                    <a:pt x="25" y="60"/>
                  </a:lnTo>
                  <a:lnTo>
                    <a:pt x="32" y="100"/>
                  </a:lnTo>
                  <a:lnTo>
                    <a:pt x="39" y="147"/>
                  </a:lnTo>
                  <a:lnTo>
                    <a:pt x="44" y="199"/>
                  </a:lnTo>
                  <a:lnTo>
                    <a:pt x="58" y="315"/>
                  </a:lnTo>
                  <a:lnTo>
                    <a:pt x="77" y="434"/>
                  </a:lnTo>
                  <a:lnTo>
                    <a:pt x="89" y="486"/>
                  </a:lnTo>
                  <a:lnTo>
                    <a:pt x="101" y="533"/>
                  </a:lnTo>
                  <a:lnTo>
                    <a:pt x="113" y="573"/>
                  </a:lnTo>
                  <a:lnTo>
                    <a:pt x="128" y="605"/>
                  </a:lnTo>
                  <a:lnTo>
                    <a:pt x="147" y="625"/>
                  </a:lnTo>
                  <a:lnTo>
                    <a:pt x="166" y="630"/>
                  </a:lnTo>
                  <a:lnTo>
                    <a:pt x="198" y="630"/>
                  </a:lnTo>
                  <a:lnTo>
                    <a:pt x="222" y="630"/>
                  </a:lnTo>
                  <a:lnTo>
                    <a:pt x="248" y="630"/>
                  </a:lnTo>
                  <a:lnTo>
                    <a:pt x="267" y="630"/>
                  </a:lnTo>
                  <a:lnTo>
                    <a:pt x="279" y="630"/>
                  </a:lnTo>
                  <a:lnTo>
                    <a:pt x="294" y="630"/>
                  </a:lnTo>
                  <a:lnTo>
                    <a:pt x="306" y="630"/>
                  </a:lnTo>
                  <a:lnTo>
                    <a:pt x="325" y="630"/>
                  </a:lnTo>
                  <a:lnTo>
                    <a:pt x="349" y="630"/>
                  </a:lnTo>
                  <a:lnTo>
                    <a:pt x="387" y="630"/>
                  </a:lnTo>
                  <a:lnTo>
                    <a:pt x="433" y="630"/>
                  </a:lnTo>
                  <a:lnTo>
                    <a:pt x="483" y="63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4" name="Rectangle 85"/>
            <p:cNvSpPr>
              <a:spLocks noChangeArrowheads="1"/>
            </p:cNvSpPr>
            <p:nvPr/>
          </p:nvSpPr>
          <p:spPr bwMode="auto">
            <a:xfrm>
              <a:off x="3756" y="3371"/>
              <a:ext cx="310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Riscos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05" name="Freeform 86"/>
            <p:cNvSpPr>
              <a:spLocks/>
            </p:cNvSpPr>
            <p:nvPr/>
          </p:nvSpPr>
          <p:spPr bwMode="auto">
            <a:xfrm>
              <a:off x="3611" y="2862"/>
              <a:ext cx="1437" cy="789"/>
            </a:xfrm>
            <a:custGeom>
              <a:avLst/>
              <a:gdLst>
                <a:gd name="T0" fmla="*/ 0 w 1437"/>
                <a:gd name="T1" fmla="*/ 0 h 789"/>
                <a:gd name="T2" fmla="*/ 5 w 1437"/>
                <a:gd name="T3" fmla="*/ 8 h 789"/>
                <a:gd name="T4" fmla="*/ 20 w 1437"/>
                <a:gd name="T5" fmla="*/ 35 h 789"/>
                <a:gd name="T6" fmla="*/ 25 w 1437"/>
                <a:gd name="T7" fmla="*/ 72 h 789"/>
                <a:gd name="T8" fmla="*/ 32 w 1437"/>
                <a:gd name="T9" fmla="*/ 127 h 789"/>
                <a:gd name="T10" fmla="*/ 39 w 1437"/>
                <a:gd name="T11" fmla="*/ 184 h 789"/>
                <a:gd name="T12" fmla="*/ 44 w 1437"/>
                <a:gd name="T13" fmla="*/ 251 h 789"/>
                <a:gd name="T14" fmla="*/ 58 w 1437"/>
                <a:gd name="T15" fmla="*/ 395 h 789"/>
                <a:gd name="T16" fmla="*/ 77 w 1437"/>
                <a:gd name="T17" fmla="*/ 538 h 789"/>
                <a:gd name="T18" fmla="*/ 89 w 1437"/>
                <a:gd name="T19" fmla="*/ 605 h 789"/>
                <a:gd name="T20" fmla="*/ 101 w 1437"/>
                <a:gd name="T21" fmla="*/ 665 h 789"/>
                <a:gd name="T22" fmla="*/ 113 w 1437"/>
                <a:gd name="T23" fmla="*/ 717 h 789"/>
                <a:gd name="T24" fmla="*/ 128 w 1437"/>
                <a:gd name="T25" fmla="*/ 757 h 789"/>
                <a:gd name="T26" fmla="*/ 147 w 1437"/>
                <a:gd name="T27" fmla="*/ 781 h 789"/>
                <a:gd name="T28" fmla="*/ 166 w 1437"/>
                <a:gd name="T29" fmla="*/ 789 h 789"/>
                <a:gd name="T30" fmla="*/ 222 w 1437"/>
                <a:gd name="T31" fmla="*/ 789 h 789"/>
                <a:gd name="T32" fmla="*/ 274 w 1437"/>
                <a:gd name="T33" fmla="*/ 789 h 789"/>
                <a:gd name="T34" fmla="*/ 318 w 1437"/>
                <a:gd name="T35" fmla="*/ 789 h 789"/>
                <a:gd name="T36" fmla="*/ 363 w 1437"/>
                <a:gd name="T37" fmla="*/ 789 h 789"/>
                <a:gd name="T38" fmla="*/ 419 w 1437"/>
                <a:gd name="T39" fmla="*/ 789 h 789"/>
                <a:gd name="T40" fmla="*/ 464 w 1437"/>
                <a:gd name="T41" fmla="*/ 789 h 789"/>
                <a:gd name="T42" fmla="*/ 503 w 1437"/>
                <a:gd name="T43" fmla="*/ 789 h 789"/>
                <a:gd name="T44" fmla="*/ 527 w 1437"/>
                <a:gd name="T45" fmla="*/ 789 h 789"/>
                <a:gd name="T46" fmla="*/ 546 w 1437"/>
                <a:gd name="T47" fmla="*/ 789 h 789"/>
                <a:gd name="T48" fmla="*/ 572 w 1437"/>
                <a:gd name="T49" fmla="*/ 789 h 789"/>
                <a:gd name="T50" fmla="*/ 611 w 1437"/>
                <a:gd name="T51" fmla="*/ 789 h 789"/>
                <a:gd name="T52" fmla="*/ 654 w 1437"/>
                <a:gd name="T53" fmla="*/ 789 h 789"/>
                <a:gd name="T54" fmla="*/ 712 w 1437"/>
                <a:gd name="T55" fmla="*/ 789 h 789"/>
                <a:gd name="T56" fmla="*/ 750 w 1437"/>
                <a:gd name="T57" fmla="*/ 789 h 789"/>
                <a:gd name="T58" fmla="*/ 796 w 1437"/>
                <a:gd name="T59" fmla="*/ 789 h 789"/>
                <a:gd name="T60" fmla="*/ 846 w 1437"/>
                <a:gd name="T61" fmla="*/ 789 h 789"/>
                <a:gd name="T62" fmla="*/ 904 w 1437"/>
                <a:gd name="T63" fmla="*/ 789 h 789"/>
                <a:gd name="T64" fmla="*/ 974 w 1437"/>
                <a:gd name="T65" fmla="*/ 789 h 789"/>
                <a:gd name="T66" fmla="*/ 1043 w 1437"/>
                <a:gd name="T67" fmla="*/ 789 h 789"/>
                <a:gd name="T68" fmla="*/ 1125 w 1437"/>
                <a:gd name="T69" fmla="*/ 789 h 789"/>
                <a:gd name="T70" fmla="*/ 1221 w 1437"/>
                <a:gd name="T71" fmla="*/ 789 h 789"/>
                <a:gd name="T72" fmla="*/ 1322 w 1437"/>
                <a:gd name="T73" fmla="*/ 789 h 789"/>
                <a:gd name="T74" fmla="*/ 1437 w 1437"/>
                <a:gd name="T75" fmla="*/ 789 h 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37" h="789">
                  <a:moveTo>
                    <a:pt x="0" y="0"/>
                  </a:moveTo>
                  <a:lnTo>
                    <a:pt x="5" y="8"/>
                  </a:lnTo>
                  <a:lnTo>
                    <a:pt x="20" y="35"/>
                  </a:lnTo>
                  <a:lnTo>
                    <a:pt x="25" y="72"/>
                  </a:lnTo>
                  <a:lnTo>
                    <a:pt x="32" y="127"/>
                  </a:lnTo>
                  <a:lnTo>
                    <a:pt x="39" y="184"/>
                  </a:lnTo>
                  <a:lnTo>
                    <a:pt x="44" y="251"/>
                  </a:lnTo>
                  <a:lnTo>
                    <a:pt x="58" y="395"/>
                  </a:lnTo>
                  <a:lnTo>
                    <a:pt x="77" y="538"/>
                  </a:lnTo>
                  <a:lnTo>
                    <a:pt x="89" y="605"/>
                  </a:lnTo>
                  <a:lnTo>
                    <a:pt x="101" y="665"/>
                  </a:lnTo>
                  <a:lnTo>
                    <a:pt x="113" y="717"/>
                  </a:lnTo>
                  <a:lnTo>
                    <a:pt x="128" y="757"/>
                  </a:lnTo>
                  <a:lnTo>
                    <a:pt x="147" y="781"/>
                  </a:lnTo>
                  <a:lnTo>
                    <a:pt x="166" y="789"/>
                  </a:lnTo>
                  <a:lnTo>
                    <a:pt x="222" y="789"/>
                  </a:lnTo>
                  <a:lnTo>
                    <a:pt x="274" y="789"/>
                  </a:lnTo>
                  <a:lnTo>
                    <a:pt x="318" y="789"/>
                  </a:lnTo>
                  <a:lnTo>
                    <a:pt x="363" y="789"/>
                  </a:lnTo>
                  <a:lnTo>
                    <a:pt x="419" y="789"/>
                  </a:lnTo>
                  <a:lnTo>
                    <a:pt x="464" y="789"/>
                  </a:lnTo>
                  <a:lnTo>
                    <a:pt x="503" y="789"/>
                  </a:lnTo>
                  <a:lnTo>
                    <a:pt x="527" y="789"/>
                  </a:lnTo>
                  <a:lnTo>
                    <a:pt x="546" y="789"/>
                  </a:lnTo>
                  <a:lnTo>
                    <a:pt x="572" y="789"/>
                  </a:lnTo>
                  <a:lnTo>
                    <a:pt x="611" y="789"/>
                  </a:lnTo>
                  <a:lnTo>
                    <a:pt x="654" y="789"/>
                  </a:lnTo>
                  <a:lnTo>
                    <a:pt x="712" y="789"/>
                  </a:lnTo>
                  <a:lnTo>
                    <a:pt x="750" y="789"/>
                  </a:lnTo>
                  <a:lnTo>
                    <a:pt x="796" y="789"/>
                  </a:lnTo>
                  <a:lnTo>
                    <a:pt x="846" y="789"/>
                  </a:lnTo>
                  <a:lnTo>
                    <a:pt x="904" y="789"/>
                  </a:lnTo>
                  <a:lnTo>
                    <a:pt x="974" y="789"/>
                  </a:lnTo>
                  <a:lnTo>
                    <a:pt x="1043" y="789"/>
                  </a:lnTo>
                  <a:lnTo>
                    <a:pt x="1125" y="789"/>
                  </a:lnTo>
                  <a:lnTo>
                    <a:pt x="1221" y="789"/>
                  </a:lnTo>
                  <a:lnTo>
                    <a:pt x="1322" y="789"/>
                  </a:lnTo>
                  <a:lnTo>
                    <a:pt x="1437" y="789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6" name="Rectangle 87"/>
            <p:cNvSpPr>
              <a:spLocks noChangeArrowheads="1"/>
            </p:cNvSpPr>
            <p:nvPr/>
          </p:nvSpPr>
          <p:spPr bwMode="auto">
            <a:xfrm>
              <a:off x="3756" y="3529"/>
              <a:ext cx="1175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Indicadores de desempenho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07" name="Freeform 88"/>
            <p:cNvSpPr>
              <a:spLocks/>
            </p:cNvSpPr>
            <p:nvPr/>
          </p:nvSpPr>
          <p:spPr bwMode="auto">
            <a:xfrm>
              <a:off x="3611" y="2862"/>
              <a:ext cx="580" cy="945"/>
            </a:xfrm>
            <a:custGeom>
              <a:avLst/>
              <a:gdLst>
                <a:gd name="T0" fmla="*/ 0 w 580"/>
                <a:gd name="T1" fmla="*/ 0 h 945"/>
                <a:gd name="T2" fmla="*/ 5 w 580"/>
                <a:gd name="T3" fmla="*/ 15 h 945"/>
                <a:gd name="T4" fmla="*/ 20 w 580"/>
                <a:gd name="T5" fmla="*/ 40 h 945"/>
                <a:gd name="T6" fmla="*/ 25 w 580"/>
                <a:gd name="T7" fmla="*/ 87 h 945"/>
                <a:gd name="T8" fmla="*/ 32 w 580"/>
                <a:gd name="T9" fmla="*/ 152 h 945"/>
                <a:gd name="T10" fmla="*/ 39 w 580"/>
                <a:gd name="T11" fmla="*/ 219 h 945"/>
                <a:gd name="T12" fmla="*/ 44 w 580"/>
                <a:gd name="T13" fmla="*/ 303 h 945"/>
                <a:gd name="T14" fmla="*/ 58 w 580"/>
                <a:gd name="T15" fmla="*/ 474 h 945"/>
                <a:gd name="T16" fmla="*/ 77 w 580"/>
                <a:gd name="T17" fmla="*/ 645 h 945"/>
                <a:gd name="T18" fmla="*/ 89 w 580"/>
                <a:gd name="T19" fmla="*/ 729 h 945"/>
                <a:gd name="T20" fmla="*/ 101 w 580"/>
                <a:gd name="T21" fmla="*/ 801 h 945"/>
                <a:gd name="T22" fmla="*/ 113 w 580"/>
                <a:gd name="T23" fmla="*/ 861 h 945"/>
                <a:gd name="T24" fmla="*/ 128 w 580"/>
                <a:gd name="T25" fmla="*/ 908 h 945"/>
                <a:gd name="T26" fmla="*/ 147 w 580"/>
                <a:gd name="T27" fmla="*/ 933 h 945"/>
                <a:gd name="T28" fmla="*/ 166 w 580"/>
                <a:gd name="T29" fmla="*/ 945 h 945"/>
                <a:gd name="T30" fmla="*/ 202 w 580"/>
                <a:gd name="T31" fmla="*/ 945 h 945"/>
                <a:gd name="T32" fmla="*/ 236 w 580"/>
                <a:gd name="T33" fmla="*/ 945 h 945"/>
                <a:gd name="T34" fmla="*/ 260 w 580"/>
                <a:gd name="T35" fmla="*/ 945 h 945"/>
                <a:gd name="T36" fmla="*/ 274 w 580"/>
                <a:gd name="T37" fmla="*/ 945 h 945"/>
                <a:gd name="T38" fmla="*/ 294 w 580"/>
                <a:gd name="T39" fmla="*/ 945 h 945"/>
                <a:gd name="T40" fmla="*/ 306 w 580"/>
                <a:gd name="T41" fmla="*/ 945 h 945"/>
                <a:gd name="T42" fmla="*/ 330 w 580"/>
                <a:gd name="T43" fmla="*/ 945 h 945"/>
                <a:gd name="T44" fmla="*/ 349 w 580"/>
                <a:gd name="T45" fmla="*/ 945 h 945"/>
                <a:gd name="T46" fmla="*/ 375 w 580"/>
                <a:gd name="T47" fmla="*/ 945 h 945"/>
                <a:gd name="T48" fmla="*/ 407 w 580"/>
                <a:gd name="T49" fmla="*/ 945 h 945"/>
                <a:gd name="T50" fmla="*/ 452 w 580"/>
                <a:gd name="T51" fmla="*/ 945 h 945"/>
                <a:gd name="T52" fmla="*/ 510 w 580"/>
                <a:gd name="T53" fmla="*/ 945 h 945"/>
                <a:gd name="T54" fmla="*/ 580 w 580"/>
                <a:gd name="T55" fmla="*/ 945 h 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80" h="945">
                  <a:moveTo>
                    <a:pt x="0" y="0"/>
                  </a:moveTo>
                  <a:lnTo>
                    <a:pt x="5" y="15"/>
                  </a:lnTo>
                  <a:lnTo>
                    <a:pt x="20" y="40"/>
                  </a:lnTo>
                  <a:lnTo>
                    <a:pt x="25" y="87"/>
                  </a:lnTo>
                  <a:lnTo>
                    <a:pt x="32" y="152"/>
                  </a:lnTo>
                  <a:lnTo>
                    <a:pt x="39" y="219"/>
                  </a:lnTo>
                  <a:lnTo>
                    <a:pt x="44" y="303"/>
                  </a:lnTo>
                  <a:lnTo>
                    <a:pt x="58" y="474"/>
                  </a:lnTo>
                  <a:lnTo>
                    <a:pt x="77" y="645"/>
                  </a:lnTo>
                  <a:lnTo>
                    <a:pt x="89" y="729"/>
                  </a:lnTo>
                  <a:lnTo>
                    <a:pt x="101" y="801"/>
                  </a:lnTo>
                  <a:lnTo>
                    <a:pt x="113" y="861"/>
                  </a:lnTo>
                  <a:lnTo>
                    <a:pt x="128" y="908"/>
                  </a:lnTo>
                  <a:lnTo>
                    <a:pt x="147" y="933"/>
                  </a:lnTo>
                  <a:lnTo>
                    <a:pt x="166" y="945"/>
                  </a:lnTo>
                  <a:lnTo>
                    <a:pt x="202" y="945"/>
                  </a:lnTo>
                  <a:lnTo>
                    <a:pt x="236" y="945"/>
                  </a:lnTo>
                  <a:lnTo>
                    <a:pt x="260" y="945"/>
                  </a:lnTo>
                  <a:lnTo>
                    <a:pt x="274" y="945"/>
                  </a:lnTo>
                  <a:lnTo>
                    <a:pt x="294" y="945"/>
                  </a:lnTo>
                  <a:lnTo>
                    <a:pt x="306" y="945"/>
                  </a:lnTo>
                  <a:lnTo>
                    <a:pt x="330" y="945"/>
                  </a:lnTo>
                  <a:lnTo>
                    <a:pt x="349" y="945"/>
                  </a:lnTo>
                  <a:lnTo>
                    <a:pt x="375" y="945"/>
                  </a:lnTo>
                  <a:lnTo>
                    <a:pt x="407" y="945"/>
                  </a:lnTo>
                  <a:lnTo>
                    <a:pt x="452" y="945"/>
                  </a:lnTo>
                  <a:lnTo>
                    <a:pt x="510" y="945"/>
                  </a:lnTo>
                  <a:lnTo>
                    <a:pt x="580" y="945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8" name="Rectangle 89"/>
            <p:cNvSpPr>
              <a:spLocks noChangeArrowheads="1"/>
            </p:cNvSpPr>
            <p:nvPr/>
          </p:nvSpPr>
          <p:spPr bwMode="auto">
            <a:xfrm>
              <a:off x="3756" y="3688"/>
              <a:ext cx="401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eaLnBrk="0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Contatos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697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Desenvolvedores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Padrão de Desenvolvimento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97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Suíte Desenvolvimento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7503" y="890549"/>
            <a:ext cx="9036495" cy="430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/>
              <a:t>Ao implementar um </a:t>
            </a:r>
            <a:r>
              <a:rPr lang="pt-BR" dirty="0" smtClean="0"/>
              <a:t>ERP em </a:t>
            </a:r>
            <a:r>
              <a:rPr lang="pt-BR" dirty="0"/>
              <a:t>um cliente, para atender </a:t>
            </a:r>
            <a:r>
              <a:rPr lang="pt-BR" dirty="0" smtClean="0"/>
              <a:t>seus requisitos, um </a:t>
            </a:r>
            <a:r>
              <a:rPr lang="pt-BR" dirty="0"/>
              <a:t>consultor </a:t>
            </a:r>
            <a:r>
              <a:rPr lang="pt-BR" dirty="0" smtClean="0"/>
              <a:t>necessita efetuar alterações no sistema original, sendo denominadas RICE.</a:t>
            </a:r>
          </a:p>
          <a:p>
            <a:pPr marL="285750" lvl="2" indent="-285750">
              <a:buFont typeface="Wingdings" panose="05000000000000000000" pitchFamily="2" charset="2"/>
              <a:buChar char="q"/>
            </a:pPr>
            <a:r>
              <a:rPr lang="pt-BR" dirty="0"/>
              <a:t>“</a:t>
            </a:r>
            <a:r>
              <a:rPr lang="pt-BR" dirty="0" err="1"/>
              <a:t>On-premises</a:t>
            </a:r>
            <a:r>
              <a:rPr lang="pt-BR" dirty="0"/>
              <a:t>” tinham que satisfazer exigências funcionais e alcançar a funcionalidade desejada configuração, design ou </a:t>
            </a:r>
            <a:r>
              <a:rPr lang="pt-BR" dirty="0" smtClean="0"/>
              <a:t>requisitos. No </a:t>
            </a:r>
            <a:r>
              <a:rPr lang="pt-BR" dirty="0"/>
              <a:t>modelo AIM, desenvolveu-se o acrônimo(s):</a:t>
            </a:r>
          </a:p>
          <a:p>
            <a:pPr marL="1200150" lvl="2" indent="-285750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/>
              <a:t>RICE - </a:t>
            </a:r>
            <a:r>
              <a:rPr lang="pt-BR" dirty="0" err="1"/>
              <a:t>Reports</a:t>
            </a:r>
            <a:r>
              <a:rPr lang="pt-BR" dirty="0"/>
              <a:t>, Interfaces, </a:t>
            </a:r>
            <a:r>
              <a:rPr lang="pt-BR" dirty="0" err="1"/>
              <a:t>Conversions</a:t>
            </a:r>
            <a:r>
              <a:rPr lang="pt-BR" dirty="0"/>
              <a:t>, e </a:t>
            </a:r>
            <a:r>
              <a:rPr lang="pt-BR" dirty="0" err="1"/>
              <a:t>Extensions</a:t>
            </a:r>
            <a:r>
              <a:rPr lang="pt-BR" dirty="0"/>
              <a:t>. </a:t>
            </a:r>
          </a:p>
          <a:p>
            <a:pPr marL="1200150" lvl="2" indent="-285750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/>
              <a:t>FRICE – </a:t>
            </a:r>
            <a:r>
              <a:rPr lang="pt-BR" dirty="0" err="1"/>
              <a:t>Forms</a:t>
            </a:r>
            <a:r>
              <a:rPr lang="pt-BR" dirty="0"/>
              <a:t>, </a:t>
            </a:r>
            <a:r>
              <a:rPr lang="pt-BR" dirty="0" err="1"/>
              <a:t>Reports</a:t>
            </a:r>
            <a:r>
              <a:rPr lang="pt-BR" dirty="0"/>
              <a:t>, Interfaces, </a:t>
            </a:r>
            <a:r>
              <a:rPr lang="pt-BR" dirty="0" err="1"/>
              <a:t>Conversions</a:t>
            </a:r>
            <a:r>
              <a:rPr lang="pt-BR" dirty="0"/>
              <a:t>, e </a:t>
            </a:r>
            <a:r>
              <a:rPr lang="pt-BR" dirty="0" err="1"/>
              <a:t>Extensions</a:t>
            </a:r>
            <a:r>
              <a:rPr lang="pt-BR" dirty="0"/>
              <a:t>. </a:t>
            </a:r>
          </a:p>
          <a:p>
            <a:pPr marL="1200150" lvl="2" indent="-285750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/>
              <a:t>FRICEW - </a:t>
            </a:r>
            <a:r>
              <a:rPr lang="pt-BR" dirty="0" err="1"/>
              <a:t>Forms</a:t>
            </a:r>
            <a:r>
              <a:rPr lang="pt-BR" dirty="0"/>
              <a:t>, </a:t>
            </a:r>
            <a:r>
              <a:rPr lang="pt-BR" dirty="0" err="1"/>
              <a:t>Reports</a:t>
            </a:r>
            <a:r>
              <a:rPr lang="pt-BR" dirty="0"/>
              <a:t>, Interfaces, </a:t>
            </a:r>
            <a:r>
              <a:rPr lang="pt-BR" dirty="0" err="1"/>
              <a:t>Conversions</a:t>
            </a:r>
            <a:r>
              <a:rPr lang="pt-BR" dirty="0"/>
              <a:t>, </a:t>
            </a:r>
            <a:r>
              <a:rPr lang="pt-BR" dirty="0" err="1"/>
              <a:t>Extensions</a:t>
            </a:r>
            <a:r>
              <a:rPr lang="pt-BR" dirty="0"/>
              <a:t> e Workflow</a:t>
            </a:r>
            <a:r>
              <a:rPr lang="pt-BR" dirty="0" smtClean="0"/>
              <a:t>.</a:t>
            </a:r>
          </a:p>
          <a:p>
            <a:pPr marL="1200150" lvl="2" indent="-285750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/>
              <a:t>RICEW </a:t>
            </a:r>
            <a:r>
              <a:rPr lang="pt-BR" dirty="0" smtClean="0"/>
              <a:t>– </a:t>
            </a:r>
            <a:r>
              <a:rPr lang="pt-BR" dirty="0" err="1"/>
              <a:t>Reports</a:t>
            </a:r>
            <a:r>
              <a:rPr lang="pt-BR" dirty="0"/>
              <a:t>, Interfaces, </a:t>
            </a:r>
            <a:r>
              <a:rPr lang="pt-BR" dirty="0" err="1"/>
              <a:t>Conversions</a:t>
            </a:r>
            <a:r>
              <a:rPr lang="pt-BR" dirty="0"/>
              <a:t>, </a:t>
            </a:r>
            <a:r>
              <a:rPr lang="pt-BR" dirty="0" err="1"/>
              <a:t>Extensions</a:t>
            </a:r>
            <a:r>
              <a:rPr lang="pt-BR" dirty="0"/>
              <a:t> e </a:t>
            </a:r>
            <a:r>
              <a:rPr lang="pt-BR" dirty="0" smtClean="0"/>
              <a:t>Workflow (Padrão). 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6144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Suíte Desenvolvimento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7503" y="890549"/>
            <a:ext cx="9036495" cy="596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/>
              <a:t>Oracle Consulting - </a:t>
            </a:r>
            <a:r>
              <a:rPr lang="pt-BR" dirty="0" err="1"/>
              <a:t>eBusiness</a:t>
            </a:r>
            <a:r>
              <a:rPr lang="pt-BR" dirty="0"/>
              <a:t> </a:t>
            </a:r>
            <a:r>
              <a:rPr lang="pt-BR" dirty="0" err="1"/>
              <a:t>Suite</a:t>
            </a:r>
            <a:r>
              <a:rPr lang="pt-BR" dirty="0"/>
              <a:t> (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Demand</a:t>
            </a:r>
            <a:r>
              <a:rPr lang="pt-BR" dirty="0"/>
              <a:t>)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Demand</a:t>
            </a:r>
            <a:r>
              <a:rPr lang="pt-BR" dirty="0"/>
              <a:t> é um serviço oferecido pela Oracle para gerenciamento e manutenção dos servidores de banco e aplicação do Cliente;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Definiu </a:t>
            </a:r>
            <a:r>
              <a:rPr lang="pt-BR" dirty="0"/>
              <a:t>regras RESTRITIVAS como a personalização deveria ser implementada? Qual a documentação deveria ser </a:t>
            </a:r>
            <a:r>
              <a:rPr lang="pt-BR" dirty="0" smtClean="0"/>
              <a:t>fornecida?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Oracle </a:t>
            </a:r>
            <a:r>
              <a:rPr lang="pt-BR" dirty="0"/>
              <a:t>Consulting forneceu outros critérios e as melhores práticas de como criar código </a:t>
            </a:r>
            <a:r>
              <a:rPr lang="pt-BR" dirty="0" smtClean="0"/>
              <a:t>personalizado, para </a:t>
            </a:r>
            <a:r>
              <a:rPr lang="pt-BR" dirty="0"/>
              <a:t>a</a:t>
            </a:r>
            <a:r>
              <a:rPr lang="pt-BR" dirty="0" smtClean="0"/>
              <a:t>s </a:t>
            </a:r>
            <a:r>
              <a:rPr lang="pt-BR" dirty="0"/>
              <a:t>regras </a:t>
            </a:r>
            <a:r>
              <a:rPr lang="pt-BR" dirty="0" smtClean="0"/>
              <a:t>“</a:t>
            </a:r>
            <a:r>
              <a:rPr lang="pt-BR" dirty="0" err="1" smtClean="0"/>
              <a:t>On</a:t>
            </a:r>
            <a:r>
              <a:rPr lang="pt-BR" dirty="0" smtClean="0"/>
              <a:t> </a:t>
            </a:r>
            <a:r>
              <a:rPr lang="pt-BR" dirty="0" err="1" smtClean="0"/>
              <a:t>Demand</a:t>
            </a:r>
            <a:r>
              <a:rPr lang="pt-BR" dirty="0" smtClean="0"/>
              <a:t>”, que devem ser seguidos para os “</a:t>
            </a:r>
            <a:r>
              <a:rPr lang="pt-BR" dirty="0" err="1" smtClean="0"/>
              <a:t>on-premises</a:t>
            </a:r>
            <a:r>
              <a:rPr lang="pt-BR" dirty="0" smtClean="0"/>
              <a:t>”.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Evolução: AIM </a:t>
            </a:r>
            <a:r>
              <a:rPr lang="pt-BR" dirty="0" smtClean="0">
                <a:sym typeface="Wingdings" panose="05000000000000000000" pitchFamily="2" charset="2"/>
              </a:rPr>
              <a:t> OUM e {F}RICE{W}  CEMLI.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>
                <a:sym typeface="Wingdings" panose="05000000000000000000" pitchFamily="2" charset="2"/>
              </a:rPr>
              <a:t>CEMLI - </a:t>
            </a:r>
            <a:r>
              <a:rPr lang="pt-BR" dirty="0" err="1">
                <a:sym typeface="Wingdings" panose="05000000000000000000" pitchFamily="2" charset="2"/>
              </a:rPr>
              <a:t>Configuration</a:t>
            </a:r>
            <a:r>
              <a:rPr lang="pt-BR" dirty="0">
                <a:sym typeface="Wingdings" panose="05000000000000000000" pitchFamily="2" charset="2"/>
              </a:rPr>
              <a:t>, </a:t>
            </a:r>
            <a:r>
              <a:rPr lang="pt-BR" dirty="0" err="1">
                <a:sym typeface="Wingdings" panose="05000000000000000000" pitchFamily="2" charset="2"/>
              </a:rPr>
              <a:t>Extension</a:t>
            </a:r>
            <a:r>
              <a:rPr lang="pt-BR" dirty="0">
                <a:sym typeface="Wingdings" panose="05000000000000000000" pitchFamily="2" charset="2"/>
              </a:rPr>
              <a:t>, </a:t>
            </a:r>
            <a:r>
              <a:rPr lang="pt-BR" dirty="0" err="1">
                <a:sym typeface="Wingdings" panose="05000000000000000000" pitchFamily="2" charset="2"/>
              </a:rPr>
              <a:t>Modification</a:t>
            </a:r>
            <a:r>
              <a:rPr lang="pt-BR" dirty="0">
                <a:sym typeface="Wingdings" panose="05000000000000000000" pitchFamily="2" charset="2"/>
              </a:rPr>
              <a:t>, </a:t>
            </a:r>
            <a:r>
              <a:rPr lang="pt-BR" dirty="0" err="1">
                <a:sym typeface="Wingdings" panose="05000000000000000000" pitchFamily="2" charset="2"/>
              </a:rPr>
              <a:t>Localization</a:t>
            </a:r>
            <a:r>
              <a:rPr lang="pt-BR" dirty="0">
                <a:sym typeface="Wingdings" panose="05000000000000000000" pitchFamily="2" charset="2"/>
              </a:rPr>
              <a:t>, </a:t>
            </a:r>
            <a:r>
              <a:rPr lang="pt-BR" dirty="0" err="1">
                <a:sym typeface="Wingdings" panose="05000000000000000000" pitchFamily="2" charset="2"/>
              </a:rPr>
              <a:t>and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 smtClean="0">
                <a:sym typeface="Wingdings" panose="05000000000000000000" pitchFamily="2" charset="2"/>
              </a:rPr>
              <a:t>Integration</a:t>
            </a:r>
            <a:r>
              <a:rPr lang="pt-BR" dirty="0" smtClean="0">
                <a:sym typeface="Wingdings" panose="05000000000000000000" pitchFamily="2" charset="2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>
                <a:sym typeface="Wingdings" panose="05000000000000000000" pitchFamily="2" charset="2"/>
              </a:rPr>
              <a:t>Definido no documento: AIM – MD040 ou no OUM - DS-020;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4940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Suíte Conceituação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7503" y="890549"/>
            <a:ext cx="9036495" cy="554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Definição de Configuração</a:t>
            </a:r>
            <a:endParaRPr lang="pt-BR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Objetos PADRÕES do </a:t>
            </a:r>
            <a:r>
              <a:rPr lang="pt-BR" dirty="0" err="1" smtClean="0"/>
              <a:t>eBusiness</a:t>
            </a:r>
            <a:r>
              <a:rPr lang="pt-BR" dirty="0" smtClean="0"/>
              <a:t>, a fim de configurar o comportamento do Aplicativo, atendendo a necessidade do negócio.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sz="1600" dirty="0" smtClean="0"/>
              <a:t>Profile, </a:t>
            </a:r>
            <a:r>
              <a:rPr lang="pt-BR" sz="1600" dirty="0" err="1" smtClean="0"/>
              <a:t>Lookup</a:t>
            </a:r>
            <a:r>
              <a:rPr lang="pt-BR" sz="1600" dirty="0" smtClean="0"/>
              <a:t> </a:t>
            </a:r>
            <a:r>
              <a:rPr lang="pt-BR" sz="1600" dirty="0" err="1" smtClean="0"/>
              <a:t>Types</a:t>
            </a:r>
            <a:r>
              <a:rPr lang="pt-BR" sz="1600" dirty="0" smtClean="0"/>
              <a:t>/</a:t>
            </a:r>
            <a:r>
              <a:rPr lang="pt-BR" sz="1600" dirty="0" err="1" smtClean="0"/>
              <a:t>Values</a:t>
            </a:r>
            <a:r>
              <a:rPr lang="pt-BR" sz="1600" dirty="0"/>
              <a:t>, Key/</a:t>
            </a:r>
            <a:r>
              <a:rPr lang="pt-BR" sz="1600" dirty="0" err="1"/>
              <a:t>Descriptive</a:t>
            </a:r>
            <a:r>
              <a:rPr lang="pt-BR" sz="1600" dirty="0"/>
              <a:t> </a:t>
            </a:r>
            <a:r>
              <a:rPr lang="pt-BR" sz="1600" dirty="0" err="1"/>
              <a:t>Flexfields</a:t>
            </a:r>
            <a:r>
              <a:rPr lang="pt-BR" sz="1600" dirty="0" smtClean="0"/>
              <a:t>, </a:t>
            </a:r>
            <a:r>
              <a:rPr lang="pt-BR" sz="1600" dirty="0" err="1" smtClean="0"/>
              <a:t>Concurrents</a:t>
            </a:r>
            <a:r>
              <a:rPr lang="pt-BR" sz="1600" dirty="0" smtClean="0"/>
              <a:t>, </a:t>
            </a:r>
            <a:r>
              <a:rPr lang="pt-BR" sz="1600" dirty="0" err="1" smtClean="0"/>
              <a:t>Requests</a:t>
            </a:r>
            <a:r>
              <a:rPr lang="pt-BR" sz="1600" dirty="0" smtClean="0"/>
              <a:t>, </a:t>
            </a:r>
            <a:r>
              <a:rPr lang="pt-BR" sz="1600" dirty="0"/>
              <a:t>Menus, </a:t>
            </a:r>
            <a:r>
              <a:rPr lang="pt-BR" sz="1600" dirty="0" err="1"/>
              <a:t>Responsibilities</a:t>
            </a:r>
            <a:r>
              <a:rPr lang="pt-BR" sz="1600" dirty="0"/>
              <a:t>, </a:t>
            </a:r>
            <a:r>
              <a:rPr lang="pt-BR" sz="1600" dirty="0" err="1"/>
              <a:t>Messages</a:t>
            </a:r>
            <a:r>
              <a:rPr lang="pt-BR" sz="1600" dirty="0"/>
              <a:t>, </a:t>
            </a:r>
            <a:r>
              <a:rPr lang="pt-BR" sz="1600" dirty="0" err="1"/>
              <a:t>Value</a:t>
            </a:r>
            <a:r>
              <a:rPr lang="pt-BR" sz="1600" dirty="0"/>
              <a:t> Sets, AME </a:t>
            </a:r>
            <a:r>
              <a:rPr lang="pt-BR" sz="1600" dirty="0" err="1"/>
              <a:t>Rules</a:t>
            </a:r>
            <a:r>
              <a:rPr lang="pt-BR" sz="1600" dirty="0"/>
              <a:t> e Alerts</a:t>
            </a:r>
            <a:r>
              <a:rPr lang="pt-BR" sz="1600" dirty="0" smtClean="0"/>
              <a:t>.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Definição de Extensão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Objetos </a:t>
            </a:r>
            <a:r>
              <a:rPr lang="pt-BR" dirty="0"/>
              <a:t>que implementam novos recursos para cobrir </a:t>
            </a:r>
            <a:r>
              <a:rPr lang="pt-BR" dirty="0" err="1" smtClean="0"/>
              <a:t>GAPs</a:t>
            </a:r>
            <a:r>
              <a:rPr lang="pt-BR" dirty="0" smtClean="0"/>
              <a:t> </a:t>
            </a:r>
            <a:r>
              <a:rPr lang="pt-BR" dirty="0"/>
              <a:t>de funcionalidade da aplicação, a fim de atingir os requisitos de negócios</a:t>
            </a:r>
            <a:r>
              <a:rPr lang="pt-BR" dirty="0" smtClean="0"/>
              <a:t>.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sz="1600" dirty="0" err="1"/>
              <a:t>Database</a:t>
            </a:r>
            <a:r>
              <a:rPr lang="pt-BR" sz="1600" dirty="0"/>
              <a:t>: </a:t>
            </a:r>
            <a:r>
              <a:rPr lang="pt-BR" sz="1600" dirty="0" err="1"/>
              <a:t>Custom</a:t>
            </a:r>
            <a:r>
              <a:rPr lang="pt-BR" sz="1600" dirty="0"/>
              <a:t> </a:t>
            </a:r>
            <a:r>
              <a:rPr lang="pt-BR" sz="1600" dirty="0" err="1"/>
              <a:t>Database</a:t>
            </a:r>
            <a:r>
              <a:rPr lang="pt-BR" sz="1600" dirty="0"/>
              <a:t> </a:t>
            </a:r>
            <a:r>
              <a:rPr lang="pt-BR" sz="1600" dirty="0" err="1"/>
              <a:t>Schemas</a:t>
            </a:r>
            <a:r>
              <a:rPr lang="pt-BR" sz="1600" dirty="0"/>
              <a:t>, </a:t>
            </a:r>
            <a:r>
              <a:rPr lang="pt-BR" sz="1600" dirty="0" err="1"/>
              <a:t>Database</a:t>
            </a:r>
            <a:r>
              <a:rPr lang="pt-BR" sz="1600" dirty="0"/>
              <a:t> </a:t>
            </a:r>
            <a:r>
              <a:rPr lang="pt-BR" sz="1600" dirty="0" err="1"/>
              <a:t>Objects,Database</a:t>
            </a:r>
            <a:r>
              <a:rPr lang="pt-BR" sz="1600" dirty="0"/>
              <a:t> </a:t>
            </a:r>
            <a:r>
              <a:rPr lang="pt-BR" sz="1600" dirty="0" err="1"/>
              <a:t>Code</a:t>
            </a:r>
            <a:r>
              <a:rPr lang="pt-BR" sz="1600" dirty="0"/>
              <a:t> (PL/SQL </a:t>
            </a:r>
            <a:r>
              <a:rPr lang="pt-BR" sz="1600" dirty="0" err="1"/>
              <a:t>and</a:t>
            </a:r>
            <a:r>
              <a:rPr lang="pt-BR" sz="1600" dirty="0"/>
              <a:t> Java);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sz="1600" dirty="0"/>
              <a:t>File System: </a:t>
            </a:r>
            <a:r>
              <a:rPr lang="pt-BR" sz="1600" dirty="0" err="1"/>
              <a:t>Custom</a:t>
            </a:r>
            <a:r>
              <a:rPr lang="pt-BR" sz="1600" dirty="0"/>
              <a:t> </a:t>
            </a:r>
            <a:r>
              <a:rPr lang="pt-BR" sz="1600" dirty="0" err="1"/>
              <a:t>application</a:t>
            </a:r>
            <a:r>
              <a:rPr lang="pt-BR" sz="1600" dirty="0"/>
              <a:t> </a:t>
            </a:r>
            <a:r>
              <a:rPr lang="pt-BR" sz="1600" dirty="0" err="1"/>
              <a:t>directories</a:t>
            </a:r>
            <a:r>
              <a:rPr lang="pt-BR" sz="1600" dirty="0"/>
              <a:t>;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sz="1600" dirty="0" err="1"/>
              <a:t>Development</a:t>
            </a:r>
            <a:r>
              <a:rPr lang="pt-BR" sz="1600" dirty="0"/>
              <a:t> Tools: Oracle </a:t>
            </a:r>
            <a:r>
              <a:rPr lang="pt-BR" sz="1600" dirty="0" err="1"/>
              <a:t>Forms</a:t>
            </a:r>
            <a:r>
              <a:rPr lang="pt-BR" sz="1600" dirty="0"/>
              <a:t>, PL/SQL </a:t>
            </a:r>
            <a:r>
              <a:rPr lang="pt-BR" sz="1600" dirty="0" err="1"/>
              <a:t>Libraries</a:t>
            </a:r>
            <a:r>
              <a:rPr lang="pt-BR" sz="1600" dirty="0"/>
              <a:t>, </a:t>
            </a:r>
            <a:r>
              <a:rPr lang="pt-BR" sz="1600" dirty="0" err="1"/>
              <a:t>CUSTOM.pll</a:t>
            </a:r>
            <a:r>
              <a:rPr lang="pt-BR" sz="1600" dirty="0"/>
              <a:t>, Oracle </a:t>
            </a:r>
            <a:r>
              <a:rPr lang="pt-BR" sz="1600" dirty="0" err="1"/>
              <a:t>Reports</a:t>
            </a:r>
            <a:r>
              <a:rPr lang="pt-BR" sz="1600" dirty="0"/>
              <a:t>, </a:t>
            </a:r>
            <a:r>
              <a:rPr lang="pt-BR" sz="1600" dirty="0" err="1"/>
              <a:t>Printer</a:t>
            </a:r>
            <a:r>
              <a:rPr lang="pt-BR" sz="1600" dirty="0"/>
              <a:t> Drivers, Oracle BI Publisher, SQL*</a:t>
            </a:r>
            <a:r>
              <a:rPr lang="pt-BR" sz="1600" dirty="0" err="1"/>
              <a:t>Loader</a:t>
            </a:r>
            <a:r>
              <a:rPr lang="pt-BR" sz="1600" dirty="0"/>
              <a:t> </a:t>
            </a:r>
            <a:r>
              <a:rPr lang="pt-BR" sz="1600" dirty="0" err="1"/>
              <a:t>Control</a:t>
            </a:r>
            <a:r>
              <a:rPr lang="pt-BR" sz="1600" dirty="0"/>
              <a:t> Files, SQL </a:t>
            </a:r>
            <a:r>
              <a:rPr lang="pt-BR" sz="1600" dirty="0" err="1"/>
              <a:t>and</a:t>
            </a:r>
            <a:r>
              <a:rPr lang="pt-BR" sz="1600" dirty="0"/>
              <a:t> PL/SQL </a:t>
            </a:r>
            <a:r>
              <a:rPr lang="pt-BR" sz="1600" dirty="0" err="1"/>
              <a:t>Scripts,Pro</a:t>
            </a:r>
            <a:r>
              <a:rPr lang="pt-BR" sz="1600" dirty="0"/>
              <a:t>*</a:t>
            </a:r>
            <a:r>
              <a:rPr lang="pt-BR" sz="1600" dirty="0" err="1"/>
              <a:t>C,Oracle</a:t>
            </a:r>
            <a:r>
              <a:rPr lang="pt-BR" sz="1600" dirty="0"/>
              <a:t> </a:t>
            </a:r>
            <a:r>
              <a:rPr lang="pt-BR" sz="1600" dirty="0" err="1"/>
              <a:t>Workflow,Pro</a:t>
            </a:r>
            <a:r>
              <a:rPr lang="pt-BR" sz="1600" dirty="0"/>
              <a:t>*</a:t>
            </a:r>
            <a:r>
              <a:rPr lang="pt-BR" sz="1600" dirty="0" err="1"/>
              <a:t>Cobol</a:t>
            </a:r>
            <a:r>
              <a:rPr lang="pt-BR" sz="1600" dirty="0"/>
              <a:t>, Unix </a:t>
            </a:r>
            <a:r>
              <a:rPr lang="pt-BR" sz="1600" dirty="0" err="1"/>
              <a:t>Shells</a:t>
            </a:r>
            <a:r>
              <a:rPr lang="pt-BR" sz="1600" dirty="0"/>
              <a:t> e Perl Scripts;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sz="1600" dirty="0"/>
              <a:t>Funcionalidades Incorporadas: Oracle </a:t>
            </a:r>
            <a:r>
              <a:rPr lang="pt-BR" sz="1600" dirty="0" err="1"/>
              <a:t>Alert</a:t>
            </a:r>
            <a:r>
              <a:rPr lang="pt-BR" sz="1600" dirty="0"/>
              <a:t>, Oracle </a:t>
            </a:r>
            <a:r>
              <a:rPr lang="pt-BR" sz="1600" dirty="0" err="1"/>
              <a:t>Forms</a:t>
            </a:r>
            <a:r>
              <a:rPr lang="pt-BR" sz="1600" dirty="0"/>
              <a:t> </a:t>
            </a:r>
            <a:r>
              <a:rPr lang="pt-BR" sz="1600" dirty="0" err="1"/>
              <a:t>Personalizations</a:t>
            </a:r>
            <a:r>
              <a:rPr lang="pt-BR" sz="1600" dirty="0"/>
              <a:t>, Web ADI, Folders ou XML </a:t>
            </a:r>
            <a:r>
              <a:rPr lang="pt-BR" sz="1600" dirty="0" err="1"/>
              <a:t>GatewayAttachments</a:t>
            </a:r>
            <a:r>
              <a:rPr lang="pt-BR" sz="1600" dirty="0" smtClean="0"/>
              <a:t>.</a:t>
            </a:r>
            <a:endParaRPr lang="en-US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6232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Conceituação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7503" y="890549"/>
            <a:ext cx="9036495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Definição de Modificação</a:t>
            </a:r>
            <a:endParaRPr lang="pt-BR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São ALTERAÇÕES </a:t>
            </a:r>
            <a:r>
              <a:rPr lang="pt-BR" dirty="0"/>
              <a:t>em um produto </a:t>
            </a:r>
            <a:r>
              <a:rPr lang="pt-BR" dirty="0" smtClean="0"/>
              <a:t>padrão. 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>
                <a:solidFill>
                  <a:srgbClr val="FF0000"/>
                </a:solidFill>
              </a:rPr>
              <a:t>Oracle </a:t>
            </a:r>
            <a:r>
              <a:rPr lang="pt-BR" dirty="0">
                <a:solidFill>
                  <a:srgbClr val="FF0000"/>
                </a:solidFill>
              </a:rPr>
              <a:t>não </a:t>
            </a:r>
            <a:r>
              <a:rPr lang="pt-BR" dirty="0" smtClean="0">
                <a:solidFill>
                  <a:srgbClr val="FF0000"/>
                </a:solidFill>
              </a:rPr>
              <a:t>SUPORTA </a:t>
            </a:r>
            <a:r>
              <a:rPr lang="pt-BR" dirty="0">
                <a:solidFill>
                  <a:srgbClr val="FF0000"/>
                </a:solidFill>
              </a:rPr>
              <a:t>e </a:t>
            </a:r>
            <a:r>
              <a:rPr lang="pt-BR" dirty="0" smtClean="0">
                <a:solidFill>
                  <a:srgbClr val="FF0000"/>
                </a:solidFill>
              </a:rPr>
              <a:t>DESENCORAJA </a:t>
            </a:r>
            <a:r>
              <a:rPr lang="pt-BR" dirty="0">
                <a:solidFill>
                  <a:srgbClr val="FF0000"/>
                </a:solidFill>
              </a:rPr>
              <a:t>este tipo de modificações</a:t>
            </a:r>
            <a:r>
              <a:rPr lang="pt-BR" dirty="0" smtClean="0"/>
              <a:t>.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Soluções </a:t>
            </a:r>
            <a:r>
              <a:rPr lang="pt-BR" dirty="0"/>
              <a:t>alternativas devem ser sempre consideradas em primeiro </a:t>
            </a:r>
            <a:r>
              <a:rPr lang="pt-BR" dirty="0" smtClean="0"/>
              <a:t>lugar;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/>
              <a:t>N</a:t>
            </a:r>
            <a:r>
              <a:rPr lang="pt-BR" dirty="0" smtClean="0"/>
              <a:t>enhuma </a:t>
            </a:r>
            <a:r>
              <a:rPr lang="pt-BR" dirty="0"/>
              <a:t>opção for identificada, deve-se </a:t>
            </a:r>
            <a:r>
              <a:rPr lang="pt-BR" dirty="0" smtClean="0"/>
              <a:t>abrir um SR junto ao MOS </a:t>
            </a:r>
            <a:r>
              <a:rPr lang="pt-BR" dirty="0"/>
              <a:t>e discutir com a </a:t>
            </a:r>
            <a:r>
              <a:rPr lang="pt-BR" dirty="0" smtClean="0"/>
              <a:t>Oracle,  </a:t>
            </a:r>
            <a:r>
              <a:rPr lang="pt-BR" dirty="0"/>
              <a:t>se há alguma atualização </a:t>
            </a:r>
            <a:r>
              <a:rPr lang="pt-BR" dirty="0" smtClean="0"/>
              <a:t>OU ETA, para </a:t>
            </a:r>
            <a:r>
              <a:rPr lang="pt-BR" dirty="0"/>
              <a:t>fornecer a modificação necessária.</a:t>
            </a:r>
          </a:p>
          <a:p>
            <a:pPr marL="17145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err="1" smtClean="0"/>
              <a:t>Forms</a:t>
            </a:r>
            <a:r>
              <a:rPr lang="pt-BR" dirty="0" smtClean="0"/>
              <a:t>, </a:t>
            </a:r>
            <a:r>
              <a:rPr lang="pt-BR" dirty="0" err="1" smtClean="0"/>
              <a:t>Reports</a:t>
            </a:r>
            <a:r>
              <a:rPr lang="pt-BR" dirty="0" smtClean="0"/>
              <a:t>, Business </a:t>
            </a:r>
            <a:r>
              <a:rPr lang="pt-BR" dirty="0"/>
              <a:t>System </a:t>
            </a:r>
            <a:r>
              <a:rPr lang="pt-BR" dirty="0" err="1"/>
              <a:t>Events</a:t>
            </a:r>
            <a:r>
              <a:rPr lang="pt-BR" dirty="0"/>
              <a:t>, </a:t>
            </a:r>
            <a:r>
              <a:rPr lang="pt-BR" dirty="0" err="1"/>
              <a:t>APIs</a:t>
            </a:r>
            <a:r>
              <a:rPr lang="pt-BR" dirty="0"/>
              <a:t> e etc.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Definição de Localização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/>
              <a:t>Desenvolvimentos Específicos pela Oracle aplicados a determinados Países, Regiões ou Legislação.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/>
              <a:t>Às vezes, a Oracle oferece uma solução para eles como os HRMS, Folha de Pagamento, Complemento Estatutário Brasileiro, Complemento Faturamento e etc.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0175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Conceituação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7503" y="890549"/>
            <a:ext cx="9036495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Definição de Integração</a:t>
            </a:r>
            <a:endParaRPr lang="pt-BR" dirty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São INTEGRAÇÕES seja ela de ENTRADA ou SAÍDA, que interagem com os aplicativos ORACLE;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A Oracle fornece métodos específicos para esta integração:</a:t>
            </a:r>
          </a:p>
          <a:p>
            <a:pPr marL="17145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Open </a:t>
            </a:r>
            <a:r>
              <a:rPr lang="pt-BR" dirty="0"/>
              <a:t>Interfaces, </a:t>
            </a:r>
            <a:r>
              <a:rPr lang="pt-BR" dirty="0" err="1" smtClean="0"/>
              <a:t>APIs</a:t>
            </a:r>
            <a:r>
              <a:rPr lang="pt-BR" dirty="0"/>
              <a:t>, Web ADI, XML Gateway, EDI, BAI, </a:t>
            </a:r>
            <a:r>
              <a:rPr lang="pt-BR" dirty="0" smtClean="0"/>
              <a:t>EFT e </a:t>
            </a:r>
            <a:r>
              <a:rPr lang="pt-BR" dirty="0"/>
              <a:t>etc</a:t>
            </a:r>
            <a:r>
              <a:rPr lang="pt-BR" dirty="0" smtClean="0"/>
              <a:t>.</a:t>
            </a:r>
            <a:endParaRPr lang="pt-BR" dirty="0"/>
          </a:p>
          <a:p>
            <a:pPr marL="17145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>
                <a:solidFill>
                  <a:srgbClr val="FF0000"/>
                </a:solidFill>
              </a:rPr>
              <a:t>Por razões de segurança, a manipulação direta de dados não é suportado</a:t>
            </a:r>
            <a:r>
              <a:rPr lang="pt-BR" dirty="0" smtClean="0"/>
              <a:t>.</a:t>
            </a:r>
          </a:p>
          <a:p>
            <a:pPr marL="12573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Como fazer?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Localização;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Configuração;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Relatórios;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smtClean="0"/>
              <a:t>Interfaces (Entrada ou Saída);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dirty="0" err="1" smtClean="0"/>
              <a:t>Forms</a:t>
            </a:r>
            <a:r>
              <a:rPr lang="pt-BR" dirty="0" smtClean="0"/>
              <a:t> Personalizado (</a:t>
            </a:r>
            <a:r>
              <a:rPr lang="en-US" dirty="0" smtClean="0"/>
              <a:t>DDLs);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PL / SQL e SQL (Read, Schema Custom</a:t>
            </a:r>
            <a:r>
              <a:rPr lang="en-US" dirty="0" smtClean="0"/>
              <a:t>);</a:t>
            </a:r>
            <a:endParaRPr lang="en-US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Scripts </a:t>
            </a:r>
            <a:r>
              <a:rPr lang="en-US" dirty="0" smtClean="0"/>
              <a:t>Unix;</a:t>
            </a:r>
            <a:endParaRPr lang="en-US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Forms (Read, Schema Custom</a:t>
            </a:r>
            <a:r>
              <a:rPr lang="en-US" dirty="0" smtClean="0"/>
              <a:t>);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Forms (Read / Write, Schema Custom)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90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Em resumo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7503" y="890549"/>
            <a:ext cx="9036495" cy="37487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Resumo: Direcionar </a:t>
            </a:r>
            <a:r>
              <a:rPr lang="pt-BR" dirty="0"/>
              <a:t>as equipes do projeto na especificação funcional </a:t>
            </a:r>
            <a:r>
              <a:rPr lang="pt-BR" dirty="0" smtClean="0"/>
              <a:t>e desenvolvimento </a:t>
            </a:r>
            <a:r>
              <a:rPr lang="pt-BR" dirty="0"/>
              <a:t>de </a:t>
            </a:r>
            <a:r>
              <a:rPr lang="pt-BR" dirty="0" err="1"/>
              <a:t>CEMLIs</a:t>
            </a:r>
            <a:r>
              <a:rPr lang="pt-BR" dirty="0"/>
              <a:t> utilizando padrões estabelecidos </a:t>
            </a:r>
            <a:r>
              <a:rPr lang="pt-BR" dirty="0" smtClean="0"/>
              <a:t>pela Oracle</a:t>
            </a:r>
            <a:r>
              <a:rPr lang="pt-BR" dirty="0"/>
              <a:t>.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Elipse 1"/>
          <p:cNvSpPr/>
          <p:nvPr/>
        </p:nvSpPr>
        <p:spPr bwMode="auto">
          <a:xfrm>
            <a:off x="2195736" y="1844824"/>
            <a:ext cx="2160240" cy="221838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buClrTx/>
              <a:buSzTx/>
              <a:buFontTx/>
              <a:buNone/>
              <a:tabLst/>
            </a:pPr>
            <a:r>
              <a:rPr lang="pt-BR" dirty="0" smtClean="0"/>
              <a:t>Proteger Atualizações</a:t>
            </a:r>
            <a:endParaRPr kumimoji="0" lang="en-US" sz="1800" b="0" i="0" u="none" strike="noStrike" cap="none" normalizeH="0" baseline="0" dirty="0" smtClean="0">
              <a:ln>
                <a:noFill/>
              </a:ln>
              <a:effectLst/>
            </a:endParaRPr>
          </a:p>
        </p:txBody>
      </p:sp>
      <p:sp>
        <p:nvSpPr>
          <p:cNvPr id="6" name="Elipse 5"/>
          <p:cNvSpPr/>
          <p:nvPr/>
        </p:nvSpPr>
        <p:spPr bwMode="auto">
          <a:xfrm>
            <a:off x="4427984" y="1844824"/>
            <a:ext cx="2160240" cy="22183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buClrTx/>
              <a:buSzTx/>
              <a:buFontTx/>
              <a:buNone/>
              <a:tabLst/>
            </a:pPr>
            <a:r>
              <a:rPr lang="pt-BR" dirty="0" smtClean="0">
                <a:solidFill>
                  <a:schemeClr val="bg1"/>
                </a:solidFill>
              </a:rPr>
              <a:t>Facilidade de Instalação ou Reinstalação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7" name="Elipse 6"/>
          <p:cNvSpPr/>
          <p:nvPr/>
        </p:nvSpPr>
        <p:spPr bwMode="auto">
          <a:xfrm>
            <a:off x="2195736" y="4077072"/>
            <a:ext cx="2160240" cy="22183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Códigos não Intrusos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8" name="Elipse 7"/>
          <p:cNvSpPr/>
          <p:nvPr/>
        </p:nvSpPr>
        <p:spPr bwMode="auto">
          <a:xfrm>
            <a:off x="4427984" y="4090940"/>
            <a:ext cx="2160240" cy="22183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buClrTx/>
              <a:buSzTx/>
              <a:buFontTx/>
              <a:buNone/>
              <a:tabLst/>
            </a:pPr>
            <a:r>
              <a:rPr lang="pt-BR" dirty="0" smtClean="0"/>
              <a:t>Suportar </a:t>
            </a:r>
            <a:r>
              <a:rPr lang="pt-BR" dirty="0" err="1" smtClean="0"/>
              <a:t>On-Demand</a:t>
            </a:r>
            <a:endParaRPr kumimoji="0" lang="en-US" sz="1800" b="0" i="0" u="none" strike="noStrike" cap="none" normalizeH="0" baseline="0" dirty="0" smtClean="0">
              <a:ln>
                <a:noFill/>
              </a:ln>
              <a:effectLst/>
            </a:endParaRPr>
          </a:p>
        </p:txBody>
      </p:sp>
      <p:sp>
        <p:nvSpPr>
          <p:cNvPr id="9" name="Elipse 8"/>
          <p:cNvSpPr/>
          <p:nvPr/>
        </p:nvSpPr>
        <p:spPr bwMode="auto">
          <a:xfrm>
            <a:off x="3294112" y="2873052"/>
            <a:ext cx="2160240" cy="2218380"/>
          </a:xfrm>
          <a:prstGeom prst="ellips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buClrTx/>
              <a:buSzTx/>
              <a:buFontTx/>
              <a:buNone/>
              <a:tabLst/>
            </a:pPr>
            <a:r>
              <a:rPr lang="pt-BR" dirty="0" smtClean="0"/>
              <a:t>CEMLI</a:t>
            </a:r>
            <a:endParaRPr kumimoji="0" lang="en-US" sz="1800" b="0" i="0" u="none" strike="noStrike" cap="none" normalizeH="0" baseline="0" dirty="0" smtClean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2839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CUSTOM</a:t>
            </a:r>
            <a:endParaRPr lang="pt-BR" dirty="0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076270"/>
              </p:ext>
            </p:extLst>
          </p:nvPr>
        </p:nvGraphicFramePr>
        <p:xfrm>
          <a:off x="-30456" y="1052736"/>
          <a:ext cx="9144000" cy="310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Visio" r:id="rId3" imgW="4973117" imgH="1150315" progId="Visio.Drawing.6">
                  <p:embed/>
                </p:oleObj>
              </mc:Choice>
              <mc:Fallback>
                <p:oleObj name="Visio" r:id="rId3" imgW="4973117" imgH="115031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0456" y="1052736"/>
                        <a:ext cx="9144000" cy="310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34662" y="4077072"/>
            <a:ext cx="9078882" cy="156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hangingPunct="1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pt-BR" altLang="en-US" dirty="0"/>
              <a:t>Alguns diretórios possuam: US, PTB. (Ex.: </a:t>
            </a:r>
            <a:r>
              <a:rPr lang="pt-BR" altLang="en-US" dirty="0" err="1"/>
              <a:t>Forms</a:t>
            </a:r>
            <a:r>
              <a:rPr lang="pt-BR" altLang="en-US" dirty="0"/>
              <a:t>, Help, </a:t>
            </a:r>
            <a:r>
              <a:rPr lang="pt-BR" altLang="en-US" dirty="0" err="1"/>
              <a:t>Mesg</a:t>
            </a:r>
            <a:r>
              <a:rPr lang="pt-BR" altLang="en-US" dirty="0"/>
              <a:t>);</a:t>
            </a:r>
          </a:p>
          <a:p>
            <a:pPr marL="285750" indent="-285750" eaLnBrk="1" hangingPunct="1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pt-BR" altLang="en-US" dirty="0"/>
              <a:t> </a:t>
            </a:r>
            <a:r>
              <a:rPr lang="pt-BR" altLang="en-US" dirty="0" err="1"/>
              <a:t>Concurrent</a:t>
            </a:r>
            <a:r>
              <a:rPr lang="pt-BR" altLang="en-US" dirty="0"/>
              <a:t> Manager, OUT e LOG. (Pode ser common).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12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O que posso?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398" y="1052446"/>
            <a:ext cx="4968842" cy="4968842"/>
          </a:xfrm>
          <a:prstGeom prst="rect">
            <a:avLst/>
          </a:prstGeom>
        </p:spPr>
      </p:pic>
      <p:pic>
        <p:nvPicPr>
          <p:cNvPr id="9" name="Picture 10" descr="&#10;person.gif                                                     0005E23EMacintosh HD                   BB067433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0" y="2852936"/>
            <a:ext cx="268288" cy="98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2" descr="emp.gif                                                        0005E23EMacintosh HD                   BB067433: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2852961"/>
            <a:ext cx="323069" cy="98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1600" y="1048163"/>
            <a:ext cx="1196752" cy="1196752"/>
          </a:xfrm>
          <a:prstGeom prst="rect">
            <a:avLst/>
          </a:prstGeom>
        </p:spPr>
      </p:pic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27073"/>
              </p:ext>
            </p:extLst>
          </p:nvPr>
        </p:nvGraphicFramePr>
        <p:xfrm>
          <a:off x="504514" y="2350446"/>
          <a:ext cx="7883910" cy="30227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41955"/>
                <a:gridCol w="3941955"/>
              </a:tblGrid>
              <a:tr h="563668">
                <a:tc>
                  <a:txBody>
                    <a:bodyPr/>
                    <a:lstStyle/>
                    <a:p>
                      <a:r>
                        <a:rPr lang="pt-BR" dirty="0" smtClean="0"/>
                        <a:t>NÃO POSSO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COMO</a:t>
                      </a:r>
                      <a:r>
                        <a:rPr lang="pt-BR" baseline="0" dirty="0" smtClean="0"/>
                        <a:t> POSSO</a:t>
                      </a:r>
                      <a:endParaRPr lang="en-US" dirty="0"/>
                    </a:p>
                  </a:txBody>
                  <a:tcPr/>
                </a:tc>
              </a:tr>
              <a:tr h="691686">
                <a:tc>
                  <a:txBody>
                    <a:bodyPr/>
                    <a:lstStyle/>
                    <a:p>
                      <a:r>
                        <a:rPr lang="pt-BR" dirty="0" smtClean="0"/>
                        <a:t>TRIGGER</a:t>
                      </a:r>
                      <a:r>
                        <a:rPr lang="pt-BR" baseline="0" dirty="0" smtClean="0"/>
                        <a:t> TABELA 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UTILIZAR</a:t>
                      </a:r>
                      <a:r>
                        <a:rPr lang="pt-BR" baseline="0" dirty="0" smtClean="0"/>
                        <a:t> CUSTOM.PLL OU ALERT</a:t>
                      </a:r>
                      <a:endParaRPr lang="en-US" dirty="0"/>
                    </a:p>
                  </a:txBody>
                  <a:tcPr/>
                </a:tc>
              </a:tr>
              <a:tr h="563668">
                <a:tc>
                  <a:txBody>
                    <a:bodyPr/>
                    <a:lstStyle/>
                    <a:p>
                      <a:r>
                        <a:rPr lang="pt-BR" dirty="0" smtClean="0"/>
                        <a:t>UPDATE TABELA 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OPEN</a:t>
                      </a:r>
                      <a:r>
                        <a:rPr lang="pt-BR" baseline="0" dirty="0" smtClean="0"/>
                        <a:t> INTERFACE OU </a:t>
                      </a:r>
                      <a:r>
                        <a:rPr lang="pt-BR" baseline="0" dirty="0" err="1" smtClean="0"/>
                        <a:t>APIs</a:t>
                      </a:r>
                      <a:endParaRPr lang="en-US" dirty="0"/>
                    </a:p>
                  </a:txBody>
                  <a:tcPr/>
                </a:tc>
              </a:tr>
              <a:tr h="563668">
                <a:tc>
                  <a:txBody>
                    <a:bodyPr/>
                    <a:lstStyle/>
                    <a:p>
                      <a:r>
                        <a:rPr lang="pt-BR" dirty="0" smtClean="0"/>
                        <a:t>ALTERAR OBJETOS 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CLONE</a:t>
                      </a:r>
                      <a:r>
                        <a:rPr lang="pt-BR" baseline="0" dirty="0" smtClean="0"/>
                        <a:t> OBJETOS OU CUSTOM</a:t>
                      </a:r>
                      <a:endParaRPr lang="en-US" dirty="0"/>
                    </a:p>
                  </a:txBody>
                  <a:tcPr/>
                </a:tc>
              </a:tr>
              <a:tr h="563668">
                <a:tc>
                  <a:txBody>
                    <a:bodyPr/>
                    <a:lstStyle/>
                    <a:p>
                      <a:r>
                        <a:rPr lang="pt-BR" dirty="0" smtClean="0"/>
                        <a:t>DBLINK SISTEMAS EXTERNOS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ARQUIVOS TEXTO OU SOA OU GATEWAY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m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963021"/>
            <a:ext cx="1707095" cy="136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0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Em resumo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7503" y="890549"/>
            <a:ext cx="9036495" cy="63248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Resumo: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A partir de 2007</a:t>
            </a:r>
            <a:r>
              <a:rPr lang="pt-BR" dirty="0"/>
              <a:t>, </a:t>
            </a:r>
            <a:r>
              <a:rPr lang="pt-BR" dirty="0" smtClean="0"/>
              <a:t>na </a:t>
            </a:r>
            <a:r>
              <a:rPr lang="pt-BR" dirty="0"/>
              <a:t>Release </a:t>
            </a:r>
            <a:r>
              <a:rPr lang="pt-BR" dirty="0" smtClean="0"/>
              <a:t>12, </a:t>
            </a:r>
            <a:r>
              <a:rPr lang="pt-BR" dirty="0"/>
              <a:t>Oracle </a:t>
            </a:r>
            <a:r>
              <a:rPr lang="pt-BR" dirty="0" smtClean="0"/>
              <a:t>ampliou </a:t>
            </a:r>
            <a:r>
              <a:rPr lang="pt-BR" dirty="0"/>
              <a:t>os componentes </a:t>
            </a:r>
            <a:r>
              <a:rPr lang="pt-BR" dirty="0" smtClean="0"/>
              <a:t>RICEW </a:t>
            </a:r>
            <a:r>
              <a:rPr lang="pt-BR" dirty="0"/>
              <a:t>e introduziu uma nova terminologia chamado componentes CEMLI. </a:t>
            </a:r>
            <a:endParaRPr lang="pt-BR" dirty="0" smtClean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A </a:t>
            </a:r>
            <a:r>
              <a:rPr lang="pt-BR" dirty="0"/>
              <a:t>estrutura foi estabelecida pela Oracle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Demand</a:t>
            </a:r>
            <a:r>
              <a:rPr lang="pt-BR" dirty="0"/>
              <a:t> para categorizar personalizações, ou seja, software que tinha </a:t>
            </a:r>
            <a:r>
              <a:rPr lang="pt-BR" dirty="0" smtClean="0"/>
              <a:t>sido </a:t>
            </a:r>
            <a:r>
              <a:rPr lang="pt-BR" dirty="0"/>
              <a:t>adicionado pelo cliente ou </a:t>
            </a:r>
            <a:r>
              <a:rPr lang="pt-BR" dirty="0" smtClean="0"/>
              <a:t>implementado </a:t>
            </a:r>
            <a:r>
              <a:rPr lang="pt-BR" dirty="0"/>
              <a:t>para os aplicativos </a:t>
            </a:r>
            <a:r>
              <a:rPr lang="pt-BR" dirty="0" smtClean="0"/>
              <a:t>Oracle.</a:t>
            </a:r>
            <a:endParaRPr lang="pt-BR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Objetivo: Direcionar </a:t>
            </a:r>
            <a:r>
              <a:rPr lang="pt-BR" dirty="0"/>
              <a:t>as equipes do projeto na especificação funcional </a:t>
            </a:r>
            <a:r>
              <a:rPr lang="pt-BR" dirty="0" smtClean="0"/>
              <a:t>e desenvolvimento </a:t>
            </a:r>
            <a:r>
              <a:rPr lang="pt-BR" dirty="0"/>
              <a:t>de </a:t>
            </a:r>
            <a:r>
              <a:rPr lang="pt-BR" dirty="0" err="1"/>
              <a:t>CEMLIs</a:t>
            </a:r>
            <a:r>
              <a:rPr lang="pt-BR" dirty="0"/>
              <a:t> utilizando padrões estabelecidos </a:t>
            </a:r>
            <a:r>
              <a:rPr lang="pt-BR" dirty="0" smtClean="0"/>
              <a:t>pela Oracle</a:t>
            </a:r>
            <a:r>
              <a:rPr lang="pt-BR" dirty="0"/>
              <a:t>.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" name="Imagem 9" descr="http://1.bp.blogspot.com/-1Jd3oRtGFaY/UKxtqgVjrPI/AAAAAAAAADk/TyeYUv_WePQ/s400/Screen+Shot+2012-11-20+at+10.58.08+PM.pn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357857"/>
            <a:ext cx="5544616" cy="25001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126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Mudanças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" name="Grupo 23"/>
          <p:cNvGrpSpPr/>
          <p:nvPr/>
        </p:nvGrpSpPr>
        <p:grpSpPr>
          <a:xfrm>
            <a:off x="-180528" y="1029976"/>
            <a:ext cx="3696772" cy="4487256"/>
            <a:chOff x="-180528" y="1029976"/>
            <a:chExt cx="3696772" cy="4487256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298" y="1456184"/>
              <a:ext cx="1055756" cy="936104"/>
            </a:xfrm>
            <a:prstGeom prst="rect">
              <a:avLst/>
            </a:prstGeom>
          </p:spPr>
        </p:pic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298" y="2497832"/>
              <a:ext cx="1055756" cy="936104"/>
            </a:xfrm>
            <a:prstGeom prst="rect">
              <a:avLst/>
            </a:prstGeom>
          </p:spPr>
        </p:pic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298" y="3539480"/>
              <a:ext cx="1055756" cy="936104"/>
            </a:xfrm>
            <a:prstGeom prst="rect">
              <a:avLst/>
            </a:prstGeom>
          </p:spPr>
        </p:pic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298" y="4581128"/>
              <a:ext cx="1055756" cy="936104"/>
            </a:xfrm>
            <a:prstGeom prst="rect">
              <a:avLst/>
            </a:prstGeom>
          </p:spPr>
        </p:pic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6124" y="2996952"/>
              <a:ext cx="1055756" cy="936104"/>
            </a:xfrm>
            <a:prstGeom prst="rect">
              <a:avLst/>
            </a:prstGeom>
          </p:spPr>
        </p:pic>
        <p:cxnSp>
          <p:nvCxnSpPr>
            <p:cNvPr id="11" name="Conector angulado 10"/>
            <p:cNvCxnSpPr>
              <a:stCxn id="2" idx="3"/>
              <a:endCxn id="9" idx="1"/>
            </p:cNvCxnSpPr>
            <p:nvPr/>
          </p:nvCxnSpPr>
          <p:spPr bwMode="auto">
            <a:xfrm>
              <a:off x="1437054" y="1924236"/>
              <a:ext cx="999070" cy="1540768"/>
            </a:xfrm>
            <a:prstGeom prst="bentConnector3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Conector angulado 11"/>
            <p:cNvCxnSpPr/>
            <p:nvPr/>
          </p:nvCxnSpPr>
          <p:spPr bwMode="auto">
            <a:xfrm>
              <a:off x="1451292" y="2968352"/>
              <a:ext cx="960468" cy="496652"/>
            </a:xfrm>
            <a:prstGeom prst="bentConnector3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Conector angulado 14"/>
            <p:cNvCxnSpPr>
              <a:stCxn id="7" idx="3"/>
              <a:endCxn id="9" idx="1"/>
            </p:cNvCxnSpPr>
            <p:nvPr/>
          </p:nvCxnSpPr>
          <p:spPr bwMode="auto">
            <a:xfrm flipV="1">
              <a:off x="1437054" y="3465004"/>
              <a:ext cx="999070" cy="542528"/>
            </a:xfrm>
            <a:prstGeom prst="bentConnector3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Conector angulado 16"/>
            <p:cNvCxnSpPr>
              <a:stCxn id="8" idx="3"/>
              <a:endCxn id="9" idx="1"/>
            </p:cNvCxnSpPr>
            <p:nvPr/>
          </p:nvCxnSpPr>
          <p:spPr bwMode="auto">
            <a:xfrm flipV="1">
              <a:off x="1437054" y="3465004"/>
              <a:ext cx="999070" cy="1584176"/>
            </a:xfrm>
            <a:prstGeom prst="bentConnector3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CaixaDeTexto 17"/>
            <p:cNvSpPr txBox="1"/>
            <p:nvPr/>
          </p:nvSpPr>
          <p:spPr>
            <a:xfrm>
              <a:off x="909176" y="1029976"/>
              <a:ext cx="782504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11.x</a:t>
              </a:r>
              <a:endParaRPr lang="en-US" dirty="0"/>
            </a:p>
          </p:txBody>
        </p:sp>
        <p:sp>
          <p:nvSpPr>
            <p:cNvPr id="19" name="CaixaDeTexto 18"/>
            <p:cNvSpPr txBox="1"/>
            <p:nvPr/>
          </p:nvSpPr>
          <p:spPr>
            <a:xfrm>
              <a:off x="-170944" y="1628800"/>
              <a:ext cx="782504" cy="39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INV</a:t>
              </a:r>
              <a:endParaRPr lang="en-US" dirty="0"/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-180528" y="2746758"/>
              <a:ext cx="782504" cy="39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PO</a:t>
              </a:r>
              <a:endParaRPr lang="en-US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-180528" y="3826878"/>
              <a:ext cx="782504" cy="39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COB</a:t>
              </a:r>
              <a:endParaRPr lang="en-US" dirty="0"/>
            </a:p>
          </p:txBody>
        </p:sp>
        <p:sp>
          <p:nvSpPr>
            <p:cNvPr id="22" name="CaixaDeTexto 21"/>
            <p:cNvSpPr txBox="1"/>
            <p:nvPr/>
          </p:nvSpPr>
          <p:spPr>
            <a:xfrm>
              <a:off x="-180528" y="4834990"/>
              <a:ext cx="782504" cy="39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GL</a:t>
              </a:r>
              <a:endParaRPr lang="en-US" dirty="0"/>
            </a:p>
          </p:txBody>
        </p:sp>
        <p:sp>
          <p:nvSpPr>
            <p:cNvPr id="23" name="CaixaDeTexto 22"/>
            <p:cNvSpPr txBox="1"/>
            <p:nvPr/>
          </p:nvSpPr>
          <p:spPr>
            <a:xfrm>
              <a:off x="2627784" y="2674750"/>
              <a:ext cx="888460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APPS</a:t>
              </a:r>
              <a:endParaRPr lang="en-US" dirty="0"/>
            </a:p>
          </p:txBody>
        </p:sp>
      </p:grpSp>
      <p:sp>
        <p:nvSpPr>
          <p:cNvPr id="25" name="CaixaDeTexto 24"/>
          <p:cNvSpPr txBox="1"/>
          <p:nvPr/>
        </p:nvSpPr>
        <p:spPr>
          <a:xfrm>
            <a:off x="3923928" y="1355776"/>
            <a:ext cx="5040560" cy="200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Tabelas, </a:t>
            </a:r>
            <a:r>
              <a:rPr lang="pt-BR" dirty="0" err="1" smtClean="0"/>
              <a:t>Sequences</a:t>
            </a:r>
            <a:r>
              <a:rPr lang="pt-BR" dirty="0" smtClean="0"/>
              <a:t> no objeto CUSTOM;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Objetos {INV|PO} concedem COB;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Pacotes sendo colocados no APPS;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9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Mudanças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3" y="1541981"/>
            <a:ext cx="1055756" cy="93610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3" y="2583629"/>
            <a:ext cx="1055756" cy="93610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3" y="3625277"/>
            <a:ext cx="1055756" cy="936104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3" y="4666925"/>
            <a:ext cx="1055756" cy="93610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09" y="3082749"/>
            <a:ext cx="1055756" cy="936104"/>
          </a:xfrm>
          <a:prstGeom prst="rect">
            <a:avLst/>
          </a:prstGeom>
        </p:spPr>
      </p:pic>
      <p:cxnSp>
        <p:nvCxnSpPr>
          <p:cNvPr id="11" name="Conector angulado 10"/>
          <p:cNvCxnSpPr>
            <a:stCxn id="2" idx="3"/>
            <a:endCxn id="9" idx="1"/>
          </p:cNvCxnSpPr>
          <p:nvPr/>
        </p:nvCxnSpPr>
        <p:spPr bwMode="auto">
          <a:xfrm>
            <a:off x="1681439" y="2010033"/>
            <a:ext cx="999070" cy="1540768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Conector angulado 11"/>
          <p:cNvCxnSpPr/>
          <p:nvPr/>
        </p:nvCxnSpPr>
        <p:spPr bwMode="auto">
          <a:xfrm>
            <a:off x="1695677" y="3054149"/>
            <a:ext cx="960468" cy="496652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Conector angulado 14"/>
          <p:cNvCxnSpPr>
            <a:stCxn id="7" idx="3"/>
            <a:endCxn id="9" idx="1"/>
          </p:cNvCxnSpPr>
          <p:nvPr/>
        </p:nvCxnSpPr>
        <p:spPr bwMode="auto">
          <a:xfrm flipV="1">
            <a:off x="1681439" y="3550801"/>
            <a:ext cx="999070" cy="542528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Conector angulado 16"/>
          <p:cNvCxnSpPr>
            <a:stCxn id="8" idx="3"/>
            <a:endCxn id="9" idx="1"/>
          </p:cNvCxnSpPr>
          <p:nvPr/>
        </p:nvCxnSpPr>
        <p:spPr bwMode="auto">
          <a:xfrm flipV="1">
            <a:off x="1681439" y="3550801"/>
            <a:ext cx="999070" cy="1584176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CaixaDeTexto 17"/>
          <p:cNvSpPr txBox="1"/>
          <p:nvPr/>
        </p:nvSpPr>
        <p:spPr>
          <a:xfrm>
            <a:off x="1153561" y="1115773"/>
            <a:ext cx="78250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12.x</a:t>
            </a:r>
            <a:endParaRPr lang="en-US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73441" y="1714597"/>
            <a:ext cx="782504" cy="39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INV</a:t>
            </a:r>
            <a:endParaRPr lang="en-US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63857" y="2832555"/>
            <a:ext cx="782504" cy="39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PO</a:t>
            </a:r>
            <a:endParaRPr lang="en-US" dirty="0"/>
          </a:p>
        </p:txBody>
      </p:sp>
      <p:sp>
        <p:nvSpPr>
          <p:cNvPr id="21" name="CaixaDeTexto 20"/>
          <p:cNvSpPr txBox="1"/>
          <p:nvPr/>
        </p:nvSpPr>
        <p:spPr>
          <a:xfrm>
            <a:off x="63857" y="3912675"/>
            <a:ext cx="78250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HR</a:t>
            </a:r>
            <a:endParaRPr lang="en-US" dirty="0"/>
          </a:p>
        </p:txBody>
      </p:sp>
      <p:sp>
        <p:nvSpPr>
          <p:cNvPr id="22" name="CaixaDeTexto 21"/>
          <p:cNvSpPr txBox="1"/>
          <p:nvPr/>
        </p:nvSpPr>
        <p:spPr>
          <a:xfrm>
            <a:off x="63857" y="4920787"/>
            <a:ext cx="782504" cy="39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GL</a:t>
            </a:r>
            <a:endParaRPr lang="en-US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2872169" y="2760547"/>
            <a:ext cx="88846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APPS</a:t>
            </a:r>
            <a:endParaRPr lang="en-US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3923928" y="1355776"/>
            <a:ext cx="5040560" cy="200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Tabelas, Sequencias no </a:t>
            </a:r>
            <a:r>
              <a:rPr lang="pt-BR" dirty="0" err="1" smtClean="0"/>
              <a:t>owner</a:t>
            </a:r>
            <a:r>
              <a:rPr lang="pt-BR" dirty="0" smtClean="0"/>
              <a:t> CUSTOM;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APPS concede Grant BBTS;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Cada um no seu quadrado;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09" y="4437092"/>
            <a:ext cx="1055756" cy="936104"/>
          </a:xfrm>
          <a:prstGeom prst="rect">
            <a:avLst/>
          </a:prstGeom>
        </p:spPr>
      </p:pic>
      <p:sp>
        <p:nvSpPr>
          <p:cNvPr id="27" name="CaixaDeTexto 26"/>
          <p:cNvSpPr txBox="1"/>
          <p:nvPr/>
        </p:nvSpPr>
        <p:spPr>
          <a:xfrm>
            <a:off x="3760629" y="4611214"/>
            <a:ext cx="78250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BBTS</a:t>
            </a:r>
            <a:endParaRPr lang="en-US" dirty="0"/>
          </a:p>
        </p:txBody>
      </p:sp>
      <p:cxnSp>
        <p:nvCxnSpPr>
          <p:cNvPr id="16" name="Conector de seta reta 15"/>
          <p:cNvCxnSpPr>
            <a:stCxn id="9" idx="2"/>
            <a:endCxn id="26" idx="0"/>
          </p:cNvCxnSpPr>
          <p:nvPr/>
        </p:nvCxnSpPr>
        <p:spPr bwMode="auto">
          <a:xfrm>
            <a:off x="3208387" y="4018853"/>
            <a:ext cx="0" cy="41823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5368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Desenvolvedores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Padrão de Desenvolvimento - BBTS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23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0"/>
                <a:lumOff val="100000"/>
              </a:schemeClr>
            </a:gs>
            <a:gs pos="36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Padrão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CaixaDeTexto 3"/>
          <p:cNvSpPr txBox="1"/>
          <p:nvPr/>
        </p:nvSpPr>
        <p:spPr>
          <a:xfrm>
            <a:off x="72007" y="908720"/>
            <a:ext cx="8964489" cy="3619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Por padrão todas as aplicações CUSTOM, deverão iniciar a partir do APPLICATION_ID -  20003;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Aplicação Customizada é uma estrutura de diretórios e um usuário de banco de dados específicos para criação dos </a:t>
            </a:r>
            <a:r>
              <a:rPr lang="pt-BR" dirty="0" err="1" smtClean="0"/>
              <a:t>CEMLIs</a:t>
            </a:r>
            <a:r>
              <a:rPr lang="pt-BR" dirty="0" smtClean="0"/>
              <a:t>. (Apontar para </a:t>
            </a:r>
            <a:r>
              <a:rPr lang="pt-BR" dirty="0" err="1" smtClean="0"/>
              <a:t>adsplice</a:t>
            </a:r>
            <a:r>
              <a:rPr lang="pt-BR" dirty="0" smtClean="0"/>
              <a:t> - </a:t>
            </a:r>
            <a:r>
              <a:rPr lang="pt-BR" dirty="0" err="1" smtClean="0"/>
              <a:t>wiki</a:t>
            </a:r>
            <a:r>
              <a:rPr lang="pt-BR" dirty="0" smtClean="0"/>
              <a:t>);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Padrão BBTS x </a:t>
            </a:r>
            <a:r>
              <a:rPr lang="pt-BR" dirty="0" err="1" smtClean="0"/>
              <a:t>CEMLIs</a:t>
            </a:r>
            <a:r>
              <a:rPr lang="pt-BR" dirty="0" smtClean="0"/>
              <a:t> (Ultimo slide);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Diretórios de Comunicação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sz="1600" dirty="0" smtClean="0"/>
              <a:t>Transferência: Tempo </a:t>
            </a:r>
            <a:r>
              <a:rPr lang="pt-BR" sz="1600" dirty="0"/>
              <a:t>de Vida de um arquivo nesta área é de </a:t>
            </a:r>
            <a:r>
              <a:rPr lang="pt-BR" sz="1600" b="1" dirty="0">
                <a:solidFill>
                  <a:srgbClr val="FF0000"/>
                </a:solidFill>
              </a:rPr>
              <a:t>5</a:t>
            </a:r>
            <a:r>
              <a:rPr lang="pt-BR" sz="1600" dirty="0"/>
              <a:t> Dias</a:t>
            </a:r>
            <a:r>
              <a:rPr lang="pt-BR" sz="1600" dirty="0" smtClean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sz="1600" dirty="0" smtClean="0"/>
              <a:t>Mudança: Tempo de Vida de um Mês.</a:t>
            </a:r>
            <a:endParaRPr lang="en-US" sz="1600" dirty="0"/>
          </a:p>
        </p:txBody>
      </p:sp>
      <p:graphicFrame>
        <p:nvGraphicFramePr>
          <p:cNvPr id="28" name="Diagrama 27"/>
          <p:cNvGraphicFramePr/>
          <p:nvPr>
            <p:extLst>
              <p:ext uri="{D42A27DB-BD31-4B8C-83A1-F6EECF244321}">
                <p14:modId xmlns:p14="http://schemas.microsoft.com/office/powerpoint/2010/main" val="1056948909"/>
              </p:ext>
            </p:extLst>
          </p:nvPr>
        </p:nvGraphicFramePr>
        <p:xfrm>
          <a:off x="1187624" y="3933056"/>
          <a:ext cx="5486400" cy="2808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646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Padrão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CaixaDeTexto 5"/>
          <p:cNvSpPr txBox="1"/>
          <p:nvPr/>
        </p:nvSpPr>
        <p:spPr>
          <a:xfrm>
            <a:off x="72007" y="908720"/>
            <a:ext cx="8964489" cy="726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Toda mudança deverá ser empacotada no formato de PATCH, com a seguinte estrutura (NÃO TEMOS O CEMLI Framework):</a:t>
            </a: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3143623812"/>
              </p:ext>
            </p:extLst>
          </p:nvPr>
        </p:nvGraphicFramePr>
        <p:xfrm>
          <a:off x="323528" y="1628800"/>
          <a:ext cx="8568952" cy="354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263438"/>
              </p:ext>
            </p:extLst>
          </p:nvPr>
        </p:nvGraphicFramePr>
        <p:xfrm>
          <a:off x="179512" y="5445224"/>
          <a:ext cx="3215683" cy="119532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95402"/>
                <a:gridCol w="2520281"/>
              </a:tblGrid>
              <a:tr h="298832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Sigla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Descrição</a:t>
                      </a:r>
                      <a:endParaRPr lang="en-US" sz="1200" dirty="0"/>
                    </a:p>
                  </a:txBody>
                  <a:tcPr/>
                </a:tc>
              </a:tr>
              <a:tr h="298832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Defeito</a:t>
                      </a:r>
                      <a:endParaRPr lang="en-US" sz="1200" dirty="0"/>
                    </a:p>
                  </a:txBody>
                  <a:tcPr/>
                </a:tc>
              </a:tr>
              <a:tr h="298832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Tarefa</a:t>
                      </a:r>
                      <a:endParaRPr lang="en-US" sz="1200" dirty="0"/>
                    </a:p>
                  </a:txBody>
                  <a:tcPr/>
                </a:tc>
              </a:tr>
              <a:tr h="298832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Aprimoramento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3639245" y="5301208"/>
            <a:ext cx="5364087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O registro de aplicação de PATCHES, ficam registrados na tabela BBTS_PATCHES_APPLICADOS.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5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Desenvolvedores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Estruturas Padronizadas - BBTS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12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Estruturas</a:t>
            </a:r>
            <a:endParaRPr lang="pt-BR" dirty="0"/>
          </a:p>
        </p:txBody>
      </p:sp>
      <p:cxnSp>
        <p:nvCxnSpPr>
          <p:cNvPr id="3" name="Conector reto 2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CaixaDeTexto 3"/>
          <p:cNvSpPr txBox="1"/>
          <p:nvPr/>
        </p:nvSpPr>
        <p:spPr>
          <a:xfrm>
            <a:off x="34662" y="1196752"/>
            <a:ext cx="9109337" cy="1948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/>
              <a:t>Um arquétipo é definido como um padrão ou modelo inicial </a:t>
            </a:r>
            <a:r>
              <a:rPr lang="pt-BR" dirty="0" smtClean="0"/>
              <a:t>a partir </a:t>
            </a:r>
            <a:r>
              <a:rPr lang="pt-BR" dirty="0"/>
              <a:t>da qual todas as outras coisas do mesmo tipo são feitos</a:t>
            </a:r>
            <a:r>
              <a:rPr lang="pt-BR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Um arquétipo permite a criação de  </a:t>
            </a:r>
            <a:r>
              <a:rPr lang="pt-BR" dirty="0"/>
              <a:t>modelos </a:t>
            </a:r>
            <a:r>
              <a:rPr lang="pt-BR" dirty="0" smtClean="0"/>
              <a:t>para </a:t>
            </a:r>
            <a:r>
              <a:rPr lang="pt-BR" dirty="0"/>
              <a:t>os </a:t>
            </a:r>
            <a:r>
              <a:rPr lang="pt-BR" dirty="0" smtClean="0"/>
              <a:t>desenvolvedores, </a:t>
            </a:r>
            <a:r>
              <a:rPr lang="pt-BR" dirty="0"/>
              <a:t>e oferece </a:t>
            </a:r>
            <a:r>
              <a:rPr lang="pt-BR" dirty="0" smtClean="0"/>
              <a:t> aos </a:t>
            </a:r>
            <a:r>
              <a:rPr lang="pt-BR" dirty="0"/>
              <a:t>usuários os meios para gerar versões parametrizadas desses modelos de </a:t>
            </a:r>
            <a:r>
              <a:rPr lang="pt-BR" dirty="0" smtClean="0"/>
              <a:t>projetos;</a:t>
            </a:r>
            <a:endParaRPr lang="en-US" dirty="0"/>
          </a:p>
        </p:txBody>
      </p:sp>
      <p:sp>
        <p:nvSpPr>
          <p:cNvPr id="5" name="CaixaDeTexto 4"/>
          <p:cNvSpPr txBox="1"/>
          <p:nvPr/>
        </p:nvSpPr>
        <p:spPr>
          <a:xfrm>
            <a:off x="539552" y="3684038"/>
            <a:ext cx="2808312" cy="1905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project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|-- pom.xml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`-- </a:t>
            </a:r>
            <a:r>
              <a:rPr lang="en-US" sz="900" dirty="0" err="1"/>
              <a:t>src</a:t>
            </a:r>
            <a:endParaRPr lang="en-US" sz="9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    |-- main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    |   `-- java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    |       `-- App.java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    `-- test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        `-- java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            `-- AppTest.java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			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483768" y="3684038"/>
            <a:ext cx="2808312" cy="1739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project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|-- pom.xml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`-- </a:t>
            </a:r>
            <a:r>
              <a:rPr lang="en-US" sz="900" dirty="0" err="1"/>
              <a:t>src</a:t>
            </a:r>
            <a:endParaRPr lang="en-US" sz="9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    |-- main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    |   `-- resources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    |    `-- </a:t>
            </a:r>
            <a:r>
              <a:rPr lang="en-US" sz="900" dirty="0" err="1"/>
              <a:t>webapp</a:t>
            </a:r>
            <a:endParaRPr lang="en-US" sz="9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    |           `-- </a:t>
            </a:r>
            <a:r>
              <a:rPr lang="en-US" sz="900" dirty="0" err="1"/>
              <a:t>index.jsp</a:t>
            </a:r>
            <a:endParaRPr lang="en-US" sz="9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    |	`-- WEB-INF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dirty="0"/>
              <a:t>    |	      `-- web.xml			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-1" y="5445224"/>
            <a:ext cx="8964489" cy="10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Exemplos: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sz="1000" dirty="0" err="1"/>
              <a:t>mvn</a:t>
            </a:r>
            <a:r>
              <a:rPr lang="pt-BR" sz="1000" dirty="0"/>
              <a:t> </a:t>
            </a:r>
            <a:r>
              <a:rPr lang="pt-BR" sz="1000" dirty="0" err="1"/>
              <a:t>archetype:generate</a:t>
            </a:r>
            <a:r>
              <a:rPr lang="pt-BR" sz="1000" dirty="0"/>
              <a:t> -</a:t>
            </a:r>
            <a:r>
              <a:rPr lang="pt-BR" sz="1000" dirty="0" err="1"/>
              <a:t>DgroupId</a:t>
            </a:r>
            <a:r>
              <a:rPr lang="pt-BR" sz="1000" dirty="0"/>
              <a:t>=</a:t>
            </a:r>
            <a:r>
              <a:rPr lang="pt-BR" sz="1000" dirty="0" err="1"/>
              <a:t>br.com.bbts</a:t>
            </a:r>
            <a:r>
              <a:rPr lang="pt-BR" sz="1000" dirty="0"/>
              <a:t> -</a:t>
            </a:r>
            <a:r>
              <a:rPr lang="pt-BR" sz="1000" dirty="0" err="1"/>
              <a:t>DartifactId</a:t>
            </a:r>
            <a:r>
              <a:rPr lang="pt-BR" sz="1000" dirty="0"/>
              <a:t>=</a:t>
            </a:r>
            <a:r>
              <a:rPr lang="pt-BR" sz="1000" dirty="0" err="1"/>
              <a:t>horacio</a:t>
            </a:r>
            <a:r>
              <a:rPr lang="pt-BR" sz="1000" dirty="0"/>
              <a:t> -</a:t>
            </a:r>
            <a:r>
              <a:rPr lang="pt-BR" sz="1000" dirty="0" err="1"/>
              <a:t>DarchetypeArtifactId</a:t>
            </a:r>
            <a:r>
              <a:rPr lang="pt-BR" sz="1000" dirty="0"/>
              <a:t>=</a:t>
            </a:r>
            <a:r>
              <a:rPr lang="pt-BR" sz="1000" dirty="0" err="1"/>
              <a:t>maven-archetype-webapp</a:t>
            </a:r>
            <a:r>
              <a:rPr lang="pt-BR" sz="1000" dirty="0"/>
              <a:t> 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sz="1000" dirty="0" err="1"/>
              <a:t>mvn</a:t>
            </a:r>
            <a:r>
              <a:rPr lang="pt-BR" sz="1000" dirty="0"/>
              <a:t> </a:t>
            </a:r>
            <a:r>
              <a:rPr lang="pt-BR" sz="1000" dirty="0" err="1"/>
              <a:t>archetype:generate</a:t>
            </a:r>
            <a:r>
              <a:rPr lang="pt-BR" sz="1000" dirty="0"/>
              <a:t> -</a:t>
            </a:r>
            <a:r>
              <a:rPr lang="pt-BR" sz="1000" dirty="0" err="1"/>
              <a:t>DgroupId</a:t>
            </a:r>
            <a:r>
              <a:rPr lang="pt-BR" sz="1000" dirty="0"/>
              <a:t>=</a:t>
            </a:r>
            <a:r>
              <a:rPr lang="pt-BR" sz="1000" dirty="0" err="1"/>
              <a:t>br.com.bbts</a:t>
            </a:r>
            <a:r>
              <a:rPr lang="pt-BR" sz="1000" dirty="0"/>
              <a:t> -</a:t>
            </a:r>
            <a:r>
              <a:rPr lang="pt-BR" sz="1000" dirty="0" err="1"/>
              <a:t>DartifactId</a:t>
            </a:r>
            <a:r>
              <a:rPr lang="pt-BR" sz="1000" dirty="0"/>
              <a:t>=</a:t>
            </a:r>
            <a:r>
              <a:rPr lang="pt-BR" sz="1000" dirty="0" err="1"/>
              <a:t>horacio</a:t>
            </a:r>
            <a:r>
              <a:rPr lang="pt-BR" sz="1000" dirty="0"/>
              <a:t> -</a:t>
            </a:r>
            <a:r>
              <a:rPr lang="pt-BR" sz="1000" dirty="0" err="1"/>
              <a:t>DarchetypeArtifactId</a:t>
            </a:r>
            <a:r>
              <a:rPr lang="pt-BR" sz="1000" dirty="0"/>
              <a:t>=</a:t>
            </a:r>
            <a:r>
              <a:rPr lang="pt-BR" sz="1000" dirty="0" err="1"/>
              <a:t>maven-archetype-quickstart</a:t>
            </a:r>
            <a:endParaRPr lang="pt-BR" sz="1000" dirty="0" smtClean="0"/>
          </a:p>
        </p:txBody>
      </p:sp>
    </p:spTree>
    <p:extLst>
      <p:ext uri="{BB962C8B-B14F-4D97-AF65-F5344CB8AC3E}">
        <p14:creationId xmlns:p14="http://schemas.microsoft.com/office/powerpoint/2010/main" val="252365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Estruturas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CaixaDeTexto 5"/>
          <p:cNvSpPr txBox="1"/>
          <p:nvPr/>
        </p:nvSpPr>
        <p:spPr>
          <a:xfrm>
            <a:off x="72007" y="908720"/>
            <a:ext cx="8964489" cy="39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Trabalhar com </a:t>
            </a:r>
            <a:r>
              <a:rPr lang="pt-BR" dirty="0" err="1" smtClean="0"/>
              <a:t>archetypes</a:t>
            </a:r>
            <a:r>
              <a:rPr lang="pt-BR" dirty="0" smtClean="0"/>
              <a:t> – </a:t>
            </a:r>
            <a:r>
              <a:rPr lang="pt-BR" dirty="0" err="1" smtClean="0"/>
              <a:t>Maven</a:t>
            </a:r>
            <a:r>
              <a:rPr lang="pt-BR" dirty="0" smtClean="0"/>
              <a:t>, padronizando estruturas de Desenvolvimento.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521102"/>
              </p:ext>
            </p:extLst>
          </p:nvPr>
        </p:nvGraphicFramePr>
        <p:xfrm>
          <a:off x="251520" y="1437586"/>
          <a:ext cx="8712968" cy="4873029"/>
        </p:xfrm>
        <a:graphic>
          <a:graphicData uri="http://schemas.openxmlformats.org/drawingml/2006/table">
            <a:tbl>
              <a:tblPr/>
              <a:tblGrid>
                <a:gridCol w="2531974"/>
                <a:gridCol w="6180994"/>
              </a:tblGrid>
              <a:tr h="194665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Archetype ArtifactIds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Description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40664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hlinkClick r:id="rId2"/>
                        </a:rPr>
                        <a:t>maven-archetype-archetype</a:t>
                      </a:r>
                      <a:endParaRPr lang="en-US" sz="10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An archetype which contains a sample archetype.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40664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hlinkClick r:id="rId3"/>
                        </a:rPr>
                        <a:t>maven-archetype-j2ee-simple</a:t>
                      </a:r>
                      <a:endParaRPr lang="en-US" sz="10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An archetype which contains a simplifed sample J2EE application.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486663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maven-archetype-mojo (deprecated)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Deprecated in favour of maven-archetype-plugin, which has a better name.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40664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hlinkClick r:id="rId4"/>
                        </a:rPr>
                        <a:t>maven-archetype-plugin</a:t>
                      </a:r>
                      <a:endParaRPr lang="en-US" sz="10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An archetype which contains a sample Maven plugin.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40664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hlinkClick r:id="rId5"/>
                        </a:rPr>
                        <a:t>maven-archetype-plugin-site</a:t>
                      </a:r>
                      <a:endParaRPr lang="en-US" sz="10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An archetype which contains a sample Maven plugin site.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40664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hlinkClick r:id="rId6"/>
                        </a:rPr>
                        <a:t>maven-archetype-portlet</a:t>
                      </a:r>
                      <a:endParaRPr lang="en-US" sz="10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An archetype which contains a sample JSR-268 Portlet.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40664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hlinkClick r:id="rId7"/>
                        </a:rPr>
                        <a:t>maven-archetype-quickstart</a:t>
                      </a:r>
                      <a:endParaRPr lang="en-US" sz="10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An archetype which contains a sample Maven project.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40664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hlinkClick r:id="rId8"/>
                        </a:rPr>
                        <a:t>maven-archetype-simple</a:t>
                      </a:r>
                      <a:endParaRPr lang="en-US" sz="10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An archetype which contains a simple Maven project.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778660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hlinkClick r:id="rId9"/>
                        </a:rPr>
                        <a:t>maven-archetype-site</a:t>
                      </a:r>
                      <a:endParaRPr lang="en-US" sz="10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An archetype which contains a sample Maven site which demonstrates some of the supported document types like APT, XDoc, and FML and demonstrates how to i18n your site.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40664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hlinkClick r:id="rId10"/>
                        </a:rPr>
                        <a:t>maven-archetype-site-simple</a:t>
                      </a:r>
                      <a:endParaRPr lang="en-US" sz="10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An archetype which contains a sample Maven site.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40664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hlinkClick r:id="rId11"/>
                        </a:rPr>
                        <a:t>maven-archetype-webapp</a:t>
                      </a:r>
                      <a:endParaRPr lang="en-US" sz="100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An archetype which contains a sample Maven </a:t>
                      </a:r>
                      <a:r>
                        <a:rPr lang="en-US" sz="1000" dirty="0" err="1"/>
                        <a:t>Webapp</a:t>
                      </a:r>
                      <a:r>
                        <a:rPr lang="en-US" sz="1000" dirty="0"/>
                        <a:t> project.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40664">
                <a:tc>
                  <a:txBody>
                    <a:bodyPr/>
                    <a:lstStyle/>
                    <a:p>
                      <a:pPr algn="l"/>
                      <a:r>
                        <a:rPr lang="pt-BR" sz="1000" dirty="0" err="1" smtClean="0"/>
                        <a:t>bbts-archetype-plsql</a:t>
                      </a:r>
                      <a:endParaRPr lang="en-US" sz="1000" dirty="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 smtClean="0"/>
                        <a:t>Estrutura PL_SQL Oracle da</a:t>
                      </a:r>
                      <a:r>
                        <a:rPr lang="pt-BR" sz="1000" baseline="0" dirty="0" smtClean="0"/>
                        <a:t> BBTS</a:t>
                      </a:r>
                      <a:endParaRPr lang="en-US" sz="1000" dirty="0"/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74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Estruturas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CaixaDeTexto 5"/>
          <p:cNvSpPr txBox="1"/>
          <p:nvPr/>
        </p:nvSpPr>
        <p:spPr>
          <a:xfrm>
            <a:off x="72007" y="908720"/>
            <a:ext cx="8964489" cy="10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Exemplos: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sz="1000" dirty="0" err="1"/>
              <a:t>mvn</a:t>
            </a:r>
            <a:r>
              <a:rPr lang="pt-BR" sz="1000" dirty="0"/>
              <a:t> </a:t>
            </a:r>
            <a:r>
              <a:rPr lang="pt-BR" sz="1000" dirty="0" err="1"/>
              <a:t>archetype:generate</a:t>
            </a:r>
            <a:r>
              <a:rPr lang="pt-BR" sz="1000" dirty="0"/>
              <a:t> -</a:t>
            </a:r>
            <a:r>
              <a:rPr lang="pt-BR" sz="1000" dirty="0" err="1"/>
              <a:t>DgroupId</a:t>
            </a:r>
            <a:r>
              <a:rPr lang="pt-BR" sz="1000" dirty="0"/>
              <a:t>=</a:t>
            </a:r>
            <a:r>
              <a:rPr lang="pt-BR" sz="1000" dirty="0" err="1"/>
              <a:t>br.com.bbts</a:t>
            </a:r>
            <a:r>
              <a:rPr lang="pt-BR" sz="1000" dirty="0"/>
              <a:t> -</a:t>
            </a:r>
            <a:r>
              <a:rPr lang="pt-BR" sz="1000" dirty="0" err="1"/>
              <a:t>DartifactId</a:t>
            </a:r>
            <a:r>
              <a:rPr lang="pt-BR" sz="1000" dirty="0"/>
              <a:t>=</a:t>
            </a:r>
            <a:r>
              <a:rPr lang="pt-BR" sz="1000" dirty="0" err="1"/>
              <a:t>horacio</a:t>
            </a:r>
            <a:r>
              <a:rPr lang="pt-BR" sz="1000" dirty="0"/>
              <a:t> -</a:t>
            </a:r>
            <a:r>
              <a:rPr lang="pt-BR" sz="1000" dirty="0" err="1"/>
              <a:t>DarchetypeArtifactId</a:t>
            </a:r>
            <a:r>
              <a:rPr lang="pt-BR" sz="1000" dirty="0"/>
              <a:t>=</a:t>
            </a:r>
            <a:r>
              <a:rPr lang="pt-BR" sz="1000" dirty="0" err="1"/>
              <a:t>maven-archetype-webapp</a:t>
            </a:r>
            <a:r>
              <a:rPr lang="pt-BR" sz="1000" dirty="0"/>
              <a:t> 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sz="1000" dirty="0" err="1"/>
              <a:t>mvn</a:t>
            </a:r>
            <a:r>
              <a:rPr lang="pt-BR" sz="1000" dirty="0"/>
              <a:t> </a:t>
            </a:r>
            <a:r>
              <a:rPr lang="pt-BR" sz="1000" dirty="0" err="1"/>
              <a:t>archetype:generate</a:t>
            </a:r>
            <a:r>
              <a:rPr lang="pt-BR" sz="1000" dirty="0"/>
              <a:t> -</a:t>
            </a:r>
            <a:r>
              <a:rPr lang="pt-BR" sz="1000" dirty="0" err="1"/>
              <a:t>DgroupId</a:t>
            </a:r>
            <a:r>
              <a:rPr lang="pt-BR" sz="1000" dirty="0"/>
              <a:t>=</a:t>
            </a:r>
            <a:r>
              <a:rPr lang="pt-BR" sz="1000" dirty="0" err="1"/>
              <a:t>br.com.bbts</a:t>
            </a:r>
            <a:r>
              <a:rPr lang="pt-BR" sz="1000" dirty="0"/>
              <a:t> -</a:t>
            </a:r>
            <a:r>
              <a:rPr lang="pt-BR" sz="1000" dirty="0" err="1"/>
              <a:t>DartifactId</a:t>
            </a:r>
            <a:r>
              <a:rPr lang="pt-BR" sz="1000" dirty="0"/>
              <a:t>=</a:t>
            </a:r>
            <a:r>
              <a:rPr lang="pt-BR" sz="1000" dirty="0" err="1"/>
              <a:t>horacio</a:t>
            </a:r>
            <a:r>
              <a:rPr lang="pt-BR" sz="1000" dirty="0"/>
              <a:t> -</a:t>
            </a:r>
            <a:r>
              <a:rPr lang="pt-BR" sz="1000" dirty="0" err="1"/>
              <a:t>DarchetypeArtifactId</a:t>
            </a:r>
            <a:r>
              <a:rPr lang="pt-BR" sz="1000" dirty="0"/>
              <a:t>=</a:t>
            </a:r>
            <a:r>
              <a:rPr lang="pt-BR" sz="1000" dirty="0" err="1"/>
              <a:t>maven-archetype-quickstart</a:t>
            </a:r>
            <a:endParaRPr lang="pt-BR" sz="1000" dirty="0" smtClean="0"/>
          </a:p>
        </p:txBody>
      </p:sp>
    </p:spTree>
    <p:extLst>
      <p:ext uri="{BB962C8B-B14F-4D97-AF65-F5344CB8AC3E}">
        <p14:creationId xmlns:p14="http://schemas.microsoft.com/office/powerpoint/2010/main" val="208388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SVN - BELEM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CaixaDeTexto 5"/>
          <p:cNvSpPr txBox="1"/>
          <p:nvPr/>
        </p:nvSpPr>
        <p:spPr>
          <a:xfrm>
            <a:off x="72007" y="908720"/>
            <a:ext cx="8964489" cy="95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Toda desenvolvimento deverá ser controlado pelo VERSIONADOR.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Área de Padrões e Projetos.</a:t>
            </a: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3527760047"/>
              </p:ext>
            </p:extLst>
          </p:nvPr>
        </p:nvGraphicFramePr>
        <p:xfrm>
          <a:off x="1403648" y="2060848"/>
          <a:ext cx="54864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a 9"/>
          <p:cNvGraphicFramePr/>
          <p:nvPr>
            <p:extLst>
              <p:ext uri="{D42A27DB-BD31-4B8C-83A1-F6EECF244321}">
                <p14:modId xmlns:p14="http://schemas.microsoft.com/office/powerpoint/2010/main" val="3875676985"/>
              </p:ext>
            </p:extLst>
          </p:nvPr>
        </p:nvGraphicFramePr>
        <p:xfrm>
          <a:off x="457200" y="1227896"/>
          <a:ext cx="8686800" cy="5729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1479191672"/>
              </p:ext>
            </p:extLst>
          </p:nvPr>
        </p:nvGraphicFramePr>
        <p:xfrm>
          <a:off x="-288280" y="1213400"/>
          <a:ext cx="9396784" cy="581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545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7" grpId="1">
        <p:bldAsOne/>
      </p:bldGraphic>
      <p:bldGraphic spid="10" grpId="0">
        <p:bldAsOne/>
      </p:bldGraphic>
      <p:bldGraphic spid="10" grpId="1">
        <p:bldAsOne/>
      </p:bldGraphic>
      <p:bldGraphic spid="11" grpId="0">
        <p:bldAsOne/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SVN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CaixaDeTexto 5"/>
          <p:cNvSpPr txBox="1"/>
          <p:nvPr/>
        </p:nvSpPr>
        <p:spPr>
          <a:xfrm>
            <a:off x="72007" y="908720"/>
            <a:ext cx="896448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Toda desenvolvimento deverá ser controlado pelo VERSIONADOR. (PROPOSTA)</a:t>
            </a:r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944577973"/>
              </p:ext>
            </p:extLst>
          </p:nvPr>
        </p:nvGraphicFramePr>
        <p:xfrm>
          <a:off x="72006" y="1412776"/>
          <a:ext cx="8964489" cy="4455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053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E-Business </a:t>
            </a:r>
            <a:r>
              <a:rPr lang="pt-BR" dirty="0" err="1" smtClean="0"/>
              <a:t>Suite</a:t>
            </a:r>
            <a:r>
              <a:rPr lang="pt-BR" dirty="0" smtClean="0"/>
              <a:t> – Padrão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CaixaDeTexto 5"/>
          <p:cNvSpPr txBox="1"/>
          <p:nvPr/>
        </p:nvSpPr>
        <p:spPr>
          <a:xfrm>
            <a:off x="216023" y="908720"/>
            <a:ext cx="8964489" cy="726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Execução do Patch: Sempre no Servidor de </a:t>
            </a:r>
            <a:r>
              <a:rPr lang="pt-BR" dirty="0" err="1" smtClean="0"/>
              <a:t>Aplicação,com</a:t>
            </a:r>
            <a:r>
              <a:rPr lang="pt-BR" dirty="0" smtClean="0"/>
              <a:t> a Execução </a:t>
            </a:r>
            <a:r>
              <a:rPr lang="pt-BR" dirty="0"/>
              <a:t>do </a:t>
            </a:r>
            <a:r>
              <a:rPr lang="pt-BR" dirty="0" smtClean="0"/>
              <a:t>COBRA_CHAMADO_LOADER.{</a:t>
            </a:r>
            <a:r>
              <a:rPr lang="pt-BR" dirty="0" err="1" smtClean="0"/>
              <a:t>sh|bat</a:t>
            </a:r>
            <a:r>
              <a:rPr lang="pt-BR" dirty="0" smtClean="0"/>
              <a:t>}</a:t>
            </a:r>
          </a:p>
        </p:txBody>
      </p:sp>
      <p:graphicFrame>
        <p:nvGraphicFramePr>
          <p:cNvPr id="8" name="Diagrama 7"/>
          <p:cNvGraphicFramePr/>
          <p:nvPr>
            <p:extLst>
              <p:ext uri="{D42A27DB-BD31-4B8C-83A1-F6EECF244321}">
                <p14:modId xmlns:p14="http://schemas.microsoft.com/office/powerpoint/2010/main" val="777671030"/>
              </p:ext>
            </p:extLst>
          </p:nvPr>
        </p:nvGraphicFramePr>
        <p:xfrm>
          <a:off x="-1" y="1628800"/>
          <a:ext cx="9144000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428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Banco de Dados – Usuário Padrões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CaixaDeTexto 3"/>
          <p:cNvSpPr txBox="1"/>
          <p:nvPr/>
        </p:nvSpPr>
        <p:spPr>
          <a:xfrm>
            <a:off x="72007" y="908720"/>
            <a:ext cx="9071992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Usuários padrões BBTS: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Banco de Dados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pt-BR" dirty="0" err="1" smtClean="0"/>
              <a:t>Zabbix</a:t>
            </a:r>
            <a:r>
              <a:rPr lang="pt-BR" dirty="0" smtClean="0"/>
              <a:t> – Usuário cliente da Aplicação </a:t>
            </a:r>
            <a:r>
              <a:rPr lang="pt-BR" dirty="0" err="1" smtClean="0"/>
              <a:t>Zabbix</a:t>
            </a:r>
            <a:r>
              <a:rPr lang="pt-BR" dirty="0" smtClean="0"/>
              <a:t>;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pt-BR" dirty="0" smtClean="0"/>
              <a:t>{BBTS|COB}GATE – Gateway de comunicação entre Banco de Dados;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pt-BR" dirty="0" smtClean="0"/>
              <a:t>{BBTS|COB}PUB – Objetos comuns a todas aplicações do Banco de Dados, tais como: Mensagens, </a:t>
            </a:r>
            <a:r>
              <a:rPr lang="pt-BR" dirty="0" err="1" smtClean="0"/>
              <a:t>Packages</a:t>
            </a:r>
            <a:r>
              <a:rPr lang="pt-BR" dirty="0" smtClean="0"/>
              <a:t> e etc.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Sistema Operacional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pt-BR" dirty="0" err="1" smtClean="0"/>
              <a:t>Oratmp</a:t>
            </a:r>
            <a:r>
              <a:rPr lang="pt-BR" dirty="0" smtClean="0"/>
              <a:t> – Usuário padrão de transferência, com acesso de LEITURA aos arquivos;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Nestes usuários {GATE|PUB} </a:t>
            </a:r>
            <a:r>
              <a:rPr lang="pt-BR" b="1" dirty="0" smtClean="0">
                <a:solidFill>
                  <a:srgbClr val="FF0000"/>
                </a:solidFill>
              </a:rPr>
              <a:t>NENHUMA</a:t>
            </a:r>
            <a:r>
              <a:rPr lang="pt-BR" dirty="0" smtClean="0"/>
              <a:t> aplicação poderá ser mantida.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50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Banco de Dados – Segurança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CaixaDeTexto 3"/>
          <p:cNvSpPr txBox="1"/>
          <p:nvPr/>
        </p:nvSpPr>
        <p:spPr>
          <a:xfrm>
            <a:off x="72007" y="908720"/>
            <a:ext cx="9071992" cy="8208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Motivação: Aumento de ataques de SQL </a:t>
            </a:r>
            <a:r>
              <a:rPr lang="pt-BR" dirty="0" err="1" smtClean="0"/>
              <a:t>Injection</a:t>
            </a:r>
            <a:r>
              <a:rPr lang="pt-BR" dirty="0" smtClean="0"/>
              <a:t> e possibilidade de </a:t>
            </a:r>
            <a:r>
              <a:rPr lang="pt-BR" dirty="0" err="1" smtClean="0"/>
              <a:t>externalizar</a:t>
            </a:r>
            <a:r>
              <a:rPr lang="pt-BR" dirty="0" smtClean="0"/>
              <a:t> aplicações;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Permissões </a:t>
            </a:r>
            <a:r>
              <a:rPr lang="pt-BR" dirty="0"/>
              <a:t>de </a:t>
            </a:r>
            <a:r>
              <a:rPr lang="pt-BR" dirty="0" smtClean="0"/>
              <a:t>acesso: Restritamente </a:t>
            </a:r>
            <a:r>
              <a:rPr lang="pt-BR" dirty="0"/>
              <a:t>limitadas às funções </a:t>
            </a:r>
            <a:r>
              <a:rPr lang="pt-BR" dirty="0" smtClean="0"/>
              <a:t>da Aplicação</a:t>
            </a:r>
            <a:r>
              <a:rPr lang="pt-BR" dirty="0"/>
              <a:t>, ou seja, permissões de </a:t>
            </a:r>
            <a:r>
              <a:rPr lang="pt-BR" dirty="0" smtClean="0"/>
              <a:t>leitura/atualização </a:t>
            </a:r>
            <a:r>
              <a:rPr lang="pt-BR" dirty="0"/>
              <a:t>e acesso somente às tabelas necessárias para sua operação</a:t>
            </a:r>
            <a:r>
              <a:rPr lang="pt-BR" dirty="0" smtClean="0"/>
              <a:t>. (</a:t>
            </a:r>
            <a:r>
              <a:rPr lang="pt-BR" dirty="0" smtClean="0">
                <a:solidFill>
                  <a:srgbClr val="FF0000"/>
                </a:solidFill>
              </a:rPr>
              <a:t>Sem execução de comandos DDL</a:t>
            </a:r>
            <a:r>
              <a:rPr lang="pt-BR" dirty="0" smtClean="0"/>
              <a:t>);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Elaboração Aplicação x Banco de Dados;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Registro de Autorização a Dados; - Formulário de Autorização RACI x Solicitante(*); -- Ainda em discussão com a área de segurança;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Registro de Informação: Relatório x Atributos disponíveis ou Aquisição de </a:t>
            </a:r>
            <a:r>
              <a:rPr lang="pt-BR" dirty="0" err="1" smtClean="0"/>
              <a:t>ums</a:t>
            </a:r>
            <a:r>
              <a:rPr lang="pt-BR" dirty="0" smtClean="0"/>
              <a:t> software de </a:t>
            </a:r>
            <a:r>
              <a:rPr lang="pt-BR" dirty="0" err="1" smtClean="0"/>
              <a:t>Metadada</a:t>
            </a:r>
            <a:r>
              <a:rPr lang="pt-BR" dirty="0" smtClean="0"/>
              <a:t> Management (OEMM);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Bloqueio automático de aplicações em produção através de PROFILE de segurança.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41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Banco de Dados – Segurança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CaixaDeTexto 3"/>
          <p:cNvSpPr txBox="1"/>
          <p:nvPr/>
        </p:nvSpPr>
        <p:spPr>
          <a:xfrm>
            <a:off x="72007" y="908720"/>
            <a:ext cx="9071992" cy="9316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pt-BR" dirty="0"/>
              <a:t>Utilização de  </a:t>
            </a:r>
            <a:r>
              <a:rPr lang="pt-BR" dirty="0" err="1" smtClean="0"/>
              <a:t>RBACs</a:t>
            </a:r>
            <a:r>
              <a:rPr lang="pt-BR" dirty="0" smtClean="0"/>
              <a:t> </a:t>
            </a:r>
            <a:r>
              <a:rPr lang="pt-BR" dirty="0"/>
              <a:t>para controlar e administrar privilégios,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Desenvolvedor, nunca </a:t>
            </a:r>
            <a:r>
              <a:rPr lang="pt-BR" dirty="0"/>
              <a:t>armazenar senhas para uma aplicação em </a:t>
            </a:r>
            <a:r>
              <a:rPr lang="pt-BR" dirty="0" smtClean="0"/>
              <a:t>TEXTO SIMPLES;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DBA, TODAS as senhas dos </a:t>
            </a:r>
            <a:r>
              <a:rPr lang="pt-BR" dirty="0" err="1" smtClean="0"/>
              <a:t>Schemas</a:t>
            </a:r>
            <a:r>
              <a:rPr lang="pt-BR" dirty="0" smtClean="0"/>
              <a:t> serão trocadas;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Rede – Segregação por REDE, desenvolvimento, homologação, teste, produção e outros;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Banco de Dados somente acessado por servidor de aplicação; Exceto algumas aplicações cliente;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Utilização de Auditoria, quando houver a necessidade em se utilizar ambiente de produção;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Ainda </a:t>
            </a:r>
            <a:r>
              <a:rPr lang="pt-BR" dirty="0"/>
              <a:t>em discussão com a área de segurança;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/>
          </a:p>
          <a:p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/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0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4662" y="0"/>
            <a:ext cx="9109337" cy="890549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dirty="0" smtClean="0"/>
              <a:t>Banco de Dados – Taxonomia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-1" y="894831"/>
            <a:ext cx="8964489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CaixaDeTexto 3"/>
          <p:cNvSpPr txBox="1"/>
          <p:nvPr/>
        </p:nvSpPr>
        <p:spPr>
          <a:xfrm>
            <a:off x="72007" y="908720"/>
            <a:ext cx="9071992" cy="3914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/>
              <a:t>Primeira versão construída pelos </a:t>
            </a:r>
            <a:r>
              <a:rPr lang="pt-BR" dirty="0" err="1" smtClean="0"/>
              <a:t>CEPs</a:t>
            </a:r>
            <a:r>
              <a:rPr lang="pt-BR" dirty="0" smtClean="0"/>
              <a:t>, Belém, Brasília e Rio de Janeiro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Antigo documento havia sido realizado com material do Rio de Janeiro, porem estava incompleto (apontar para Wiki);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dirty="0" smtClean="0"/>
              <a:t>O documento PRO-671v12, esta acabado porem os termos não.</a:t>
            </a:r>
          </a:p>
          <a:p>
            <a:pPr marL="1657350" lvl="3" indent="-285750">
              <a:buFont typeface="Wingdings" panose="05000000000000000000" pitchFamily="2" charset="2"/>
              <a:buChar char="q"/>
            </a:pPr>
            <a:r>
              <a:rPr lang="pt-BR" dirty="0" smtClean="0"/>
              <a:t>Finalizando os Termos;</a:t>
            </a:r>
          </a:p>
          <a:p>
            <a:pPr marL="1657350" lvl="3" indent="-285750">
              <a:buFont typeface="Wingdings" panose="05000000000000000000" pitchFamily="2" charset="2"/>
              <a:buChar char="q"/>
            </a:pPr>
            <a:r>
              <a:rPr lang="pt-BR" dirty="0" smtClean="0"/>
              <a:t>Desenho do Fluxo (Integrando os Fluxos de Requisitos);</a:t>
            </a:r>
          </a:p>
          <a:p>
            <a:pPr marL="2114550" lvl="4" indent="-285750">
              <a:buFont typeface="Wingdings" panose="05000000000000000000" pitchFamily="2" charset="2"/>
              <a:buChar char="q"/>
            </a:pPr>
            <a:r>
              <a:rPr lang="pt-BR" dirty="0" smtClean="0"/>
              <a:t>Demonstrar a PRO-671;</a:t>
            </a:r>
          </a:p>
          <a:p>
            <a:pPr marL="2114550" lvl="4" indent="-285750">
              <a:buFont typeface="Wingdings" panose="05000000000000000000" pitchFamily="2" charset="2"/>
              <a:buChar char="q"/>
            </a:pPr>
            <a:r>
              <a:rPr lang="pt-BR" dirty="0" smtClean="0"/>
              <a:t>Demonstrar o Fluxo (</a:t>
            </a:r>
            <a:r>
              <a:rPr lang="pt-BR" dirty="0" err="1" smtClean="0"/>
              <a:t>Bizagi</a:t>
            </a:r>
            <a:r>
              <a:rPr lang="pt-BR" dirty="0" smtClean="0"/>
              <a:t> </a:t>
            </a:r>
            <a:r>
              <a:rPr lang="pt-BR" dirty="0" err="1" smtClean="0"/>
              <a:t>Modeler</a:t>
            </a:r>
            <a:r>
              <a:rPr lang="pt-BR" dirty="0" smtClean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7328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4"/>
          <p:cNvSpPr>
            <a:spLocks noChangeArrowheads="1" noChangeShapeType="1" noTextEdit="1"/>
          </p:cNvSpPr>
          <p:nvPr/>
        </p:nvSpPr>
        <p:spPr bwMode="auto">
          <a:xfrm>
            <a:off x="1042988" y="2636838"/>
            <a:ext cx="7058025" cy="1368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err="1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A04020102020204" pitchFamily="34" charset="0"/>
              </a:rPr>
              <a:t>Muito</a:t>
            </a:r>
            <a:r>
              <a:rPr lang="en-US" sz="3600" kern="10" dirty="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A04020102020204" pitchFamily="34" charset="0"/>
              </a:rPr>
              <a:t> Obrigado</a:t>
            </a: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4283968" y="4581128"/>
            <a:ext cx="482503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dirty="0" err="1"/>
              <a:t>Horácio</a:t>
            </a:r>
            <a:r>
              <a:rPr lang="en-US" altLang="en-US" dirty="0"/>
              <a:t> </a:t>
            </a:r>
            <a:r>
              <a:rPr lang="en-US" altLang="en-US" dirty="0" err="1"/>
              <a:t>Corrêa</a:t>
            </a:r>
            <a:r>
              <a:rPr lang="en-US" altLang="en-US" dirty="0"/>
              <a:t> </a:t>
            </a:r>
            <a:r>
              <a:rPr lang="en-US" altLang="en-US" dirty="0" err="1"/>
              <a:t>Telles</a:t>
            </a:r>
            <a:r>
              <a:rPr lang="en-US" altLang="en-US" dirty="0"/>
              <a:t> de </a:t>
            </a:r>
            <a:r>
              <a:rPr lang="en-US" altLang="en-US" dirty="0" err="1" smtClean="0"/>
              <a:t>Vasconcellos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Júnior</a:t>
            </a:r>
            <a:endParaRPr lang="pt-BR" altLang="en-US" dirty="0"/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6156176" y="5012928"/>
            <a:ext cx="2952824" cy="394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dirty="0" smtClean="0"/>
              <a:t>horacio@bbtecno.com.br</a:t>
            </a:r>
            <a:endParaRPr lang="pt-BR" altLang="en-US" dirty="0"/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5616500" y="5385991"/>
            <a:ext cx="3492500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en-US" dirty="0"/>
              <a:t>Tel.: </a:t>
            </a:r>
            <a:r>
              <a:rPr lang="en-US" altLang="en-US" dirty="0" smtClean="0"/>
              <a:t>+55 21 99765-2736</a:t>
            </a:r>
          </a:p>
          <a:p>
            <a:pPr algn="r" eaLnBrk="1" hangingPunct="1">
              <a:spcBef>
                <a:spcPts val="0"/>
              </a:spcBef>
              <a:spcAft>
                <a:spcPts val="0"/>
              </a:spcAft>
            </a:pPr>
            <a:r>
              <a:rPr lang="pt-BR" altLang="en-US" dirty="0" smtClean="0"/>
              <a:t>+55 21 2101-8521</a:t>
            </a:r>
            <a:endParaRPr lang="pt-BR" altLang="en-US" dirty="0"/>
          </a:p>
        </p:txBody>
      </p:sp>
    </p:spTree>
    <p:extLst>
      <p:ext uri="{BB962C8B-B14F-4D97-AF65-F5344CB8AC3E}">
        <p14:creationId xmlns:p14="http://schemas.microsoft.com/office/powerpoint/2010/main" val="153349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O que todos querem?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1556792"/>
            <a:ext cx="914400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  <a:defRPr/>
            </a:pPr>
            <a:r>
              <a:rPr lang="pt-BR" altLang="pt-BR" sz="2400" dirty="0" smtClean="0"/>
              <a:t>Gestão de Demandas;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  <a:defRPr/>
            </a:pPr>
            <a:r>
              <a:rPr lang="pt-BR" altLang="pt-BR" sz="2400" dirty="0" smtClean="0"/>
              <a:t>Gestão de requisitos, bugs, releases e </a:t>
            </a:r>
            <a:r>
              <a:rPr lang="pt-BR" altLang="pt-BR" sz="2400" dirty="0" err="1" smtClean="0"/>
              <a:t>road-map</a:t>
            </a:r>
            <a:r>
              <a:rPr lang="pt-BR" altLang="pt-BR" sz="2400" dirty="0" smtClean="0"/>
              <a:t>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  <a:defRPr/>
            </a:pPr>
            <a:r>
              <a:rPr lang="pt-BR" altLang="pt-BR" sz="2400" dirty="0" smtClean="0"/>
              <a:t>Gestão de código-fonte;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  <a:defRPr/>
            </a:pPr>
            <a:r>
              <a:rPr lang="pt-BR" altLang="pt-BR" sz="2400" dirty="0" smtClean="0"/>
              <a:t>Analise continua de qualidade de código-fonte;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  <a:defRPr/>
            </a:pPr>
            <a:r>
              <a:rPr lang="pt-BR" altLang="pt-BR" sz="2400" dirty="0" smtClean="0"/>
              <a:t>Gerenciamento de Componentes;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  <a:defRPr/>
            </a:pPr>
            <a:r>
              <a:rPr lang="pt-BR" altLang="pt-BR" sz="2400" dirty="0" smtClean="0"/>
              <a:t>Deployment Contínuo;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  <a:defRPr/>
            </a:pPr>
            <a:r>
              <a:rPr lang="pt-BR" altLang="pt-BR" sz="2400" dirty="0" err="1" smtClean="0"/>
              <a:t>Extremme</a:t>
            </a:r>
            <a:r>
              <a:rPr lang="pt-BR" altLang="pt-BR" sz="2400" dirty="0" smtClean="0"/>
              <a:t> </a:t>
            </a:r>
            <a:r>
              <a:rPr lang="pt-BR" altLang="pt-BR" sz="2400" dirty="0" err="1" smtClean="0"/>
              <a:t>feed-back</a:t>
            </a:r>
            <a:r>
              <a:rPr lang="pt-BR" altLang="pt-BR" sz="2400" dirty="0" smtClean="0"/>
              <a:t>;</a:t>
            </a:r>
            <a:endParaRPr lang="pt-BR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35874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O que temos?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1556792"/>
            <a:ext cx="914400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pt-BR" altLang="pt-BR" sz="2400" dirty="0"/>
              <a:t>Equipes geograficamente distribuídas;</a:t>
            </a:r>
          </a:p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pt-BR" altLang="pt-BR" sz="2400" dirty="0"/>
              <a:t>Ausência de um Processo de TI;</a:t>
            </a:r>
          </a:p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pt-BR" altLang="pt-BR" sz="2400" dirty="0"/>
              <a:t>Metodologia Formal não utilizada;</a:t>
            </a:r>
          </a:p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pt-BR" altLang="pt-BR" sz="2400" dirty="0"/>
              <a:t>Integração informal e não automatizada – </a:t>
            </a:r>
            <a:r>
              <a:rPr lang="pt-BR" altLang="pt-BR" sz="2400" dirty="0" err="1"/>
              <a:t>DevOps</a:t>
            </a:r>
            <a:r>
              <a:rPr lang="pt-BR" altLang="pt-BR" sz="2400" dirty="0"/>
              <a:t>;</a:t>
            </a:r>
          </a:p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pt-BR" altLang="pt-BR" sz="2400" dirty="0"/>
              <a:t>Servidores com propósitos semelhantes;</a:t>
            </a:r>
          </a:p>
        </p:txBody>
      </p:sp>
    </p:spTree>
    <p:extLst>
      <p:ext uri="{BB962C8B-B14F-4D97-AF65-F5344CB8AC3E}">
        <p14:creationId xmlns:p14="http://schemas.microsoft.com/office/powerpoint/2010/main" val="46926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263"/>
            <a:ext cx="8596313" cy="785812"/>
          </a:xfrm>
        </p:spPr>
        <p:txBody>
          <a:bodyPr/>
          <a:lstStyle/>
          <a:p>
            <a:pPr algn="l" eaLnBrk="1" hangingPunct="1">
              <a:defRPr/>
            </a:pPr>
            <a:r>
              <a:rPr lang="pt-BR" altLang="pt-BR" dirty="0" smtClean="0"/>
              <a:t>Desenvolvimento de Software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07504" y="764704"/>
            <a:ext cx="4244404" cy="308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800" dirty="0"/>
              <a:t> </a:t>
            </a:r>
            <a:r>
              <a:rPr lang="pt-BR" altLang="pt-BR" sz="1600" dirty="0"/>
              <a:t>Análise Econômica;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/>
              <a:t> Análise de requisitos de software;</a:t>
            </a:r>
          </a:p>
          <a:p>
            <a:pPr marL="742950" lvl="1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/>
              <a:t> </a:t>
            </a:r>
            <a:r>
              <a:rPr lang="pt-BR" altLang="pt-BR" sz="1600" dirty="0" err="1"/>
              <a:t>Elicitação,Análise</a:t>
            </a:r>
            <a:r>
              <a:rPr lang="pt-BR" altLang="pt-BR" sz="1600" dirty="0"/>
              <a:t> e Registro;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/>
              <a:t> Especificação;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/>
              <a:t> Arquitetura de Software;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/>
              <a:t> Codificação/Implementação;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/>
              <a:t> Teste;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/>
              <a:t> Documentação;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/>
              <a:t> Suporte/Treinamento;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/>
              <a:t> Manutenção.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644009" y="751410"/>
            <a:ext cx="4032448" cy="308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800" dirty="0">
                <a:solidFill>
                  <a:schemeClr val="hlink"/>
                </a:solidFill>
              </a:rPr>
              <a:t> </a:t>
            </a:r>
            <a:r>
              <a:rPr lang="pt-BR" altLang="pt-BR" sz="1600" dirty="0" err="1">
                <a:solidFill>
                  <a:schemeClr val="hlink"/>
                </a:solidFill>
              </a:rPr>
              <a:t>Make</a:t>
            </a:r>
            <a:r>
              <a:rPr lang="pt-BR" altLang="pt-BR" sz="1600" dirty="0">
                <a:solidFill>
                  <a:schemeClr val="hlink"/>
                </a:solidFill>
              </a:rPr>
              <a:t> </a:t>
            </a:r>
            <a:r>
              <a:rPr lang="pt-BR" altLang="pt-BR" sz="1600" dirty="0" err="1">
                <a:solidFill>
                  <a:schemeClr val="hlink"/>
                </a:solidFill>
              </a:rPr>
              <a:t>or</a:t>
            </a:r>
            <a:r>
              <a:rPr lang="pt-BR" altLang="pt-BR" sz="1600" dirty="0">
                <a:solidFill>
                  <a:schemeClr val="hlink"/>
                </a:solidFill>
              </a:rPr>
              <a:t> </a:t>
            </a:r>
            <a:r>
              <a:rPr lang="pt-BR" altLang="pt-BR" sz="1600" dirty="0" err="1">
                <a:solidFill>
                  <a:schemeClr val="hlink"/>
                </a:solidFill>
              </a:rPr>
              <a:t>buy</a:t>
            </a:r>
            <a:r>
              <a:rPr lang="pt-BR" altLang="pt-BR" sz="1600" dirty="0">
                <a:solidFill>
                  <a:schemeClr val="hlink"/>
                </a:solidFill>
              </a:rPr>
              <a:t>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>
                <a:solidFill>
                  <a:schemeClr val="hlink"/>
                </a:solidFill>
              </a:rPr>
              <a:t> Análise de requisitos de software;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>
                <a:solidFill>
                  <a:schemeClr val="hlink"/>
                </a:solidFill>
              </a:rPr>
              <a:t> </a:t>
            </a:r>
            <a:r>
              <a:rPr lang="pt-BR" altLang="pt-BR" sz="1600" dirty="0" err="1">
                <a:solidFill>
                  <a:schemeClr val="hlink"/>
                </a:solidFill>
              </a:rPr>
              <a:t>Elicitação,Análise</a:t>
            </a:r>
            <a:r>
              <a:rPr lang="pt-BR" altLang="pt-BR" sz="1600" dirty="0">
                <a:solidFill>
                  <a:schemeClr val="hlink"/>
                </a:solidFill>
              </a:rPr>
              <a:t> e Registro;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>
                <a:solidFill>
                  <a:schemeClr val="hlink"/>
                </a:solidFill>
              </a:rPr>
              <a:t> Especificação; (Pará)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>
                <a:solidFill>
                  <a:schemeClr val="hlink"/>
                </a:solidFill>
              </a:rPr>
              <a:t> Arquitetura de Software;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>
                <a:solidFill>
                  <a:schemeClr val="hlink"/>
                </a:solidFill>
              </a:rPr>
              <a:t> Codificação/Implementação;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>
                <a:solidFill>
                  <a:schemeClr val="hlink"/>
                </a:solidFill>
              </a:rPr>
              <a:t> Teste;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>
                <a:solidFill>
                  <a:schemeClr val="hlink"/>
                </a:solidFill>
              </a:rPr>
              <a:t> Documentação;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>
                <a:solidFill>
                  <a:schemeClr val="hlink"/>
                </a:solidFill>
              </a:rPr>
              <a:t> Suporte/Treinamento;</a:t>
            </a:r>
          </a:p>
          <a:p>
            <a:pPr marL="285750" indent="-28575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BR" altLang="pt-BR" sz="1600" dirty="0">
                <a:solidFill>
                  <a:schemeClr val="hlink"/>
                </a:solidFill>
              </a:rPr>
              <a:t> Manutenção.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26142" y="3884273"/>
            <a:ext cx="9017858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r>
              <a:rPr lang="pt-BR" altLang="pt-BR" dirty="0" smtClean="0"/>
              <a:t>Equipes </a:t>
            </a:r>
            <a:r>
              <a:rPr lang="pt-BR" altLang="pt-BR" dirty="0"/>
              <a:t>com Java, </a:t>
            </a:r>
            <a:r>
              <a:rPr lang="pt-BR" altLang="pt-BR" dirty="0" err="1"/>
              <a:t>Forms</a:t>
            </a:r>
            <a:r>
              <a:rPr lang="pt-BR" altLang="pt-BR" dirty="0"/>
              <a:t>, PL/SQL e </a:t>
            </a:r>
            <a:r>
              <a:rPr lang="pt-BR" altLang="pt-BR" dirty="0" smtClean="0"/>
              <a:t>PHP;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r>
              <a:rPr lang="pt-BR" altLang="pt-BR" dirty="0" err="1" smtClean="0"/>
              <a:t>SGBDs</a:t>
            </a:r>
            <a:r>
              <a:rPr lang="pt-BR" altLang="pt-BR" dirty="0" smtClean="0"/>
              <a:t> Oracle, MySQL, </a:t>
            </a:r>
            <a:r>
              <a:rPr lang="pt-BR" altLang="pt-BR" dirty="0" err="1" smtClean="0"/>
              <a:t>MariaDB</a:t>
            </a:r>
            <a:r>
              <a:rPr lang="pt-BR" altLang="pt-BR" dirty="0" smtClean="0"/>
              <a:t>, </a:t>
            </a:r>
            <a:r>
              <a:rPr lang="pt-BR" altLang="pt-BR" dirty="0" err="1" smtClean="0"/>
              <a:t>SQLServer</a:t>
            </a:r>
            <a:r>
              <a:rPr lang="pt-BR" altLang="pt-BR" dirty="0" smtClean="0"/>
              <a:t>, </a:t>
            </a:r>
            <a:r>
              <a:rPr lang="pt-BR" altLang="pt-BR" dirty="0" err="1" smtClean="0"/>
              <a:t>PostGreSQL</a:t>
            </a:r>
            <a:r>
              <a:rPr lang="pt-BR" altLang="pt-BR" dirty="0" smtClean="0"/>
              <a:t>, H2 e outros;</a:t>
            </a:r>
            <a:endParaRPr lang="pt-BR" altLang="pt-BR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r>
              <a:rPr lang="pt-BR" altLang="pt-BR" dirty="0" smtClean="0"/>
              <a:t>Modelo </a:t>
            </a:r>
            <a:r>
              <a:rPr lang="pt-BR" altLang="pt-BR" dirty="0"/>
              <a:t>único de </a:t>
            </a:r>
            <a:r>
              <a:rPr lang="pt-BR" altLang="pt-BR" dirty="0" smtClean="0"/>
              <a:t>Requisitos;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r>
              <a:rPr lang="pt-BR" altLang="pt-BR" dirty="0" err="1" smtClean="0"/>
              <a:t>Suite</a:t>
            </a:r>
            <a:r>
              <a:rPr lang="pt-BR" altLang="pt-BR" dirty="0" smtClean="0"/>
              <a:t> </a:t>
            </a:r>
            <a:r>
              <a:rPr lang="pt-BR" altLang="pt-BR" dirty="0"/>
              <a:t>de Ferramentas para criação da Arquitetura</a:t>
            </a:r>
            <a:r>
              <a:rPr lang="pt-BR" altLang="pt-BR" dirty="0" smtClean="0"/>
              <a:t>;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96175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Mercado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1556792"/>
            <a:ext cx="914400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  <a:defRPr/>
            </a:pPr>
            <a:endParaRPr lang="pt-BR" altLang="pt-BR" sz="2400" dirty="0"/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17462" y="1101144"/>
            <a:ext cx="7019925" cy="6477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t-BR" altLang="pt-BR" sz="2400" dirty="0" smtClean="0"/>
              <a:t>O que o mercado olhou em 2012?</a:t>
            </a:r>
          </a:p>
          <a:p>
            <a:pPr>
              <a:lnSpc>
                <a:spcPct val="100000"/>
              </a:lnSpc>
              <a:defRPr/>
            </a:pPr>
            <a:endParaRPr lang="pt-BR" altLang="pt-BR" sz="2400" dirty="0" smtClean="0"/>
          </a:p>
          <a:p>
            <a:pPr>
              <a:lnSpc>
                <a:spcPct val="100000"/>
              </a:lnSpc>
              <a:defRPr/>
            </a:pPr>
            <a:endParaRPr lang="pt-BR" altLang="pt-BR" sz="2400" dirty="0" smtClean="0"/>
          </a:p>
        </p:txBody>
      </p:sp>
      <p:grpSp>
        <p:nvGrpSpPr>
          <p:cNvPr id="6" name="Group 11"/>
          <p:cNvGrpSpPr>
            <a:grpSpLocks/>
          </p:cNvGrpSpPr>
          <p:nvPr/>
        </p:nvGrpSpPr>
        <p:grpSpPr bwMode="auto">
          <a:xfrm rot="5400000">
            <a:off x="2599081" y="1935185"/>
            <a:ext cx="3560001" cy="4180160"/>
            <a:chOff x="1474" y="2313"/>
            <a:chExt cx="1633" cy="1881"/>
          </a:xfrm>
        </p:grpSpPr>
        <p:pic>
          <p:nvPicPr>
            <p:cNvPr id="7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4" y="2614"/>
              <a:ext cx="1633" cy="1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474" y="2313"/>
              <a:ext cx="158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/>
                <a:t>Linguagens</a:t>
              </a:r>
            </a:p>
          </p:txBody>
        </p:sp>
      </p:grpSp>
      <p:grpSp>
        <p:nvGrpSpPr>
          <p:cNvPr id="9" name="Group 14"/>
          <p:cNvGrpSpPr>
            <a:grpSpLocks/>
          </p:cNvGrpSpPr>
          <p:nvPr/>
        </p:nvGrpSpPr>
        <p:grpSpPr bwMode="auto">
          <a:xfrm rot="5400000">
            <a:off x="2830429" y="2380465"/>
            <a:ext cx="3116902" cy="3678654"/>
            <a:chOff x="2971" y="2399"/>
            <a:chExt cx="1542" cy="1769"/>
          </a:xfrm>
        </p:grpSpPr>
        <p:pic>
          <p:nvPicPr>
            <p:cNvPr id="10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" y="2704"/>
              <a:ext cx="1542" cy="14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2971" y="2399"/>
              <a:ext cx="1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/>
                <a:t>Ferramenta Teste</a:t>
              </a:r>
            </a:p>
          </p:txBody>
        </p:sp>
      </p:grpSp>
      <p:grpSp>
        <p:nvGrpSpPr>
          <p:cNvPr id="12" name="Group 17"/>
          <p:cNvGrpSpPr>
            <a:grpSpLocks/>
          </p:cNvGrpSpPr>
          <p:nvPr/>
        </p:nvGrpSpPr>
        <p:grpSpPr bwMode="auto">
          <a:xfrm rot="5400000">
            <a:off x="3311138" y="2327085"/>
            <a:ext cx="2771428" cy="3746775"/>
            <a:chOff x="3101" y="2387"/>
            <a:chExt cx="1406" cy="1723"/>
          </a:xfrm>
        </p:grpSpPr>
        <p:pic>
          <p:nvPicPr>
            <p:cNvPr id="13" name="Picture 1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2614"/>
              <a:ext cx="1355" cy="1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3101" y="2387"/>
              <a:ext cx="140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/>
                <a:t>Scripts</a:t>
              </a:r>
            </a:p>
          </p:txBody>
        </p:sp>
      </p:grpSp>
      <p:grpSp>
        <p:nvGrpSpPr>
          <p:cNvPr id="15" name="Group 20"/>
          <p:cNvGrpSpPr>
            <a:grpSpLocks/>
          </p:cNvGrpSpPr>
          <p:nvPr/>
        </p:nvGrpSpPr>
        <p:grpSpPr bwMode="auto">
          <a:xfrm>
            <a:off x="2666981" y="2013031"/>
            <a:ext cx="3775311" cy="3473770"/>
            <a:chOff x="3152" y="2205"/>
            <a:chExt cx="1781" cy="2115"/>
          </a:xfrm>
        </p:grpSpPr>
        <p:pic>
          <p:nvPicPr>
            <p:cNvPr id="16" name="Picture 1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2" y="2387"/>
              <a:ext cx="1781" cy="19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Text Box 19"/>
            <p:cNvSpPr txBox="1">
              <a:spLocks noChangeArrowheads="1"/>
            </p:cNvSpPr>
            <p:nvPr/>
          </p:nvSpPr>
          <p:spPr bwMode="auto">
            <a:xfrm>
              <a:off x="3560" y="2205"/>
              <a:ext cx="7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/>
                <a:t>Editores</a:t>
              </a:r>
            </a:p>
          </p:txBody>
        </p:sp>
      </p:grpSp>
      <p:grpSp>
        <p:nvGrpSpPr>
          <p:cNvPr id="18" name="Group 23"/>
          <p:cNvGrpSpPr>
            <a:grpSpLocks/>
          </p:cNvGrpSpPr>
          <p:nvPr/>
        </p:nvGrpSpPr>
        <p:grpSpPr bwMode="auto">
          <a:xfrm>
            <a:off x="2840389" y="2804322"/>
            <a:ext cx="3729850" cy="2506787"/>
            <a:chOff x="3243" y="2251"/>
            <a:chExt cx="2313" cy="1167"/>
          </a:xfrm>
        </p:grpSpPr>
        <p:pic>
          <p:nvPicPr>
            <p:cNvPr id="19" name="Picture 2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3" y="2523"/>
              <a:ext cx="2313" cy="8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Text Box 22"/>
            <p:cNvSpPr txBox="1">
              <a:spLocks noChangeArrowheads="1"/>
            </p:cNvSpPr>
            <p:nvPr/>
          </p:nvSpPr>
          <p:spPr bwMode="auto">
            <a:xfrm>
              <a:off x="3470" y="2251"/>
              <a:ext cx="19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/>
                <a:t>Release</a:t>
              </a:r>
            </a:p>
          </p:txBody>
        </p:sp>
      </p:grpSp>
      <p:grpSp>
        <p:nvGrpSpPr>
          <p:cNvPr id="21" name="Group 26"/>
          <p:cNvGrpSpPr>
            <a:grpSpLocks/>
          </p:cNvGrpSpPr>
          <p:nvPr/>
        </p:nvGrpSpPr>
        <p:grpSpPr bwMode="auto">
          <a:xfrm>
            <a:off x="2480098" y="2756881"/>
            <a:ext cx="4183803" cy="2344662"/>
            <a:chOff x="3356" y="3022"/>
            <a:chExt cx="2404" cy="1079"/>
          </a:xfrm>
        </p:grpSpPr>
        <p:pic>
          <p:nvPicPr>
            <p:cNvPr id="22" name="Picture 2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" y="3385"/>
              <a:ext cx="2404" cy="7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3833" y="3022"/>
              <a:ext cx="16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/>
                <a:t>Release Automatizada</a:t>
              </a:r>
            </a:p>
          </p:txBody>
        </p:sp>
      </p:grpSp>
      <p:grpSp>
        <p:nvGrpSpPr>
          <p:cNvPr id="24" name="Group 31"/>
          <p:cNvGrpSpPr>
            <a:grpSpLocks/>
          </p:cNvGrpSpPr>
          <p:nvPr/>
        </p:nvGrpSpPr>
        <p:grpSpPr bwMode="auto">
          <a:xfrm>
            <a:off x="2395114" y="1858903"/>
            <a:ext cx="4175125" cy="2476500"/>
            <a:chOff x="2835" y="2568"/>
            <a:chExt cx="2630" cy="1560"/>
          </a:xfrm>
        </p:grpSpPr>
        <p:pic>
          <p:nvPicPr>
            <p:cNvPr id="25" name="Picture 27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5" y="2795"/>
              <a:ext cx="2630" cy="1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2835" y="2568"/>
              <a:ext cx="140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/>
                <a:t>Falha de Release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466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Mercado (2012 → 2013)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1556792"/>
            <a:ext cx="914400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  <a:defRPr/>
            </a:pPr>
            <a:endParaRPr lang="pt-BR" altLang="pt-BR" sz="2400" dirty="0"/>
          </a:p>
        </p:txBody>
      </p: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742339" y="1305921"/>
            <a:ext cx="3813222" cy="2435938"/>
            <a:chOff x="1383" y="709"/>
            <a:chExt cx="1440" cy="982"/>
          </a:xfrm>
        </p:grpSpPr>
        <p:pic>
          <p:nvPicPr>
            <p:cNvPr id="6" name="Picture 2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3" y="935"/>
              <a:ext cx="1440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 Box 27"/>
            <p:cNvSpPr txBox="1">
              <a:spLocks noChangeArrowheads="1"/>
            </p:cNvSpPr>
            <p:nvPr/>
          </p:nvSpPr>
          <p:spPr bwMode="auto">
            <a:xfrm>
              <a:off x="1383" y="709"/>
              <a:ext cx="1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/>
                <a:t>Controle de Versão</a:t>
              </a:r>
            </a:p>
          </p:txBody>
        </p:sp>
      </p:grpSp>
      <p:pic>
        <p:nvPicPr>
          <p:cNvPr id="8" name="Picture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266" y="1638302"/>
            <a:ext cx="3686256" cy="186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Box 30"/>
          <p:cNvSpPr txBox="1">
            <a:spLocks noChangeArrowheads="1"/>
          </p:cNvSpPr>
          <p:nvPr/>
        </p:nvSpPr>
        <p:spPr bwMode="auto">
          <a:xfrm>
            <a:off x="4787900" y="1052513"/>
            <a:ext cx="28082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pt-BR" altLang="pt-BR" sz="1800"/>
              <a:t>Code Quality Tools</a:t>
            </a:r>
          </a:p>
        </p:txBody>
      </p:sp>
      <p:grpSp>
        <p:nvGrpSpPr>
          <p:cNvPr id="10" name="Group 33"/>
          <p:cNvGrpSpPr>
            <a:grpSpLocks/>
          </p:cNvGrpSpPr>
          <p:nvPr/>
        </p:nvGrpSpPr>
        <p:grpSpPr bwMode="auto">
          <a:xfrm>
            <a:off x="2195513" y="2852738"/>
            <a:ext cx="2808287" cy="1628775"/>
            <a:chOff x="1383" y="1797"/>
            <a:chExt cx="1769" cy="1026"/>
          </a:xfrm>
        </p:grpSpPr>
        <p:sp>
          <p:nvSpPr>
            <p:cNvPr id="11" name="Text Box 31"/>
            <p:cNvSpPr txBox="1">
              <a:spLocks noChangeArrowheads="1"/>
            </p:cNvSpPr>
            <p:nvPr/>
          </p:nvSpPr>
          <p:spPr bwMode="auto">
            <a:xfrm>
              <a:off x="1383" y="1797"/>
              <a:ext cx="17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/>
                <a:t>Continuous Integration</a:t>
              </a:r>
            </a:p>
          </p:txBody>
        </p:sp>
        <p:pic>
          <p:nvPicPr>
            <p:cNvPr id="12" name="Picture 3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9" y="2024"/>
              <a:ext cx="1678" cy="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3" name="Group 37"/>
          <p:cNvGrpSpPr>
            <a:grpSpLocks/>
          </p:cNvGrpSpPr>
          <p:nvPr/>
        </p:nvGrpSpPr>
        <p:grpSpPr bwMode="auto">
          <a:xfrm>
            <a:off x="6343932" y="2996452"/>
            <a:ext cx="3024187" cy="2449512"/>
            <a:chOff x="3379" y="1707"/>
            <a:chExt cx="1905" cy="1543"/>
          </a:xfrm>
        </p:grpSpPr>
        <p:pic>
          <p:nvPicPr>
            <p:cNvPr id="14" name="Picture 3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9" y="1933"/>
              <a:ext cx="1860" cy="1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Text Box 35"/>
            <p:cNvSpPr txBox="1">
              <a:spLocks noChangeArrowheads="1"/>
            </p:cNvSpPr>
            <p:nvPr/>
          </p:nvSpPr>
          <p:spPr bwMode="auto">
            <a:xfrm>
              <a:off x="3470" y="1707"/>
              <a:ext cx="18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/>
                <a:t>Application Frameworks</a:t>
              </a:r>
            </a:p>
          </p:txBody>
        </p:sp>
      </p:grpSp>
      <p:sp>
        <p:nvSpPr>
          <p:cNvPr id="16" name="Text Box 36"/>
          <p:cNvSpPr txBox="1">
            <a:spLocks noChangeArrowheads="1"/>
          </p:cNvSpPr>
          <p:nvPr/>
        </p:nvSpPr>
        <p:spPr bwMode="auto">
          <a:xfrm>
            <a:off x="2268538" y="4508500"/>
            <a:ext cx="287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pt-BR" altLang="pt-BR" sz="1800"/>
              <a:t>Web Frameworks</a:t>
            </a:r>
          </a:p>
        </p:txBody>
      </p:sp>
      <p:pic>
        <p:nvPicPr>
          <p:cNvPr id="17" name="Picture 3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305" y="4756398"/>
            <a:ext cx="3240088" cy="192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3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5157788"/>
            <a:ext cx="3168650" cy="170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069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Mercado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1556792"/>
            <a:ext cx="914400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  <a:defRPr/>
            </a:pPr>
            <a:endParaRPr lang="pt-BR" altLang="pt-BR" sz="2400" dirty="0"/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259632" y="1052736"/>
            <a:ext cx="2808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pt-BR" altLang="pt-BR" sz="1800"/>
              <a:t>Application Server</a:t>
            </a:r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4717207" y="1052736"/>
            <a:ext cx="287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pt-BR" altLang="pt-BR" sz="1800"/>
              <a:t>Build Tools</a:t>
            </a:r>
          </a:p>
        </p:txBody>
      </p:sp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84536"/>
            <a:ext cx="3168650" cy="170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644" y="1484536"/>
            <a:ext cx="1582738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657" y="3429223"/>
            <a:ext cx="4578350" cy="267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557" y="3500661"/>
            <a:ext cx="5678487" cy="266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657" y="3514948"/>
            <a:ext cx="6407150" cy="312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357" y="3429223"/>
            <a:ext cx="5975350" cy="268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271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Mercado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1556792"/>
            <a:ext cx="914400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  <a:defRPr/>
            </a:pPr>
            <a:endParaRPr lang="pt-BR" altLang="pt-BR" sz="2400" dirty="0"/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 bwMode="auto">
          <a:xfrm>
            <a:off x="539552" y="1556792"/>
            <a:ext cx="7092950" cy="3616325"/>
            <a:chOff x="1565" y="1344"/>
            <a:chExt cx="4195" cy="2206"/>
          </a:xfrm>
        </p:grpSpPr>
        <p:sp>
          <p:nvSpPr>
            <p:cNvPr id="5" name="AutoShape 4"/>
            <p:cNvSpPr>
              <a:spLocks noChangeAspect="1" noChangeArrowheads="1" noTextEdit="1"/>
            </p:cNvSpPr>
            <p:nvPr/>
          </p:nvSpPr>
          <p:spPr bwMode="auto">
            <a:xfrm>
              <a:off x="1565" y="1344"/>
              <a:ext cx="4195" cy="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297" y="1350"/>
              <a:ext cx="75" cy="194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297" y="1350"/>
              <a:ext cx="75" cy="1948"/>
            </a:xfrm>
            <a:prstGeom prst="rect">
              <a:avLst/>
            </a:prstGeom>
            <a:noFill/>
            <a:ln w="6350" cap="sq">
              <a:solidFill>
                <a:srgbClr val="C8C8C8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400" y="1350"/>
              <a:ext cx="75" cy="19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400" y="1350"/>
              <a:ext cx="75" cy="1948"/>
            </a:xfrm>
            <a:prstGeom prst="rect">
              <a:avLst/>
            </a:prstGeom>
            <a:noFill/>
            <a:ln w="6350" cap="sq">
              <a:solidFill>
                <a:srgbClr val="C8C8C8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5459" y="1350"/>
              <a:ext cx="75" cy="19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5459" y="1350"/>
              <a:ext cx="75" cy="1948"/>
            </a:xfrm>
            <a:prstGeom prst="rect">
              <a:avLst/>
            </a:prstGeom>
            <a:noFill/>
            <a:ln w="6350" cap="sq">
              <a:solidFill>
                <a:srgbClr val="C8C8C8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2235" y="1807"/>
              <a:ext cx="3098" cy="5"/>
            </a:xfrm>
            <a:custGeom>
              <a:avLst/>
              <a:gdLst>
                <a:gd name="T0" fmla="*/ 0 w 12511"/>
                <a:gd name="T1" fmla="*/ 0 h 21"/>
                <a:gd name="T2" fmla="*/ 0 w 12511"/>
                <a:gd name="T3" fmla="*/ 0 h 21"/>
                <a:gd name="T4" fmla="*/ 0 w 12511"/>
                <a:gd name="T5" fmla="*/ 0 h 21"/>
                <a:gd name="T6" fmla="*/ 0 w 12511"/>
                <a:gd name="T7" fmla="*/ 0 h 21"/>
                <a:gd name="T8" fmla="*/ 0 w 12511"/>
                <a:gd name="T9" fmla="*/ 0 h 21"/>
                <a:gd name="T10" fmla="*/ 0 w 12511"/>
                <a:gd name="T11" fmla="*/ 0 h 21"/>
                <a:gd name="T12" fmla="*/ 0 w 12511"/>
                <a:gd name="T13" fmla="*/ 0 h 21"/>
                <a:gd name="T14" fmla="*/ 0 w 12511"/>
                <a:gd name="T15" fmla="*/ 0 h 21"/>
                <a:gd name="T16" fmla="*/ 0 w 12511"/>
                <a:gd name="T17" fmla="*/ 0 h 21"/>
                <a:gd name="T18" fmla="*/ 0 w 12511"/>
                <a:gd name="T19" fmla="*/ 0 h 21"/>
                <a:gd name="T20" fmla="*/ 0 w 12511"/>
                <a:gd name="T21" fmla="*/ 0 h 21"/>
                <a:gd name="T22" fmla="*/ 0 w 12511"/>
                <a:gd name="T23" fmla="*/ 0 h 21"/>
                <a:gd name="T24" fmla="*/ 0 w 12511"/>
                <a:gd name="T25" fmla="*/ 0 h 21"/>
                <a:gd name="T26" fmla="*/ 0 w 12511"/>
                <a:gd name="T27" fmla="*/ 0 h 21"/>
                <a:gd name="T28" fmla="*/ 0 w 12511"/>
                <a:gd name="T29" fmla="*/ 0 h 21"/>
                <a:gd name="T30" fmla="*/ 0 w 12511"/>
                <a:gd name="T31" fmla="*/ 0 h 21"/>
                <a:gd name="T32" fmla="*/ 0 w 12511"/>
                <a:gd name="T33" fmla="*/ 0 h 21"/>
                <a:gd name="T34" fmla="*/ 0 w 12511"/>
                <a:gd name="T35" fmla="*/ 0 h 21"/>
                <a:gd name="T36" fmla="*/ 0 w 12511"/>
                <a:gd name="T37" fmla="*/ 0 h 21"/>
                <a:gd name="T38" fmla="*/ 0 w 12511"/>
                <a:gd name="T39" fmla="*/ 0 h 21"/>
                <a:gd name="T40" fmla="*/ 0 w 12511"/>
                <a:gd name="T41" fmla="*/ 0 h 21"/>
                <a:gd name="T42" fmla="*/ 0 w 12511"/>
                <a:gd name="T43" fmla="*/ 0 h 21"/>
                <a:gd name="T44" fmla="*/ 0 w 12511"/>
                <a:gd name="T45" fmla="*/ 0 h 21"/>
                <a:gd name="T46" fmla="*/ 0 w 12511"/>
                <a:gd name="T47" fmla="*/ 0 h 21"/>
                <a:gd name="T48" fmla="*/ 0 w 12511"/>
                <a:gd name="T49" fmla="*/ 0 h 21"/>
                <a:gd name="T50" fmla="*/ 0 w 12511"/>
                <a:gd name="T51" fmla="*/ 0 h 21"/>
                <a:gd name="T52" fmla="*/ 0 w 12511"/>
                <a:gd name="T53" fmla="*/ 0 h 21"/>
                <a:gd name="T54" fmla="*/ 0 w 12511"/>
                <a:gd name="T55" fmla="*/ 0 h 21"/>
                <a:gd name="T56" fmla="*/ 0 w 12511"/>
                <a:gd name="T57" fmla="*/ 0 h 21"/>
                <a:gd name="T58" fmla="*/ 0 w 12511"/>
                <a:gd name="T59" fmla="*/ 0 h 21"/>
                <a:gd name="T60" fmla="*/ 0 w 12511"/>
                <a:gd name="T61" fmla="*/ 0 h 21"/>
                <a:gd name="T62" fmla="*/ 0 w 12511"/>
                <a:gd name="T63" fmla="*/ 0 h 21"/>
                <a:gd name="T64" fmla="*/ 0 w 12511"/>
                <a:gd name="T65" fmla="*/ 0 h 21"/>
                <a:gd name="T66" fmla="*/ 0 w 12511"/>
                <a:gd name="T67" fmla="*/ 0 h 21"/>
                <a:gd name="T68" fmla="*/ 0 w 12511"/>
                <a:gd name="T69" fmla="*/ 0 h 21"/>
                <a:gd name="T70" fmla="*/ 0 w 12511"/>
                <a:gd name="T71" fmla="*/ 0 h 21"/>
                <a:gd name="T72" fmla="*/ 0 w 12511"/>
                <a:gd name="T73" fmla="*/ 0 h 21"/>
                <a:gd name="T74" fmla="*/ 0 w 12511"/>
                <a:gd name="T75" fmla="*/ 0 h 21"/>
                <a:gd name="T76" fmla="*/ 0 w 12511"/>
                <a:gd name="T77" fmla="*/ 0 h 21"/>
                <a:gd name="T78" fmla="*/ 0 w 12511"/>
                <a:gd name="T79" fmla="*/ 0 h 21"/>
                <a:gd name="T80" fmla="*/ 0 w 12511"/>
                <a:gd name="T81" fmla="*/ 0 h 21"/>
                <a:gd name="T82" fmla="*/ 0 w 12511"/>
                <a:gd name="T83" fmla="*/ 0 h 21"/>
                <a:gd name="T84" fmla="*/ 0 w 12511"/>
                <a:gd name="T85" fmla="*/ 0 h 21"/>
                <a:gd name="T86" fmla="*/ 0 w 12511"/>
                <a:gd name="T87" fmla="*/ 0 h 21"/>
                <a:gd name="T88" fmla="*/ 0 w 12511"/>
                <a:gd name="T89" fmla="*/ 0 h 21"/>
                <a:gd name="T90" fmla="*/ 0 w 12511"/>
                <a:gd name="T91" fmla="*/ 0 h 21"/>
                <a:gd name="T92" fmla="*/ 0 w 12511"/>
                <a:gd name="T93" fmla="*/ 0 h 21"/>
                <a:gd name="T94" fmla="*/ 0 w 12511"/>
                <a:gd name="T95" fmla="*/ 0 h 21"/>
                <a:gd name="T96" fmla="*/ 0 w 12511"/>
                <a:gd name="T97" fmla="*/ 0 h 21"/>
                <a:gd name="T98" fmla="*/ 0 w 12511"/>
                <a:gd name="T99" fmla="*/ 0 h 21"/>
                <a:gd name="T100" fmla="*/ 0 w 12511"/>
                <a:gd name="T101" fmla="*/ 0 h 21"/>
                <a:gd name="T102" fmla="*/ 0 w 12511"/>
                <a:gd name="T103" fmla="*/ 0 h 21"/>
                <a:gd name="T104" fmla="*/ 0 w 12511"/>
                <a:gd name="T105" fmla="*/ 0 h 21"/>
                <a:gd name="T106" fmla="*/ 0 w 12511"/>
                <a:gd name="T107" fmla="*/ 0 h 21"/>
                <a:gd name="T108" fmla="*/ 0 w 12511"/>
                <a:gd name="T109" fmla="*/ 0 h 21"/>
                <a:gd name="T110" fmla="*/ 0 w 12511"/>
                <a:gd name="T111" fmla="*/ 0 h 21"/>
                <a:gd name="T112" fmla="*/ 0 w 12511"/>
                <a:gd name="T113" fmla="*/ 0 h 21"/>
                <a:gd name="T114" fmla="*/ 0 w 12511"/>
                <a:gd name="T115" fmla="*/ 0 h 2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2511" h="21">
                  <a:moveTo>
                    <a:pt x="11" y="0"/>
                  </a:moveTo>
                  <a:lnTo>
                    <a:pt x="331" y="0"/>
                  </a:lnTo>
                  <a:cubicBezTo>
                    <a:pt x="337" y="0"/>
                    <a:pt x="341" y="4"/>
                    <a:pt x="341" y="10"/>
                  </a:cubicBezTo>
                  <a:cubicBezTo>
                    <a:pt x="341" y="16"/>
                    <a:pt x="337" y="21"/>
                    <a:pt x="331" y="21"/>
                  </a:cubicBezTo>
                  <a:lnTo>
                    <a:pt x="11" y="21"/>
                  </a:lnTo>
                  <a:cubicBezTo>
                    <a:pt x="5" y="21"/>
                    <a:pt x="0" y="16"/>
                    <a:pt x="0" y="10"/>
                  </a:cubicBezTo>
                  <a:cubicBezTo>
                    <a:pt x="0" y="4"/>
                    <a:pt x="5" y="0"/>
                    <a:pt x="11" y="0"/>
                  </a:cubicBezTo>
                  <a:close/>
                  <a:moveTo>
                    <a:pt x="523" y="0"/>
                  </a:moveTo>
                  <a:lnTo>
                    <a:pt x="843" y="0"/>
                  </a:lnTo>
                  <a:cubicBezTo>
                    <a:pt x="849" y="0"/>
                    <a:pt x="853" y="4"/>
                    <a:pt x="853" y="10"/>
                  </a:cubicBezTo>
                  <a:cubicBezTo>
                    <a:pt x="853" y="16"/>
                    <a:pt x="849" y="21"/>
                    <a:pt x="843" y="21"/>
                  </a:cubicBezTo>
                  <a:lnTo>
                    <a:pt x="523" y="21"/>
                  </a:lnTo>
                  <a:cubicBezTo>
                    <a:pt x="517" y="21"/>
                    <a:pt x="512" y="16"/>
                    <a:pt x="512" y="10"/>
                  </a:cubicBezTo>
                  <a:cubicBezTo>
                    <a:pt x="512" y="4"/>
                    <a:pt x="517" y="0"/>
                    <a:pt x="523" y="0"/>
                  </a:cubicBezTo>
                  <a:close/>
                  <a:moveTo>
                    <a:pt x="1035" y="0"/>
                  </a:moveTo>
                  <a:lnTo>
                    <a:pt x="1355" y="0"/>
                  </a:lnTo>
                  <a:cubicBezTo>
                    <a:pt x="1361" y="0"/>
                    <a:pt x="1365" y="4"/>
                    <a:pt x="1365" y="10"/>
                  </a:cubicBezTo>
                  <a:cubicBezTo>
                    <a:pt x="1365" y="16"/>
                    <a:pt x="1361" y="21"/>
                    <a:pt x="1355" y="21"/>
                  </a:cubicBezTo>
                  <a:lnTo>
                    <a:pt x="1035" y="21"/>
                  </a:lnTo>
                  <a:cubicBezTo>
                    <a:pt x="1029" y="21"/>
                    <a:pt x="1024" y="16"/>
                    <a:pt x="1024" y="10"/>
                  </a:cubicBezTo>
                  <a:cubicBezTo>
                    <a:pt x="1024" y="4"/>
                    <a:pt x="1029" y="0"/>
                    <a:pt x="1035" y="0"/>
                  </a:cubicBezTo>
                  <a:close/>
                  <a:moveTo>
                    <a:pt x="1547" y="0"/>
                  </a:moveTo>
                  <a:lnTo>
                    <a:pt x="1867" y="0"/>
                  </a:lnTo>
                  <a:cubicBezTo>
                    <a:pt x="1873" y="0"/>
                    <a:pt x="1877" y="4"/>
                    <a:pt x="1877" y="10"/>
                  </a:cubicBezTo>
                  <a:cubicBezTo>
                    <a:pt x="1877" y="16"/>
                    <a:pt x="1873" y="21"/>
                    <a:pt x="1867" y="21"/>
                  </a:cubicBezTo>
                  <a:lnTo>
                    <a:pt x="1547" y="21"/>
                  </a:lnTo>
                  <a:cubicBezTo>
                    <a:pt x="1541" y="21"/>
                    <a:pt x="1536" y="16"/>
                    <a:pt x="1536" y="10"/>
                  </a:cubicBezTo>
                  <a:cubicBezTo>
                    <a:pt x="1536" y="4"/>
                    <a:pt x="1541" y="0"/>
                    <a:pt x="1547" y="0"/>
                  </a:cubicBezTo>
                  <a:close/>
                  <a:moveTo>
                    <a:pt x="2059" y="0"/>
                  </a:moveTo>
                  <a:lnTo>
                    <a:pt x="2379" y="0"/>
                  </a:lnTo>
                  <a:cubicBezTo>
                    <a:pt x="2385" y="0"/>
                    <a:pt x="2389" y="4"/>
                    <a:pt x="2389" y="10"/>
                  </a:cubicBezTo>
                  <a:cubicBezTo>
                    <a:pt x="2389" y="16"/>
                    <a:pt x="2385" y="21"/>
                    <a:pt x="2379" y="21"/>
                  </a:cubicBezTo>
                  <a:lnTo>
                    <a:pt x="2059" y="21"/>
                  </a:lnTo>
                  <a:cubicBezTo>
                    <a:pt x="2053" y="21"/>
                    <a:pt x="2048" y="16"/>
                    <a:pt x="2048" y="10"/>
                  </a:cubicBezTo>
                  <a:cubicBezTo>
                    <a:pt x="2048" y="4"/>
                    <a:pt x="2053" y="0"/>
                    <a:pt x="2059" y="0"/>
                  </a:cubicBezTo>
                  <a:close/>
                  <a:moveTo>
                    <a:pt x="2571" y="0"/>
                  </a:moveTo>
                  <a:lnTo>
                    <a:pt x="2891" y="0"/>
                  </a:lnTo>
                  <a:cubicBezTo>
                    <a:pt x="2897" y="0"/>
                    <a:pt x="2901" y="4"/>
                    <a:pt x="2901" y="10"/>
                  </a:cubicBezTo>
                  <a:cubicBezTo>
                    <a:pt x="2901" y="16"/>
                    <a:pt x="2897" y="21"/>
                    <a:pt x="2891" y="21"/>
                  </a:cubicBezTo>
                  <a:lnTo>
                    <a:pt x="2571" y="21"/>
                  </a:lnTo>
                  <a:cubicBezTo>
                    <a:pt x="2565" y="21"/>
                    <a:pt x="2560" y="16"/>
                    <a:pt x="2560" y="10"/>
                  </a:cubicBezTo>
                  <a:cubicBezTo>
                    <a:pt x="2560" y="4"/>
                    <a:pt x="2565" y="0"/>
                    <a:pt x="2571" y="0"/>
                  </a:cubicBezTo>
                  <a:close/>
                  <a:moveTo>
                    <a:pt x="3083" y="0"/>
                  </a:moveTo>
                  <a:lnTo>
                    <a:pt x="3403" y="0"/>
                  </a:lnTo>
                  <a:cubicBezTo>
                    <a:pt x="3409" y="0"/>
                    <a:pt x="3413" y="4"/>
                    <a:pt x="3413" y="10"/>
                  </a:cubicBezTo>
                  <a:cubicBezTo>
                    <a:pt x="3413" y="16"/>
                    <a:pt x="3409" y="21"/>
                    <a:pt x="3403" y="21"/>
                  </a:cubicBezTo>
                  <a:lnTo>
                    <a:pt x="3083" y="21"/>
                  </a:lnTo>
                  <a:cubicBezTo>
                    <a:pt x="3077" y="21"/>
                    <a:pt x="3072" y="16"/>
                    <a:pt x="3072" y="10"/>
                  </a:cubicBezTo>
                  <a:cubicBezTo>
                    <a:pt x="3072" y="4"/>
                    <a:pt x="3077" y="0"/>
                    <a:pt x="3083" y="0"/>
                  </a:cubicBezTo>
                  <a:close/>
                  <a:moveTo>
                    <a:pt x="3595" y="0"/>
                  </a:moveTo>
                  <a:lnTo>
                    <a:pt x="3915" y="0"/>
                  </a:lnTo>
                  <a:cubicBezTo>
                    <a:pt x="3921" y="0"/>
                    <a:pt x="3925" y="4"/>
                    <a:pt x="3925" y="10"/>
                  </a:cubicBezTo>
                  <a:cubicBezTo>
                    <a:pt x="3925" y="16"/>
                    <a:pt x="3921" y="21"/>
                    <a:pt x="3915" y="21"/>
                  </a:cubicBezTo>
                  <a:lnTo>
                    <a:pt x="3595" y="21"/>
                  </a:lnTo>
                  <a:cubicBezTo>
                    <a:pt x="3589" y="21"/>
                    <a:pt x="3584" y="16"/>
                    <a:pt x="3584" y="10"/>
                  </a:cubicBezTo>
                  <a:cubicBezTo>
                    <a:pt x="3584" y="4"/>
                    <a:pt x="3589" y="0"/>
                    <a:pt x="3595" y="0"/>
                  </a:cubicBezTo>
                  <a:close/>
                  <a:moveTo>
                    <a:pt x="4107" y="0"/>
                  </a:moveTo>
                  <a:lnTo>
                    <a:pt x="4427" y="0"/>
                  </a:lnTo>
                  <a:cubicBezTo>
                    <a:pt x="4433" y="0"/>
                    <a:pt x="4437" y="4"/>
                    <a:pt x="4437" y="10"/>
                  </a:cubicBezTo>
                  <a:cubicBezTo>
                    <a:pt x="4437" y="16"/>
                    <a:pt x="4433" y="21"/>
                    <a:pt x="4427" y="21"/>
                  </a:cubicBezTo>
                  <a:lnTo>
                    <a:pt x="4107" y="21"/>
                  </a:lnTo>
                  <a:cubicBezTo>
                    <a:pt x="4101" y="21"/>
                    <a:pt x="4096" y="16"/>
                    <a:pt x="4096" y="10"/>
                  </a:cubicBezTo>
                  <a:cubicBezTo>
                    <a:pt x="4096" y="4"/>
                    <a:pt x="4101" y="0"/>
                    <a:pt x="4107" y="0"/>
                  </a:cubicBezTo>
                  <a:close/>
                  <a:moveTo>
                    <a:pt x="4619" y="0"/>
                  </a:moveTo>
                  <a:lnTo>
                    <a:pt x="4939" y="0"/>
                  </a:lnTo>
                  <a:cubicBezTo>
                    <a:pt x="4945" y="0"/>
                    <a:pt x="4949" y="4"/>
                    <a:pt x="4949" y="10"/>
                  </a:cubicBezTo>
                  <a:cubicBezTo>
                    <a:pt x="4949" y="16"/>
                    <a:pt x="4945" y="21"/>
                    <a:pt x="4939" y="21"/>
                  </a:cubicBezTo>
                  <a:lnTo>
                    <a:pt x="4619" y="21"/>
                  </a:lnTo>
                  <a:cubicBezTo>
                    <a:pt x="4613" y="21"/>
                    <a:pt x="4608" y="16"/>
                    <a:pt x="4608" y="10"/>
                  </a:cubicBezTo>
                  <a:cubicBezTo>
                    <a:pt x="4608" y="4"/>
                    <a:pt x="4613" y="0"/>
                    <a:pt x="4619" y="0"/>
                  </a:cubicBezTo>
                  <a:close/>
                  <a:moveTo>
                    <a:pt x="5131" y="0"/>
                  </a:moveTo>
                  <a:lnTo>
                    <a:pt x="5451" y="0"/>
                  </a:lnTo>
                  <a:cubicBezTo>
                    <a:pt x="5457" y="0"/>
                    <a:pt x="5461" y="4"/>
                    <a:pt x="5461" y="10"/>
                  </a:cubicBezTo>
                  <a:cubicBezTo>
                    <a:pt x="5461" y="16"/>
                    <a:pt x="5457" y="21"/>
                    <a:pt x="5451" y="21"/>
                  </a:cubicBezTo>
                  <a:lnTo>
                    <a:pt x="5131" y="21"/>
                  </a:lnTo>
                  <a:cubicBezTo>
                    <a:pt x="5125" y="21"/>
                    <a:pt x="5120" y="16"/>
                    <a:pt x="5120" y="10"/>
                  </a:cubicBezTo>
                  <a:cubicBezTo>
                    <a:pt x="5120" y="4"/>
                    <a:pt x="5125" y="0"/>
                    <a:pt x="5131" y="0"/>
                  </a:cubicBezTo>
                  <a:close/>
                  <a:moveTo>
                    <a:pt x="5643" y="0"/>
                  </a:moveTo>
                  <a:lnTo>
                    <a:pt x="5963" y="0"/>
                  </a:lnTo>
                  <a:cubicBezTo>
                    <a:pt x="5969" y="0"/>
                    <a:pt x="5973" y="4"/>
                    <a:pt x="5973" y="10"/>
                  </a:cubicBezTo>
                  <a:cubicBezTo>
                    <a:pt x="5973" y="16"/>
                    <a:pt x="5969" y="21"/>
                    <a:pt x="5963" y="21"/>
                  </a:cubicBezTo>
                  <a:lnTo>
                    <a:pt x="5643" y="21"/>
                  </a:lnTo>
                  <a:cubicBezTo>
                    <a:pt x="5637" y="21"/>
                    <a:pt x="5632" y="16"/>
                    <a:pt x="5632" y="10"/>
                  </a:cubicBezTo>
                  <a:cubicBezTo>
                    <a:pt x="5632" y="4"/>
                    <a:pt x="5637" y="0"/>
                    <a:pt x="5643" y="0"/>
                  </a:cubicBezTo>
                  <a:close/>
                  <a:moveTo>
                    <a:pt x="6155" y="0"/>
                  </a:moveTo>
                  <a:lnTo>
                    <a:pt x="6475" y="0"/>
                  </a:lnTo>
                  <a:cubicBezTo>
                    <a:pt x="6481" y="0"/>
                    <a:pt x="6485" y="4"/>
                    <a:pt x="6485" y="10"/>
                  </a:cubicBezTo>
                  <a:cubicBezTo>
                    <a:pt x="6485" y="16"/>
                    <a:pt x="6481" y="21"/>
                    <a:pt x="6475" y="21"/>
                  </a:cubicBezTo>
                  <a:lnTo>
                    <a:pt x="6155" y="21"/>
                  </a:lnTo>
                  <a:cubicBezTo>
                    <a:pt x="6149" y="21"/>
                    <a:pt x="6144" y="16"/>
                    <a:pt x="6144" y="10"/>
                  </a:cubicBezTo>
                  <a:cubicBezTo>
                    <a:pt x="6144" y="4"/>
                    <a:pt x="6149" y="0"/>
                    <a:pt x="6155" y="0"/>
                  </a:cubicBezTo>
                  <a:close/>
                  <a:moveTo>
                    <a:pt x="6667" y="0"/>
                  </a:moveTo>
                  <a:lnTo>
                    <a:pt x="6987" y="0"/>
                  </a:lnTo>
                  <a:cubicBezTo>
                    <a:pt x="6993" y="0"/>
                    <a:pt x="6997" y="4"/>
                    <a:pt x="6997" y="10"/>
                  </a:cubicBezTo>
                  <a:cubicBezTo>
                    <a:pt x="6997" y="16"/>
                    <a:pt x="6993" y="21"/>
                    <a:pt x="6987" y="21"/>
                  </a:cubicBezTo>
                  <a:lnTo>
                    <a:pt x="6667" y="21"/>
                  </a:lnTo>
                  <a:cubicBezTo>
                    <a:pt x="6661" y="21"/>
                    <a:pt x="6656" y="16"/>
                    <a:pt x="6656" y="10"/>
                  </a:cubicBezTo>
                  <a:cubicBezTo>
                    <a:pt x="6656" y="4"/>
                    <a:pt x="6661" y="0"/>
                    <a:pt x="6667" y="0"/>
                  </a:cubicBezTo>
                  <a:close/>
                  <a:moveTo>
                    <a:pt x="7179" y="0"/>
                  </a:moveTo>
                  <a:lnTo>
                    <a:pt x="7499" y="0"/>
                  </a:lnTo>
                  <a:cubicBezTo>
                    <a:pt x="7505" y="0"/>
                    <a:pt x="7509" y="4"/>
                    <a:pt x="7509" y="10"/>
                  </a:cubicBezTo>
                  <a:cubicBezTo>
                    <a:pt x="7509" y="16"/>
                    <a:pt x="7505" y="21"/>
                    <a:pt x="7499" y="21"/>
                  </a:cubicBezTo>
                  <a:lnTo>
                    <a:pt x="7179" y="21"/>
                  </a:lnTo>
                  <a:cubicBezTo>
                    <a:pt x="7173" y="21"/>
                    <a:pt x="7168" y="16"/>
                    <a:pt x="7168" y="10"/>
                  </a:cubicBezTo>
                  <a:cubicBezTo>
                    <a:pt x="7168" y="4"/>
                    <a:pt x="7173" y="0"/>
                    <a:pt x="7179" y="0"/>
                  </a:cubicBezTo>
                  <a:close/>
                  <a:moveTo>
                    <a:pt x="7691" y="0"/>
                  </a:moveTo>
                  <a:lnTo>
                    <a:pt x="8011" y="0"/>
                  </a:lnTo>
                  <a:cubicBezTo>
                    <a:pt x="8017" y="0"/>
                    <a:pt x="8021" y="4"/>
                    <a:pt x="8021" y="10"/>
                  </a:cubicBezTo>
                  <a:cubicBezTo>
                    <a:pt x="8021" y="16"/>
                    <a:pt x="8017" y="21"/>
                    <a:pt x="8011" y="21"/>
                  </a:cubicBezTo>
                  <a:lnTo>
                    <a:pt x="7691" y="21"/>
                  </a:lnTo>
                  <a:cubicBezTo>
                    <a:pt x="7685" y="21"/>
                    <a:pt x="7680" y="16"/>
                    <a:pt x="7680" y="10"/>
                  </a:cubicBezTo>
                  <a:cubicBezTo>
                    <a:pt x="7680" y="4"/>
                    <a:pt x="7685" y="0"/>
                    <a:pt x="7691" y="0"/>
                  </a:cubicBezTo>
                  <a:close/>
                  <a:moveTo>
                    <a:pt x="8203" y="0"/>
                  </a:moveTo>
                  <a:lnTo>
                    <a:pt x="8523" y="0"/>
                  </a:lnTo>
                  <a:cubicBezTo>
                    <a:pt x="8529" y="0"/>
                    <a:pt x="8533" y="4"/>
                    <a:pt x="8533" y="10"/>
                  </a:cubicBezTo>
                  <a:cubicBezTo>
                    <a:pt x="8533" y="16"/>
                    <a:pt x="8529" y="21"/>
                    <a:pt x="8523" y="21"/>
                  </a:cubicBezTo>
                  <a:lnTo>
                    <a:pt x="8203" y="21"/>
                  </a:lnTo>
                  <a:cubicBezTo>
                    <a:pt x="8197" y="21"/>
                    <a:pt x="8192" y="16"/>
                    <a:pt x="8192" y="10"/>
                  </a:cubicBezTo>
                  <a:cubicBezTo>
                    <a:pt x="8192" y="4"/>
                    <a:pt x="8197" y="0"/>
                    <a:pt x="8203" y="0"/>
                  </a:cubicBezTo>
                  <a:close/>
                  <a:moveTo>
                    <a:pt x="8715" y="0"/>
                  </a:moveTo>
                  <a:lnTo>
                    <a:pt x="9035" y="0"/>
                  </a:lnTo>
                  <a:cubicBezTo>
                    <a:pt x="9041" y="0"/>
                    <a:pt x="9045" y="4"/>
                    <a:pt x="9045" y="10"/>
                  </a:cubicBezTo>
                  <a:cubicBezTo>
                    <a:pt x="9045" y="16"/>
                    <a:pt x="9041" y="21"/>
                    <a:pt x="9035" y="21"/>
                  </a:cubicBezTo>
                  <a:lnTo>
                    <a:pt x="8715" y="21"/>
                  </a:lnTo>
                  <a:cubicBezTo>
                    <a:pt x="8709" y="21"/>
                    <a:pt x="8704" y="16"/>
                    <a:pt x="8704" y="10"/>
                  </a:cubicBezTo>
                  <a:cubicBezTo>
                    <a:pt x="8704" y="4"/>
                    <a:pt x="8709" y="0"/>
                    <a:pt x="8715" y="0"/>
                  </a:cubicBezTo>
                  <a:close/>
                  <a:moveTo>
                    <a:pt x="9227" y="0"/>
                  </a:moveTo>
                  <a:lnTo>
                    <a:pt x="9547" y="0"/>
                  </a:lnTo>
                  <a:cubicBezTo>
                    <a:pt x="9553" y="0"/>
                    <a:pt x="9557" y="4"/>
                    <a:pt x="9557" y="10"/>
                  </a:cubicBezTo>
                  <a:cubicBezTo>
                    <a:pt x="9557" y="16"/>
                    <a:pt x="9553" y="21"/>
                    <a:pt x="9547" y="21"/>
                  </a:cubicBezTo>
                  <a:lnTo>
                    <a:pt x="9227" y="21"/>
                  </a:lnTo>
                  <a:cubicBezTo>
                    <a:pt x="9221" y="21"/>
                    <a:pt x="9216" y="16"/>
                    <a:pt x="9216" y="10"/>
                  </a:cubicBezTo>
                  <a:cubicBezTo>
                    <a:pt x="9216" y="4"/>
                    <a:pt x="9221" y="0"/>
                    <a:pt x="9227" y="0"/>
                  </a:cubicBezTo>
                  <a:close/>
                  <a:moveTo>
                    <a:pt x="9739" y="0"/>
                  </a:moveTo>
                  <a:lnTo>
                    <a:pt x="10059" y="0"/>
                  </a:lnTo>
                  <a:cubicBezTo>
                    <a:pt x="10065" y="0"/>
                    <a:pt x="10069" y="4"/>
                    <a:pt x="10069" y="10"/>
                  </a:cubicBezTo>
                  <a:cubicBezTo>
                    <a:pt x="10069" y="16"/>
                    <a:pt x="10065" y="21"/>
                    <a:pt x="10059" y="21"/>
                  </a:cubicBezTo>
                  <a:lnTo>
                    <a:pt x="9739" y="21"/>
                  </a:lnTo>
                  <a:cubicBezTo>
                    <a:pt x="9733" y="21"/>
                    <a:pt x="9728" y="16"/>
                    <a:pt x="9728" y="10"/>
                  </a:cubicBezTo>
                  <a:cubicBezTo>
                    <a:pt x="9728" y="4"/>
                    <a:pt x="9733" y="0"/>
                    <a:pt x="9739" y="0"/>
                  </a:cubicBezTo>
                  <a:close/>
                  <a:moveTo>
                    <a:pt x="10251" y="0"/>
                  </a:moveTo>
                  <a:lnTo>
                    <a:pt x="10571" y="0"/>
                  </a:lnTo>
                  <a:cubicBezTo>
                    <a:pt x="10577" y="0"/>
                    <a:pt x="10581" y="4"/>
                    <a:pt x="10581" y="10"/>
                  </a:cubicBezTo>
                  <a:cubicBezTo>
                    <a:pt x="10581" y="16"/>
                    <a:pt x="10577" y="21"/>
                    <a:pt x="10571" y="21"/>
                  </a:cubicBezTo>
                  <a:lnTo>
                    <a:pt x="10251" y="21"/>
                  </a:lnTo>
                  <a:cubicBezTo>
                    <a:pt x="10245" y="21"/>
                    <a:pt x="10240" y="16"/>
                    <a:pt x="10240" y="10"/>
                  </a:cubicBezTo>
                  <a:cubicBezTo>
                    <a:pt x="10240" y="4"/>
                    <a:pt x="10245" y="0"/>
                    <a:pt x="10251" y="0"/>
                  </a:cubicBezTo>
                  <a:close/>
                  <a:moveTo>
                    <a:pt x="10763" y="0"/>
                  </a:moveTo>
                  <a:lnTo>
                    <a:pt x="11083" y="0"/>
                  </a:lnTo>
                  <a:cubicBezTo>
                    <a:pt x="11089" y="0"/>
                    <a:pt x="11093" y="4"/>
                    <a:pt x="11093" y="10"/>
                  </a:cubicBezTo>
                  <a:cubicBezTo>
                    <a:pt x="11093" y="16"/>
                    <a:pt x="11089" y="21"/>
                    <a:pt x="11083" y="21"/>
                  </a:cubicBezTo>
                  <a:lnTo>
                    <a:pt x="10763" y="21"/>
                  </a:lnTo>
                  <a:cubicBezTo>
                    <a:pt x="10757" y="21"/>
                    <a:pt x="10752" y="16"/>
                    <a:pt x="10752" y="10"/>
                  </a:cubicBezTo>
                  <a:cubicBezTo>
                    <a:pt x="10752" y="4"/>
                    <a:pt x="10757" y="0"/>
                    <a:pt x="10763" y="0"/>
                  </a:cubicBezTo>
                  <a:close/>
                  <a:moveTo>
                    <a:pt x="11275" y="0"/>
                  </a:moveTo>
                  <a:lnTo>
                    <a:pt x="11595" y="0"/>
                  </a:lnTo>
                  <a:cubicBezTo>
                    <a:pt x="11601" y="0"/>
                    <a:pt x="11605" y="4"/>
                    <a:pt x="11605" y="10"/>
                  </a:cubicBezTo>
                  <a:cubicBezTo>
                    <a:pt x="11605" y="16"/>
                    <a:pt x="11601" y="21"/>
                    <a:pt x="11595" y="21"/>
                  </a:cubicBezTo>
                  <a:lnTo>
                    <a:pt x="11275" y="21"/>
                  </a:lnTo>
                  <a:cubicBezTo>
                    <a:pt x="11269" y="21"/>
                    <a:pt x="11264" y="16"/>
                    <a:pt x="11264" y="10"/>
                  </a:cubicBezTo>
                  <a:cubicBezTo>
                    <a:pt x="11264" y="4"/>
                    <a:pt x="11269" y="0"/>
                    <a:pt x="11275" y="0"/>
                  </a:cubicBezTo>
                  <a:close/>
                  <a:moveTo>
                    <a:pt x="11787" y="0"/>
                  </a:moveTo>
                  <a:lnTo>
                    <a:pt x="12107" y="0"/>
                  </a:lnTo>
                  <a:cubicBezTo>
                    <a:pt x="12113" y="0"/>
                    <a:pt x="12117" y="4"/>
                    <a:pt x="12117" y="10"/>
                  </a:cubicBezTo>
                  <a:cubicBezTo>
                    <a:pt x="12117" y="16"/>
                    <a:pt x="12113" y="21"/>
                    <a:pt x="12107" y="21"/>
                  </a:cubicBezTo>
                  <a:lnTo>
                    <a:pt x="11787" y="21"/>
                  </a:lnTo>
                  <a:cubicBezTo>
                    <a:pt x="11781" y="21"/>
                    <a:pt x="11776" y="16"/>
                    <a:pt x="11776" y="10"/>
                  </a:cubicBezTo>
                  <a:cubicBezTo>
                    <a:pt x="11776" y="4"/>
                    <a:pt x="11781" y="0"/>
                    <a:pt x="11787" y="0"/>
                  </a:cubicBezTo>
                  <a:close/>
                  <a:moveTo>
                    <a:pt x="12299" y="0"/>
                  </a:moveTo>
                  <a:lnTo>
                    <a:pt x="12501" y="0"/>
                  </a:lnTo>
                  <a:cubicBezTo>
                    <a:pt x="12506" y="0"/>
                    <a:pt x="12511" y="4"/>
                    <a:pt x="12511" y="10"/>
                  </a:cubicBezTo>
                  <a:cubicBezTo>
                    <a:pt x="12511" y="16"/>
                    <a:pt x="12506" y="21"/>
                    <a:pt x="12501" y="21"/>
                  </a:cubicBezTo>
                  <a:lnTo>
                    <a:pt x="12299" y="21"/>
                  </a:lnTo>
                  <a:cubicBezTo>
                    <a:pt x="12293" y="21"/>
                    <a:pt x="12288" y="16"/>
                    <a:pt x="12288" y="10"/>
                  </a:cubicBezTo>
                  <a:cubicBezTo>
                    <a:pt x="12288" y="4"/>
                    <a:pt x="12293" y="0"/>
                    <a:pt x="12299" y="0"/>
                  </a:cubicBezTo>
                  <a:close/>
                </a:path>
              </a:pathLst>
            </a:custGeom>
            <a:solidFill>
              <a:srgbClr val="FFFF00"/>
            </a:solidFill>
            <a:ln w="0" cap="flat">
              <a:solidFill>
                <a:srgbClr val="FFF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5326" y="1791"/>
              <a:ext cx="37" cy="37"/>
            </a:xfrm>
            <a:custGeom>
              <a:avLst/>
              <a:gdLst>
                <a:gd name="T0" fmla="*/ 0 w 37"/>
                <a:gd name="T1" fmla="*/ 0 h 37"/>
                <a:gd name="T2" fmla="*/ 37 w 37"/>
                <a:gd name="T3" fmla="*/ 18 h 37"/>
                <a:gd name="T4" fmla="*/ 0 w 37"/>
                <a:gd name="T5" fmla="*/ 37 h 37"/>
                <a:gd name="T6" fmla="*/ 0 w 37"/>
                <a:gd name="T7" fmla="*/ 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37">
                  <a:moveTo>
                    <a:pt x="0" y="0"/>
                  </a:moveTo>
                  <a:lnTo>
                    <a:pt x="37" y="18"/>
                  </a:lnTo>
                  <a:lnTo>
                    <a:pt x="0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262" y="3337"/>
              <a:ext cx="139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 b="1">
                  <a:latin typeface="Calibri" panose="020F0502020204030204" pitchFamily="34" charset="0"/>
                </a:rPr>
                <a:t>Ideia</a:t>
              </a:r>
              <a:endParaRPr lang="pt-BR" altLang="pt-BR" sz="1800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145" y="3424"/>
              <a:ext cx="352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 b="1">
                  <a:latin typeface="Calibri" panose="020F0502020204030204" pitchFamily="34" charset="0"/>
                </a:rPr>
                <a:t>Necessidade</a:t>
              </a:r>
              <a:endParaRPr lang="pt-BR" altLang="pt-BR" sz="1800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3167" y="3381"/>
              <a:ext cx="494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 b="1">
                  <a:latin typeface="Calibri" panose="020F0502020204030204" pitchFamily="34" charset="0"/>
                </a:rPr>
                <a:t>Desenvolvimento</a:t>
              </a:r>
              <a:endParaRPr lang="pt-BR" altLang="pt-BR" sz="1800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5287" y="3337"/>
              <a:ext cx="402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 b="1">
                  <a:latin typeface="Calibri" panose="020F0502020204030204" pitchFamily="34" charset="0"/>
                </a:rPr>
                <a:t>Obsolescencia</a:t>
              </a:r>
              <a:endParaRPr lang="pt-BR" altLang="pt-BR" sz="1800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5325" y="3424"/>
              <a:ext cx="332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 b="1">
                  <a:latin typeface="Calibri" panose="020F0502020204030204" pitchFamily="34" charset="0"/>
                </a:rPr>
                <a:t>Fim de Vida</a:t>
              </a:r>
              <a:endParaRPr lang="pt-BR" altLang="pt-BR" sz="1800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713" y="1726"/>
              <a:ext cx="303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 b="1">
                  <a:latin typeface="Calibri" panose="020F0502020204030204" pitchFamily="34" charset="0"/>
                </a:rPr>
                <a:t>Governaça</a:t>
              </a:r>
              <a:endParaRPr lang="pt-BR" altLang="pt-BR" sz="1800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1608" y="2186"/>
              <a:ext cx="494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 b="1">
                  <a:latin typeface="Calibri" panose="020F0502020204030204" pitchFamily="34" charset="0"/>
                </a:rPr>
                <a:t>Desenvolvimento</a:t>
              </a:r>
              <a:endParaRPr lang="pt-BR" altLang="pt-BR" sz="1800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1729" y="2645"/>
              <a:ext cx="274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 b="1">
                  <a:latin typeface="Calibri" panose="020F0502020204030204" pitchFamily="34" charset="0"/>
                </a:rPr>
                <a:t>Operação</a:t>
              </a:r>
              <a:endParaRPr lang="pt-BR" altLang="pt-BR" sz="1800"/>
            </a:p>
          </p:txBody>
        </p:sp>
        <p:sp>
          <p:nvSpPr>
            <p:cNvPr id="22" name="Freeform 21"/>
            <p:cNvSpPr>
              <a:spLocks noEditPoints="1"/>
            </p:cNvSpPr>
            <p:nvPr/>
          </p:nvSpPr>
          <p:spPr bwMode="auto">
            <a:xfrm>
              <a:off x="2744" y="2230"/>
              <a:ext cx="592" cy="5"/>
            </a:xfrm>
            <a:custGeom>
              <a:avLst/>
              <a:gdLst>
                <a:gd name="T0" fmla="*/ 0 w 2389"/>
                <a:gd name="T1" fmla="*/ 0 h 21"/>
                <a:gd name="T2" fmla="*/ 0 w 2389"/>
                <a:gd name="T3" fmla="*/ 0 h 21"/>
                <a:gd name="T4" fmla="*/ 0 w 2389"/>
                <a:gd name="T5" fmla="*/ 0 h 21"/>
                <a:gd name="T6" fmla="*/ 0 w 2389"/>
                <a:gd name="T7" fmla="*/ 0 h 21"/>
                <a:gd name="T8" fmla="*/ 0 w 2389"/>
                <a:gd name="T9" fmla="*/ 0 h 21"/>
                <a:gd name="T10" fmla="*/ 0 w 2389"/>
                <a:gd name="T11" fmla="*/ 0 h 21"/>
                <a:gd name="T12" fmla="*/ 0 w 2389"/>
                <a:gd name="T13" fmla="*/ 0 h 21"/>
                <a:gd name="T14" fmla="*/ 0 w 2389"/>
                <a:gd name="T15" fmla="*/ 0 h 21"/>
                <a:gd name="T16" fmla="*/ 0 w 2389"/>
                <a:gd name="T17" fmla="*/ 0 h 21"/>
                <a:gd name="T18" fmla="*/ 0 w 2389"/>
                <a:gd name="T19" fmla="*/ 0 h 21"/>
                <a:gd name="T20" fmla="*/ 0 w 2389"/>
                <a:gd name="T21" fmla="*/ 0 h 21"/>
                <a:gd name="T22" fmla="*/ 0 w 2389"/>
                <a:gd name="T23" fmla="*/ 0 h 21"/>
                <a:gd name="T24" fmla="*/ 0 w 2389"/>
                <a:gd name="T25" fmla="*/ 0 h 21"/>
                <a:gd name="T26" fmla="*/ 0 w 2389"/>
                <a:gd name="T27" fmla="*/ 0 h 21"/>
                <a:gd name="T28" fmla="*/ 0 w 2389"/>
                <a:gd name="T29" fmla="*/ 0 h 21"/>
                <a:gd name="T30" fmla="*/ 0 w 2389"/>
                <a:gd name="T31" fmla="*/ 0 h 21"/>
                <a:gd name="T32" fmla="*/ 0 w 2389"/>
                <a:gd name="T33" fmla="*/ 0 h 21"/>
                <a:gd name="T34" fmla="*/ 0 w 2389"/>
                <a:gd name="T35" fmla="*/ 0 h 21"/>
                <a:gd name="T36" fmla="*/ 0 w 2389"/>
                <a:gd name="T37" fmla="*/ 0 h 21"/>
                <a:gd name="T38" fmla="*/ 0 w 2389"/>
                <a:gd name="T39" fmla="*/ 0 h 21"/>
                <a:gd name="T40" fmla="*/ 0 w 2389"/>
                <a:gd name="T41" fmla="*/ 0 h 21"/>
                <a:gd name="T42" fmla="*/ 0 w 2389"/>
                <a:gd name="T43" fmla="*/ 0 h 21"/>
                <a:gd name="T44" fmla="*/ 0 w 2389"/>
                <a:gd name="T45" fmla="*/ 0 h 21"/>
                <a:gd name="T46" fmla="*/ 0 w 2389"/>
                <a:gd name="T47" fmla="*/ 0 h 21"/>
                <a:gd name="T48" fmla="*/ 0 w 2389"/>
                <a:gd name="T49" fmla="*/ 0 h 21"/>
                <a:gd name="T50" fmla="*/ 0 w 2389"/>
                <a:gd name="T51" fmla="*/ 0 h 21"/>
                <a:gd name="T52" fmla="*/ 0 w 2389"/>
                <a:gd name="T53" fmla="*/ 0 h 21"/>
                <a:gd name="T54" fmla="*/ 0 w 2389"/>
                <a:gd name="T55" fmla="*/ 0 h 21"/>
                <a:gd name="T56" fmla="*/ 0 w 2389"/>
                <a:gd name="T57" fmla="*/ 0 h 21"/>
                <a:gd name="T58" fmla="*/ 0 w 2389"/>
                <a:gd name="T59" fmla="*/ 0 h 21"/>
                <a:gd name="T60" fmla="*/ 0 w 2389"/>
                <a:gd name="T61" fmla="*/ 0 h 21"/>
                <a:gd name="T62" fmla="*/ 0 w 2389"/>
                <a:gd name="T63" fmla="*/ 0 h 21"/>
                <a:gd name="T64" fmla="*/ 0 w 2389"/>
                <a:gd name="T65" fmla="*/ 0 h 21"/>
                <a:gd name="T66" fmla="*/ 0 w 2389"/>
                <a:gd name="T67" fmla="*/ 0 h 21"/>
                <a:gd name="T68" fmla="*/ 0 w 2389"/>
                <a:gd name="T69" fmla="*/ 0 h 2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389" h="21">
                  <a:moveTo>
                    <a:pt x="10" y="0"/>
                  </a:moveTo>
                  <a:lnTo>
                    <a:pt x="330" y="0"/>
                  </a:lnTo>
                  <a:cubicBezTo>
                    <a:pt x="336" y="0"/>
                    <a:pt x="341" y="5"/>
                    <a:pt x="341" y="11"/>
                  </a:cubicBezTo>
                  <a:cubicBezTo>
                    <a:pt x="341" y="16"/>
                    <a:pt x="336" y="21"/>
                    <a:pt x="330" y="21"/>
                  </a:cubicBezTo>
                  <a:lnTo>
                    <a:pt x="10" y="21"/>
                  </a:lnTo>
                  <a:cubicBezTo>
                    <a:pt x="5" y="21"/>
                    <a:pt x="0" y="16"/>
                    <a:pt x="0" y="11"/>
                  </a:cubicBezTo>
                  <a:cubicBezTo>
                    <a:pt x="0" y="5"/>
                    <a:pt x="5" y="0"/>
                    <a:pt x="10" y="0"/>
                  </a:cubicBezTo>
                  <a:close/>
                  <a:moveTo>
                    <a:pt x="522" y="0"/>
                  </a:moveTo>
                  <a:lnTo>
                    <a:pt x="842" y="0"/>
                  </a:lnTo>
                  <a:cubicBezTo>
                    <a:pt x="848" y="0"/>
                    <a:pt x="853" y="5"/>
                    <a:pt x="853" y="11"/>
                  </a:cubicBezTo>
                  <a:cubicBezTo>
                    <a:pt x="853" y="16"/>
                    <a:pt x="848" y="21"/>
                    <a:pt x="842" y="21"/>
                  </a:cubicBezTo>
                  <a:lnTo>
                    <a:pt x="522" y="21"/>
                  </a:lnTo>
                  <a:cubicBezTo>
                    <a:pt x="517" y="21"/>
                    <a:pt x="512" y="16"/>
                    <a:pt x="512" y="11"/>
                  </a:cubicBezTo>
                  <a:cubicBezTo>
                    <a:pt x="512" y="5"/>
                    <a:pt x="517" y="0"/>
                    <a:pt x="522" y="0"/>
                  </a:cubicBezTo>
                  <a:close/>
                  <a:moveTo>
                    <a:pt x="1034" y="0"/>
                  </a:moveTo>
                  <a:lnTo>
                    <a:pt x="1354" y="0"/>
                  </a:lnTo>
                  <a:cubicBezTo>
                    <a:pt x="1360" y="0"/>
                    <a:pt x="1365" y="5"/>
                    <a:pt x="1365" y="11"/>
                  </a:cubicBezTo>
                  <a:cubicBezTo>
                    <a:pt x="1365" y="16"/>
                    <a:pt x="1360" y="21"/>
                    <a:pt x="1354" y="21"/>
                  </a:cubicBezTo>
                  <a:lnTo>
                    <a:pt x="1034" y="21"/>
                  </a:lnTo>
                  <a:cubicBezTo>
                    <a:pt x="1029" y="21"/>
                    <a:pt x="1024" y="16"/>
                    <a:pt x="1024" y="11"/>
                  </a:cubicBezTo>
                  <a:cubicBezTo>
                    <a:pt x="1024" y="5"/>
                    <a:pt x="1029" y="0"/>
                    <a:pt x="1034" y="0"/>
                  </a:cubicBezTo>
                  <a:close/>
                  <a:moveTo>
                    <a:pt x="1546" y="0"/>
                  </a:moveTo>
                  <a:lnTo>
                    <a:pt x="1866" y="0"/>
                  </a:lnTo>
                  <a:cubicBezTo>
                    <a:pt x="1872" y="0"/>
                    <a:pt x="1877" y="5"/>
                    <a:pt x="1877" y="11"/>
                  </a:cubicBezTo>
                  <a:cubicBezTo>
                    <a:pt x="1877" y="16"/>
                    <a:pt x="1872" y="21"/>
                    <a:pt x="1866" y="21"/>
                  </a:cubicBezTo>
                  <a:lnTo>
                    <a:pt x="1546" y="21"/>
                  </a:lnTo>
                  <a:cubicBezTo>
                    <a:pt x="1541" y="21"/>
                    <a:pt x="1536" y="16"/>
                    <a:pt x="1536" y="11"/>
                  </a:cubicBezTo>
                  <a:cubicBezTo>
                    <a:pt x="1536" y="5"/>
                    <a:pt x="1541" y="0"/>
                    <a:pt x="1546" y="0"/>
                  </a:cubicBezTo>
                  <a:close/>
                  <a:moveTo>
                    <a:pt x="2058" y="0"/>
                  </a:moveTo>
                  <a:lnTo>
                    <a:pt x="2378" y="0"/>
                  </a:lnTo>
                  <a:cubicBezTo>
                    <a:pt x="2384" y="0"/>
                    <a:pt x="2389" y="5"/>
                    <a:pt x="2389" y="11"/>
                  </a:cubicBezTo>
                  <a:cubicBezTo>
                    <a:pt x="2389" y="16"/>
                    <a:pt x="2384" y="21"/>
                    <a:pt x="2378" y="21"/>
                  </a:cubicBezTo>
                  <a:lnTo>
                    <a:pt x="2058" y="21"/>
                  </a:lnTo>
                  <a:cubicBezTo>
                    <a:pt x="2053" y="21"/>
                    <a:pt x="2048" y="16"/>
                    <a:pt x="2048" y="11"/>
                  </a:cubicBezTo>
                  <a:cubicBezTo>
                    <a:pt x="2048" y="5"/>
                    <a:pt x="2053" y="0"/>
                    <a:pt x="2058" y="0"/>
                  </a:cubicBezTo>
                  <a:close/>
                </a:path>
              </a:pathLst>
            </a:custGeom>
            <a:solidFill>
              <a:srgbClr val="FFFF00"/>
            </a:solidFill>
            <a:ln w="0" cap="flat">
              <a:solidFill>
                <a:srgbClr val="FFF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3363" y="2214"/>
              <a:ext cx="37" cy="37"/>
            </a:xfrm>
            <a:custGeom>
              <a:avLst/>
              <a:gdLst>
                <a:gd name="T0" fmla="*/ 0 w 37"/>
                <a:gd name="T1" fmla="*/ 0 h 37"/>
                <a:gd name="T2" fmla="*/ 37 w 37"/>
                <a:gd name="T3" fmla="*/ 19 h 37"/>
                <a:gd name="T4" fmla="*/ 0 w 37"/>
                <a:gd name="T5" fmla="*/ 37 h 37"/>
                <a:gd name="T6" fmla="*/ 0 w 37"/>
                <a:gd name="T7" fmla="*/ 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37">
                  <a:moveTo>
                    <a:pt x="0" y="0"/>
                  </a:moveTo>
                  <a:lnTo>
                    <a:pt x="37" y="19"/>
                  </a:lnTo>
                  <a:lnTo>
                    <a:pt x="0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 noEditPoints="1"/>
            </p:cNvSpPr>
            <p:nvPr/>
          </p:nvSpPr>
          <p:spPr bwMode="auto">
            <a:xfrm>
              <a:off x="3602" y="2230"/>
              <a:ext cx="463" cy="5"/>
            </a:xfrm>
            <a:custGeom>
              <a:avLst/>
              <a:gdLst>
                <a:gd name="T0" fmla="*/ 0 w 1869"/>
                <a:gd name="T1" fmla="*/ 0 h 21"/>
                <a:gd name="T2" fmla="*/ 0 w 1869"/>
                <a:gd name="T3" fmla="*/ 0 h 21"/>
                <a:gd name="T4" fmla="*/ 0 w 1869"/>
                <a:gd name="T5" fmla="*/ 0 h 21"/>
                <a:gd name="T6" fmla="*/ 0 w 1869"/>
                <a:gd name="T7" fmla="*/ 0 h 21"/>
                <a:gd name="T8" fmla="*/ 0 w 1869"/>
                <a:gd name="T9" fmla="*/ 0 h 21"/>
                <a:gd name="T10" fmla="*/ 0 w 1869"/>
                <a:gd name="T11" fmla="*/ 0 h 21"/>
                <a:gd name="T12" fmla="*/ 0 w 1869"/>
                <a:gd name="T13" fmla="*/ 0 h 21"/>
                <a:gd name="T14" fmla="*/ 0 w 1869"/>
                <a:gd name="T15" fmla="*/ 0 h 21"/>
                <a:gd name="T16" fmla="*/ 0 w 1869"/>
                <a:gd name="T17" fmla="*/ 0 h 21"/>
                <a:gd name="T18" fmla="*/ 0 w 1869"/>
                <a:gd name="T19" fmla="*/ 0 h 21"/>
                <a:gd name="T20" fmla="*/ 0 w 1869"/>
                <a:gd name="T21" fmla="*/ 0 h 21"/>
                <a:gd name="T22" fmla="*/ 0 w 1869"/>
                <a:gd name="T23" fmla="*/ 0 h 21"/>
                <a:gd name="T24" fmla="*/ 0 w 1869"/>
                <a:gd name="T25" fmla="*/ 0 h 21"/>
                <a:gd name="T26" fmla="*/ 0 w 1869"/>
                <a:gd name="T27" fmla="*/ 0 h 21"/>
                <a:gd name="T28" fmla="*/ 0 w 1869"/>
                <a:gd name="T29" fmla="*/ 0 h 21"/>
                <a:gd name="T30" fmla="*/ 0 w 1869"/>
                <a:gd name="T31" fmla="*/ 0 h 21"/>
                <a:gd name="T32" fmla="*/ 0 w 1869"/>
                <a:gd name="T33" fmla="*/ 0 h 21"/>
                <a:gd name="T34" fmla="*/ 0 w 1869"/>
                <a:gd name="T35" fmla="*/ 0 h 21"/>
                <a:gd name="T36" fmla="*/ 0 w 1869"/>
                <a:gd name="T37" fmla="*/ 0 h 21"/>
                <a:gd name="T38" fmla="*/ 0 w 1869"/>
                <a:gd name="T39" fmla="*/ 0 h 21"/>
                <a:gd name="T40" fmla="*/ 0 w 1869"/>
                <a:gd name="T41" fmla="*/ 0 h 21"/>
                <a:gd name="T42" fmla="*/ 0 w 1869"/>
                <a:gd name="T43" fmla="*/ 0 h 21"/>
                <a:gd name="T44" fmla="*/ 0 w 1869"/>
                <a:gd name="T45" fmla="*/ 0 h 21"/>
                <a:gd name="T46" fmla="*/ 0 w 1869"/>
                <a:gd name="T47" fmla="*/ 0 h 21"/>
                <a:gd name="T48" fmla="*/ 0 w 1869"/>
                <a:gd name="T49" fmla="*/ 0 h 21"/>
                <a:gd name="T50" fmla="*/ 0 w 1869"/>
                <a:gd name="T51" fmla="*/ 0 h 21"/>
                <a:gd name="T52" fmla="*/ 0 w 1869"/>
                <a:gd name="T53" fmla="*/ 0 h 21"/>
                <a:gd name="T54" fmla="*/ 0 w 1869"/>
                <a:gd name="T55" fmla="*/ 0 h 2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869" h="21">
                  <a:moveTo>
                    <a:pt x="11" y="0"/>
                  </a:moveTo>
                  <a:lnTo>
                    <a:pt x="331" y="0"/>
                  </a:lnTo>
                  <a:cubicBezTo>
                    <a:pt x="337" y="0"/>
                    <a:pt x="342" y="5"/>
                    <a:pt x="342" y="11"/>
                  </a:cubicBezTo>
                  <a:cubicBezTo>
                    <a:pt x="342" y="16"/>
                    <a:pt x="337" y="21"/>
                    <a:pt x="331" y="21"/>
                  </a:cubicBezTo>
                  <a:lnTo>
                    <a:pt x="11" y="21"/>
                  </a:lnTo>
                  <a:cubicBezTo>
                    <a:pt x="5" y="21"/>
                    <a:pt x="0" y="16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lose/>
                  <a:moveTo>
                    <a:pt x="523" y="0"/>
                  </a:moveTo>
                  <a:lnTo>
                    <a:pt x="843" y="0"/>
                  </a:lnTo>
                  <a:cubicBezTo>
                    <a:pt x="849" y="0"/>
                    <a:pt x="854" y="5"/>
                    <a:pt x="854" y="11"/>
                  </a:cubicBezTo>
                  <a:cubicBezTo>
                    <a:pt x="854" y="16"/>
                    <a:pt x="849" y="21"/>
                    <a:pt x="843" y="21"/>
                  </a:cubicBezTo>
                  <a:lnTo>
                    <a:pt x="523" y="21"/>
                  </a:lnTo>
                  <a:cubicBezTo>
                    <a:pt x="517" y="21"/>
                    <a:pt x="512" y="16"/>
                    <a:pt x="512" y="11"/>
                  </a:cubicBezTo>
                  <a:cubicBezTo>
                    <a:pt x="512" y="5"/>
                    <a:pt x="517" y="0"/>
                    <a:pt x="523" y="0"/>
                  </a:cubicBezTo>
                  <a:close/>
                  <a:moveTo>
                    <a:pt x="1035" y="0"/>
                  </a:moveTo>
                  <a:lnTo>
                    <a:pt x="1355" y="0"/>
                  </a:lnTo>
                  <a:cubicBezTo>
                    <a:pt x="1361" y="0"/>
                    <a:pt x="1366" y="5"/>
                    <a:pt x="1366" y="11"/>
                  </a:cubicBezTo>
                  <a:cubicBezTo>
                    <a:pt x="1366" y="16"/>
                    <a:pt x="1361" y="21"/>
                    <a:pt x="1355" y="21"/>
                  </a:cubicBezTo>
                  <a:lnTo>
                    <a:pt x="1035" y="21"/>
                  </a:lnTo>
                  <a:cubicBezTo>
                    <a:pt x="1029" y="21"/>
                    <a:pt x="1024" y="16"/>
                    <a:pt x="1024" y="11"/>
                  </a:cubicBezTo>
                  <a:cubicBezTo>
                    <a:pt x="1024" y="5"/>
                    <a:pt x="1029" y="0"/>
                    <a:pt x="1035" y="0"/>
                  </a:cubicBezTo>
                  <a:close/>
                  <a:moveTo>
                    <a:pt x="1547" y="0"/>
                  </a:moveTo>
                  <a:lnTo>
                    <a:pt x="1859" y="0"/>
                  </a:lnTo>
                  <a:cubicBezTo>
                    <a:pt x="1864" y="0"/>
                    <a:pt x="1869" y="5"/>
                    <a:pt x="1869" y="11"/>
                  </a:cubicBezTo>
                  <a:cubicBezTo>
                    <a:pt x="1869" y="16"/>
                    <a:pt x="1864" y="21"/>
                    <a:pt x="1859" y="21"/>
                  </a:cubicBezTo>
                  <a:lnTo>
                    <a:pt x="1547" y="21"/>
                  </a:lnTo>
                  <a:cubicBezTo>
                    <a:pt x="1541" y="21"/>
                    <a:pt x="1536" y="16"/>
                    <a:pt x="1536" y="11"/>
                  </a:cubicBezTo>
                  <a:cubicBezTo>
                    <a:pt x="1536" y="5"/>
                    <a:pt x="1541" y="0"/>
                    <a:pt x="1547" y="0"/>
                  </a:cubicBezTo>
                  <a:close/>
                </a:path>
              </a:pathLst>
            </a:custGeom>
            <a:solidFill>
              <a:srgbClr val="FFFF00"/>
            </a:solidFill>
            <a:ln w="0" cap="flat">
              <a:solidFill>
                <a:srgbClr val="FFF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4057" y="2214"/>
              <a:ext cx="38" cy="37"/>
            </a:xfrm>
            <a:custGeom>
              <a:avLst/>
              <a:gdLst>
                <a:gd name="T0" fmla="*/ 0 w 38"/>
                <a:gd name="T1" fmla="*/ 0 h 37"/>
                <a:gd name="T2" fmla="*/ 38 w 38"/>
                <a:gd name="T3" fmla="*/ 19 h 37"/>
                <a:gd name="T4" fmla="*/ 0 w 38"/>
                <a:gd name="T5" fmla="*/ 37 h 37"/>
                <a:gd name="T6" fmla="*/ 0 w 38"/>
                <a:gd name="T7" fmla="*/ 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37">
                  <a:moveTo>
                    <a:pt x="0" y="0"/>
                  </a:moveTo>
                  <a:lnTo>
                    <a:pt x="38" y="19"/>
                  </a:lnTo>
                  <a:lnTo>
                    <a:pt x="0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4221" y="2228"/>
              <a:ext cx="338" cy="5"/>
            </a:xfrm>
            <a:custGeom>
              <a:avLst/>
              <a:gdLst>
                <a:gd name="T0" fmla="*/ 0 w 1365"/>
                <a:gd name="T1" fmla="*/ 0 h 22"/>
                <a:gd name="T2" fmla="*/ 0 w 1365"/>
                <a:gd name="T3" fmla="*/ 0 h 22"/>
                <a:gd name="T4" fmla="*/ 0 w 1365"/>
                <a:gd name="T5" fmla="*/ 0 h 22"/>
                <a:gd name="T6" fmla="*/ 0 w 1365"/>
                <a:gd name="T7" fmla="*/ 0 h 22"/>
                <a:gd name="T8" fmla="*/ 0 w 1365"/>
                <a:gd name="T9" fmla="*/ 0 h 22"/>
                <a:gd name="T10" fmla="*/ 0 w 1365"/>
                <a:gd name="T11" fmla="*/ 0 h 22"/>
                <a:gd name="T12" fmla="*/ 0 w 1365"/>
                <a:gd name="T13" fmla="*/ 0 h 22"/>
                <a:gd name="T14" fmla="*/ 0 w 1365"/>
                <a:gd name="T15" fmla="*/ 0 h 22"/>
                <a:gd name="T16" fmla="*/ 0 w 1365"/>
                <a:gd name="T17" fmla="*/ 0 h 22"/>
                <a:gd name="T18" fmla="*/ 0 w 1365"/>
                <a:gd name="T19" fmla="*/ 0 h 22"/>
                <a:gd name="T20" fmla="*/ 0 w 1365"/>
                <a:gd name="T21" fmla="*/ 0 h 22"/>
                <a:gd name="T22" fmla="*/ 0 w 1365"/>
                <a:gd name="T23" fmla="*/ 0 h 22"/>
                <a:gd name="T24" fmla="*/ 0 w 1365"/>
                <a:gd name="T25" fmla="*/ 0 h 22"/>
                <a:gd name="T26" fmla="*/ 0 w 1365"/>
                <a:gd name="T27" fmla="*/ 0 h 22"/>
                <a:gd name="T28" fmla="*/ 0 w 1365"/>
                <a:gd name="T29" fmla="*/ 0 h 22"/>
                <a:gd name="T30" fmla="*/ 0 w 1365"/>
                <a:gd name="T31" fmla="*/ 0 h 22"/>
                <a:gd name="T32" fmla="*/ 0 w 1365"/>
                <a:gd name="T33" fmla="*/ 0 h 22"/>
                <a:gd name="T34" fmla="*/ 0 w 1365"/>
                <a:gd name="T35" fmla="*/ 0 h 22"/>
                <a:gd name="T36" fmla="*/ 0 w 1365"/>
                <a:gd name="T37" fmla="*/ 0 h 22"/>
                <a:gd name="T38" fmla="*/ 0 w 1365"/>
                <a:gd name="T39" fmla="*/ 0 h 22"/>
                <a:gd name="T40" fmla="*/ 0 w 1365"/>
                <a:gd name="T41" fmla="*/ 0 h 2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365" h="22">
                  <a:moveTo>
                    <a:pt x="10" y="0"/>
                  </a:moveTo>
                  <a:lnTo>
                    <a:pt x="330" y="0"/>
                  </a:lnTo>
                  <a:cubicBezTo>
                    <a:pt x="336" y="0"/>
                    <a:pt x="341" y="5"/>
                    <a:pt x="341" y="11"/>
                  </a:cubicBezTo>
                  <a:cubicBezTo>
                    <a:pt x="341" y="17"/>
                    <a:pt x="336" y="22"/>
                    <a:pt x="330" y="22"/>
                  </a:cubicBezTo>
                  <a:lnTo>
                    <a:pt x="10" y="22"/>
                  </a:lnTo>
                  <a:cubicBezTo>
                    <a:pt x="4" y="22"/>
                    <a:pt x="0" y="17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lose/>
                  <a:moveTo>
                    <a:pt x="522" y="0"/>
                  </a:moveTo>
                  <a:lnTo>
                    <a:pt x="842" y="0"/>
                  </a:lnTo>
                  <a:cubicBezTo>
                    <a:pt x="848" y="0"/>
                    <a:pt x="853" y="5"/>
                    <a:pt x="853" y="11"/>
                  </a:cubicBezTo>
                  <a:cubicBezTo>
                    <a:pt x="853" y="17"/>
                    <a:pt x="848" y="22"/>
                    <a:pt x="842" y="22"/>
                  </a:cubicBezTo>
                  <a:lnTo>
                    <a:pt x="522" y="22"/>
                  </a:lnTo>
                  <a:cubicBezTo>
                    <a:pt x="516" y="22"/>
                    <a:pt x="512" y="17"/>
                    <a:pt x="512" y="11"/>
                  </a:cubicBezTo>
                  <a:cubicBezTo>
                    <a:pt x="512" y="5"/>
                    <a:pt x="516" y="0"/>
                    <a:pt x="522" y="0"/>
                  </a:cubicBezTo>
                  <a:close/>
                  <a:moveTo>
                    <a:pt x="1034" y="0"/>
                  </a:moveTo>
                  <a:lnTo>
                    <a:pt x="1354" y="0"/>
                  </a:lnTo>
                  <a:cubicBezTo>
                    <a:pt x="1360" y="0"/>
                    <a:pt x="1365" y="5"/>
                    <a:pt x="1365" y="11"/>
                  </a:cubicBezTo>
                  <a:cubicBezTo>
                    <a:pt x="1365" y="17"/>
                    <a:pt x="1360" y="22"/>
                    <a:pt x="1354" y="22"/>
                  </a:cubicBezTo>
                  <a:lnTo>
                    <a:pt x="1034" y="22"/>
                  </a:lnTo>
                  <a:cubicBezTo>
                    <a:pt x="1028" y="22"/>
                    <a:pt x="1024" y="17"/>
                    <a:pt x="1024" y="11"/>
                  </a:cubicBezTo>
                  <a:cubicBezTo>
                    <a:pt x="1024" y="5"/>
                    <a:pt x="1028" y="0"/>
                    <a:pt x="1034" y="0"/>
                  </a:cubicBezTo>
                  <a:close/>
                </a:path>
              </a:pathLst>
            </a:custGeom>
            <a:solidFill>
              <a:srgbClr val="FFFF00"/>
            </a:solidFill>
            <a:ln w="0" cap="flat">
              <a:solidFill>
                <a:srgbClr val="FFF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4588" y="2212"/>
              <a:ext cx="37" cy="37"/>
            </a:xfrm>
            <a:custGeom>
              <a:avLst/>
              <a:gdLst>
                <a:gd name="T0" fmla="*/ 0 w 37"/>
                <a:gd name="T1" fmla="*/ 0 h 37"/>
                <a:gd name="T2" fmla="*/ 37 w 37"/>
                <a:gd name="T3" fmla="*/ 19 h 37"/>
                <a:gd name="T4" fmla="*/ 0 w 37"/>
                <a:gd name="T5" fmla="*/ 37 h 37"/>
                <a:gd name="T6" fmla="*/ 0 w 37"/>
                <a:gd name="T7" fmla="*/ 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37">
                  <a:moveTo>
                    <a:pt x="0" y="0"/>
                  </a:moveTo>
                  <a:lnTo>
                    <a:pt x="37" y="19"/>
                  </a:lnTo>
                  <a:lnTo>
                    <a:pt x="0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 noEditPoints="1"/>
            </p:cNvSpPr>
            <p:nvPr/>
          </p:nvSpPr>
          <p:spPr bwMode="auto">
            <a:xfrm>
              <a:off x="3371" y="2798"/>
              <a:ext cx="2102" cy="6"/>
            </a:xfrm>
            <a:custGeom>
              <a:avLst/>
              <a:gdLst>
                <a:gd name="T0" fmla="*/ 0 w 8493"/>
                <a:gd name="T1" fmla="*/ 0 h 22"/>
                <a:gd name="T2" fmla="*/ 0 w 8493"/>
                <a:gd name="T3" fmla="*/ 0 h 22"/>
                <a:gd name="T4" fmla="*/ 0 w 8493"/>
                <a:gd name="T5" fmla="*/ 0 h 22"/>
                <a:gd name="T6" fmla="*/ 0 w 8493"/>
                <a:gd name="T7" fmla="*/ 0 h 22"/>
                <a:gd name="T8" fmla="*/ 0 w 8493"/>
                <a:gd name="T9" fmla="*/ 0 h 22"/>
                <a:gd name="T10" fmla="*/ 0 w 8493"/>
                <a:gd name="T11" fmla="*/ 0 h 22"/>
                <a:gd name="T12" fmla="*/ 0 w 8493"/>
                <a:gd name="T13" fmla="*/ 0 h 22"/>
                <a:gd name="T14" fmla="*/ 0 w 8493"/>
                <a:gd name="T15" fmla="*/ 0 h 22"/>
                <a:gd name="T16" fmla="*/ 0 w 8493"/>
                <a:gd name="T17" fmla="*/ 0 h 22"/>
                <a:gd name="T18" fmla="*/ 0 w 8493"/>
                <a:gd name="T19" fmla="*/ 0 h 22"/>
                <a:gd name="T20" fmla="*/ 0 w 8493"/>
                <a:gd name="T21" fmla="*/ 0 h 22"/>
                <a:gd name="T22" fmla="*/ 0 w 8493"/>
                <a:gd name="T23" fmla="*/ 0 h 22"/>
                <a:gd name="T24" fmla="*/ 0 w 8493"/>
                <a:gd name="T25" fmla="*/ 0 h 22"/>
                <a:gd name="T26" fmla="*/ 0 w 8493"/>
                <a:gd name="T27" fmla="*/ 0 h 22"/>
                <a:gd name="T28" fmla="*/ 0 w 8493"/>
                <a:gd name="T29" fmla="*/ 0 h 22"/>
                <a:gd name="T30" fmla="*/ 0 w 8493"/>
                <a:gd name="T31" fmla="*/ 0 h 22"/>
                <a:gd name="T32" fmla="*/ 0 w 8493"/>
                <a:gd name="T33" fmla="*/ 0 h 22"/>
                <a:gd name="T34" fmla="*/ 0 w 8493"/>
                <a:gd name="T35" fmla="*/ 0 h 22"/>
                <a:gd name="T36" fmla="*/ 0 w 8493"/>
                <a:gd name="T37" fmla="*/ 0 h 22"/>
                <a:gd name="T38" fmla="*/ 0 w 8493"/>
                <a:gd name="T39" fmla="*/ 0 h 22"/>
                <a:gd name="T40" fmla="*/ 0 w 8493"/>
                <a:gd name="T41" fmla="*/ 0 h 22"/>
                <a:gd name="T42" fmla="*/ 0 w 8493"/>
                <a:gd name="T43" fmla="*/ 0 h 22"/>
                <a:gd name="T44" fmla="*/ 0 w 8493"/>
                <a:gd name="T45" fmla="*/ 0 h 22"/>
                <a:gd name="T46" fmla="*/ 0 w 8493"/>
                <a:gd name="T47" fmla="*/ 0 h 22"/>
                <a:gd name="T48" fmla="*/ 0 w 8493"/>
                <a:gd name="T49" fmla="*/ 0 h 22"/>
                <a:gd name="T50" fmla="*/ 0 w 8493"/>
                <a:gd name="T51" fmla="*/ 0 h 22"/>
                <a:gd name="T52" fmla="*/ 0 w 8493"/>
                <a:gd name="T53" fmla="*/ 0 h 22"/>
                <a:gd name="T54" fmla="*/ 0 w 8493"/>
                <a:gd name="T55" fmla="*/ 0 h 22"/>
                <a:gd name="T56" fmla="*/ 0 w 8493"/>
                <a:gd name="T57" fmla="*/ 0 h 22"/>
                <a:gd name="T58" fmla="*/ 0 w 8493"/>
                <a:gd name="T59" fmla="*/ 0 h 22"/>
                <a:gd name="T60" fmla="*/ 0 w 8493"/>
                <a:gd name="T61" fmla="*/ 0 h 22"/>
                <a:gd name="T62" fmla="*/ 0 w 8493"/>
                <a:gd name="T63" fmla="*/ 0 h 22"/>
                <a:gd name="T64" fmla="*/ 0 w 8493"/>
                <a:gd name="T65" fmla="*/ 0 h 22"/>
                <a:gd name="T66" fmla="*/ 0 w 8493"/>
                <a:gd name="T67" fmla="*/ 0 h 22"/>
                <a:gd name="T68" fmla="*/ 0 w 8493"/>
                <a:gd name="T69" fmla="*/ 0 h 22"/>
                <a:gd name="T70" fmla="*/ 0 w 8493"/>
                <a:gd name="T71" fmla="*/ 0 h 22"/>
                <a:gd name="T72" fmla="*/ 0 w 8493"/>
                <a:gd name="T73" fmla="*/ 0 h 22"/>
                <a:gd name="T74" fmla="*/ 0 w 8493"/>
                <a:gd name="T75" fmla="*/ 0 h 22"/>
                <a:gd name="T76" fmla="*/ 0 w 8493"/>
                <a:gd name="T77" fmla="*/ 0 h 22"/>
                <a:gd name="T78" fmla="*/ 0 w 8493"/>
                <a:gd name="T79" fmla="*/ 0 h 22"/>
                <a:gd name="T80" fmla="*/ 0 w 8493"/>
                <a:gd name="T81" fmla="*/ 0 h 22"/>
                <a:gd name="T82" fmla="*/ 0 w 8493"/>
                <a:gd name="T83" fmla="*/ 0 h 22"/>
                <a:gd name="T84" fmla="*/ 0 w 8493"/>
                <a:gd name="T85" fmla="*/ 0 h 22"/>
                <a:gd name="T86" fmla="*/ 0 w 8493"/>
                <a:gd name="T87" fmla="*/ 0 h 22"/>
                <a:gd name="T88" fmla="*/ 0 w 8493"/>
                <a:gd name="T89" fmla="*/ 0 h 22"/>
                <a:gd name="T90" fmla="*/ 0 w 8493"/>
                <a:gd name="T91" fmla="*/ 0 h 22"/>
                <a:gd name="T92" fmla="*/ 0 w 8493"/>
                <a:gd name="T93" fmla="*/ 0 h 22"/>
                <a:gd name="T94" fmla="*/ 0 w 8493"/>
                <a:gd name="T95" fmla="*/ 0 h 22"/>
                <a:gd name="T96" fmla="*/ 0 w 8493"/>
                <a:gd name="T97" fmla="*/ 0 h 22"/>
                <a:gd name="T98" fmla="*/ 0 w 8493"/>
                <a:gd name="T99" fmla="*/ 0 h 22"/>
                <a:gd name="T100" fmla="*/ 0 w 8493"/>
                <a:gd name="T101" fmla="*/ 0 h 22"/>
                <a:gd name="T102" fmla="*/ 0 w 8493"/>
                <a:gd name="T103" fmla="*/ 0 h 22"/>
                <a:gd name="T104" fmla="*/ 0 w 8493"/>
                <a:gd name="T105" fmla="*/ 0 h 22"/>
                <a:gd name="T106" fmla="*/ 0 w 8493"/>
                <a:gd name="T107" fmla="*/ 0 h 22"/>
                <a:gd name="T108" fmla="*/ 0 w 8493"/>
                <a:gd name="T109" fmla="*/ 0 h 22"/>
                <a:gd name="T110" fmla="*/ 0 w 8493"/>
                <a:gd name="T111" fmla="*/ 0 h 22"/>
                <a:gd name="T112" fmla="*/ 0 w 8493"/>
                <a:gd name="T113" fmla="*/ 0 h 22"/>
                <a:gd name="T114" fmla="*/ 0 w 8493"/>
                <a:gd name="T115" fmla="*/ 0 h 22"/>
                <a:gd name="T116" fmla="*/ 0 w 8493"/>
                <a:gd name="T117" fmla="*/ 0 h 2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8493" h="22">
                  <a:moveTo>
                    <a:pt x="10" y="0"/>
                  </a:moveTo>
                  <a:lnTo>
                    <a:pt x="330" y="0"/>
                  </a:lnTo>
                  <a:cubicBezTo>
                    <a:pt x="336" y="0"/>
                    <a:pt x="341" y="5"/>
                    <a:pt x="341" y="11"/>
                  </a:cubicBezTo>
                  <a:cubicBezTo>
                    <a:pt x="341" y="17"/>
                    <a:pt x="336" y="22"/>
                    <a:pt x="330" y="22"/>
                  </a:cubicBezTo>
                  <a:lnTo>
                    <a:pt x="10" y="22"/>
                  </a:lnTo>
                  <a:cubicBezTo>
                    <a:pt x="4" y="22"/>
                    <a:pt x="0" y="17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lose/>
                  <a:moveTo>
                    <a:pt x="522" y="0"/>
                  </a:moveTo>
                  <a:lnTo>
                    <a:pt x="842" y="0"/>
                  </a:lnTo>
                  <a:cubicBezTo>
                    <a:pt x="848" y="0"/>
                    <a:pt x="853" y="5"/>
                    <a:pt x="853" y="11"/>
                  </a:cubicBezTo>
                  <a:cubicBezTo>
                    <a:pt x="853" y="17"/>
                    <a:pt x="848" y="22"/>
                    <a:pt x="842" y="22"/>
                  </a:cubicBezTo>
                  <a:lnTo>
                    <a:pt x="522" y="22"/>
                  </a:lnTo>
                  <a:cubicBezTo>
                    <a:pt x="516" y="22"/>
                    <a:pt x="512" y="17"/>
                    <a:pt x="512" y="11"/>
                  </a:cubicBezTo>
                  <a:cubicBezTo>
                    <a:pt x="512" y="5"/>
                    <a:pt x="516" y="0"/>
                    <a:pt x="522" y="0"/>
                  </a:cubicBezTo>
                  <a:close/>
                  <a:moveTo>
                    <a:pt x="1034" y="0"/>
                  </a:moveTo>
                  <a:lnTo>
                    <a:pt x="1354" y="0"/>
                  </a:lnTo>
                  <a:cubicBezTo>
                    <a:pt x="1360" y="0"/>
                    <a:pt x="1365" y="5"/>
                    <a:pt x="1365" y="11"/>
                  </a:cubicBezTo>
                  <a:cubicBezTo>
                    <a:pt x="1365" y="17"/>
                    <a:pt x="1360" y="22"/>
                    <a:pt x="1354" y="22"/>
                  </a:cubicBezTo>
                  <a:lnTo>
                    <a:pt x="1034" y="22"/>
                  </a:lnTo>
                  <a:cubicBezTo>
                    <a:pt x="1028" y="22"/>
                    <a:pt x="1024" y="17"/>
                    <a:pt x="1024" y="11"/>
                  </a:cubicBezTo>
                  <a:cubicBezTo>
                    <a:pt x="1024" y="5"/>
                    <a:pt x="1028" y="0"/>
                    <a:pt x="1034" y="0"/>
                  </a:cubicBezTo>
                  <a:close/>
                  <a:moveTo>
                    <a:pt x="1546" y="0"/>
                  </a:moveTo>
                  <a:lnTo>
                    <a:pt x="1866" y="0"/>
                  </a:lnTo>
                  <a:cubicBezTo>
                    <a:pt x="1872" y="0"/>
                    <a:pt x="1877" y="5"/>
                    <a:pt x="1877" y="11"/>
                  </a:cubicBezTo>
                  <a:cubicBezTo>
                    <a:pt x="1877" y="17"/>
                    <a:pt x="1872" y="22"/>
                    <a:pt x="1866" y="22"/>
                  </a:cubicBezTo>
                  <a:lnTo>
                    <a:pt x="1546" y="22"/>
                  </a:lnTo>
                  <a:cubicBezTo>
                    <a:pt x="1540" y="22"/>
                    <a:pt x="1536" y="17"/>
                    <a:pt x="1536" y="11"/>
                  </a:cubicBezTo>
                  <a:cubicBezTo>
                    <a:pt x="1536" y="5"/>
                    <a:pt x="1540" y="0"/>
                    <a:pt x="1546" y="0"/>
                  </a:cubicBezTo>
                  <a:close/>
                  <a:moveTo>
                    <a:pt x="2058" y="0"/>
                  </a:moveTo>
                  <a:lnTo>
                    <a:pt x="2378" y="0"/>
                  </a:lnTo>
                  <a:cubicBezTo>
                    <a:pt x="2384" y="0"/>
                    <a:pt x="2389" y="5"/>
                    <a:pt x="2389" y="11"/>
                  </a:cubicBezTo>
                  <a:cubicBezTo>
                    <a:pt x="2389" y="17"/>
                    <a:pt x="2384" y="22"/>
                    <a:pt x="2378" y="22"/>
                  </a:cubicBezTo>
                  <a:lnTo>
                    <a:pt x="2058" y="22"/>
                  </a:lnTo>
                  <a:cubicBezTo>
                    <a:pt x="2052" y="22"/>
                    <a:pt x="2048" y="17"/>
                    <a:pt x="2048" y="11"/>
                  </a:cubicBezTo>
                  <a:cubicBezTo>
                    <a:pt x="2048" y="5"/>
                    <a:pt x="2052" y="0"/>
                    <a:pt x="2058" y="0"/>
                  </a:cubicBezTo>
                  <a:close/>
                  <a:moveTo>
                    <a:pt x="2570" y="0"/>
                  </a:moveTo>
                  <a:lnTo>
                    <a:pt x="2890" y="0"/>
                  </a:lnTo>
                  <a:cubicBezTo>
                    <a:pt x="2896" y="0"/>
                    <a:pt x="2901" y="5"/>
                    <a:pt x="2901" y="11"/>
                  </a:cubicBezTo>
                  <a:cubicBezTo>
                    <a:pt x="2901" y="17"/>
                    <a:pt x="2896" y="22"/>
                    <a:pt x="2890" y="22"/>
                  </a:cubicBezTo>
                  <a:lnTo>
                    <a:pt x="2570" y="22"/>
                  </a:lnTo>
                  <a:cubicBezTo>
                    <a:pt x="2564" y="22"/>
                    <a:pt x="2560" y="17"/>
                    <a:pt x="2560" y="11"/>
                  </a:cubicBezTo>
                  <a:cubicBezTo>
                    <a:pt x="2560" y="5"/>
                    <a:pt x="2564" y="0"/>
                    <a:pt x="2570" y="0"/>
                  </a:cubicBezTo>
                  <a:close/>
                  <a:moveTo>
                    <a:pt x="3082" y="0"/>
                  </a:moveTo>
                  <a:lnTo>
                    <a:pt x="3402" y="0"/>
                  </a:lnTo>
                  <a:cubicBezTo>
                    <a:pt x="3408" y="0"/>
                    <a:pt x="3413" y="5"/>
                    <a:pt x="3413" y="11"/>
                  </a:cubicBezTo>
                  <a:cubicBezTo>
                    <a:pt x="3413" y="17"/>
                    <a:pt x="3408" y="22"/>
                    <a:pt x="3402" y="22"/>
                  </a:cubicBezTo>
                  <a:lnTo>
                    <a:pt x="3082" y="22"/>
                  </a:lnTo>
                  <a:cubicBezTo>
                    <a:pt x="3076" y="22"/>
                    <a:pt x="3072" y="17"/>
                    <a:pt x="3072" y="11"/>
                  </a:cubicBezTo>
                  <a:cubicBezTo>
                    <a:pt x="3072" y="5"/>
                    <a:pt x="3076" y="0"/>
                    <a:pt x="3082" y="0"/>
                  </a:cubicBezTo>
                  <a:close/>
                  <a:moveTo>
                    <a:pt x="3594" y="0"/>
                  </a:moveTo>
                  <a:lnTo>
                    <a:pt x="3914" y="0"/>
                  </a:lnTo>
                  <a:cubicBezTo>
                    <a:pt x="3920" y="0"/>
                    <a:pt x="3925" y="5"/>
                    <a:pt x="3925" y="11"/>
                  </a:cubicBezTo>
                  <a:cubicBezTo>
                    <a:pt x="3925" y="17"/>
                    <a:pt x="3920" y="22"/>
                    <a:pt x="3914" y="22"/>
                  </a:cubicBezTo>
                  <a:lnTo>
                    <a:pt x="3594" y="22"/>
                  </a:lnTo>
                  <a:cubicBezTo>
                    <a:pt x="3588" y="22"/>
                    <a:pt x="3584" y="17"/>
                    <a:pt x="3584" y="11"/>
                  </a:cubicBezTo>
                  <a:cubicBezTo>
                    <a:pt x="3584" y="5"/>
                    <a:pt x="3588" y="0"/>
                    <a:pt x="3594" y="0"/>
                  </a:cubicBezTo>
                  <a:close/>
                  <a:moveTo>
                    <a:pt x="4106" y="0"/>
                  </a:moveTo>
                  <a:lnTo>
                    <a:pt x="4426" y="0"/>
                  </a:lnTo>
                  <a:cubicBezTo>
                    <a:pt x="4432" y="0"/>
                    <a:pt x="4437" y="5"/>
                    <a:pt x="4437" y="11"/>
                  </a:cubicBezTo>
                  <a:cubicBezTo>
                    <a:pt x="4437" y="17"/>
                    <a:pt x="4432" y="22"/>
                    <a:pt x="4426" y="22"/>
                  </a:cubicBezTo>
                  <a:lnTo>
                    <a:pt x="4106" y="22"/>
                  </a:lnTo>
                  <a:cubicBezTo>
                    <a:pt x="4100" y="22"/>
                    <a:pt x="4096" y="17"/>
                    <a:pt x="4096" y="11"/>
                  </a:cubicBezTo>
                  <a:cubicBezTo>
                    <a:pt x="4096" y="5"/>
                    <a:pt x="4100" y="0"/>
                    <a:pt x="4106" y="0"/>
                  </a:cubicBezTo>
                  <a:close/>
                  <a:moveTo>
                    <a:pt x="4618" y="0"/>
                  </a:moveTo>
                  <a:lnTo>
                    <a:pt x="4938" y="0"/>
                  </a:lnTo>
                  <a:cubicBezTo>
                    <a:pt x="4944" y="0"/>
                    <a:pt x="4949" y="5"/>
                    <a:pt x="4949" y="11"/>
                  </a:cubicBezTo>
                  <a:cubicBezTo>
                    <a:pt x="4949" y="17"/>
                    <a:pt x="4944" y="22"/>
                    <a:pt x="4938" y="22"/>
                  </a:cubicBezTo>
                  <a:lnTo>
                    <a:pt x="4618" y="22"/>
                  </a:lnTo>
                  <a:cubicBezTo>
                    <a:pt x="4612" y="22"/>
                    <a:pt x="4608" y="17"/>
                    <a:pt x="4608" y="11"/>
                  </a:cubicBezTo>
                  <a:cubicBezTo>
                    <a:pt x="4608" y="5"/>
                    <a:pt x="4612" y="0"/>
                    <a:pt x="4618" y="0"/>
                  </a:cubicBezTo>
                  <a:close/>
                  <a:moveTo>
                    <a:pt x="5130" y="0"/>
                  </a:moveTo>
                  <a:lnTo>
                    <a:pt x="5450" y="0"/>
                  </a:lnTo>
                  <a:cubicBezTo>
                    <a:pt x="5456" y="0"/>
                    <a:pt x="5461" y="5"/>
                    <a:pt x="5461" y="11"/>
                  </a:cubicBezTo>
                  <a:cubicBezTo>
                    <a:pt x="5461" y="17"/>
                    <a:pt x="5456" y="22"/>
                    <a:pt x="5450" y="22"/>
                  </a:cubicBezTo>
                  <a:lnTo>
                    <a:pt x="5130" y="22"/>
                  </a:lnTo>
                  <a:cubicBezTo>
                    <a:pt x="5124" y="22"/>
                    <a:pt x="5120" y="17"/>
                    <a:pt x="5120" y="11"/>
                  </a:cubicBezTo>
                  <a:cubicBezTo>
                    <a:pt x="5120" y="5"/>
                    <a:pt x="5124" y="0"/>
                    <a:pt x="5130" y="0"/>
                  </a:cubicBezTo>
                  <a:close/>
                  <a:moveTo>
                    <a:pt x="5642" y="0"/>
                  </a:moveTo>
                  <a:lnTo>
                    <a:pt x="5962" y="0"/>
                  </a:lnTo>
                  <a:cubicBezTo>
                    <a:pt x="5968" y="0"/>
                    <a:pt x="5973" y="5"/>
                    <a:pt x="5973" y="11"/>
                  </a:cubicBezTo>
                  <a:cubicBezTo>
                    <a:pt x="5973" y="17"/>
                    <a:pt x="5968" y="22"/>
                    <a:pt x="5962" y="22"/>
                  </a:cubicBezTo>
                  <a:lnTo>
                    <a:pt x="5642" y="22"/>
                  </a:lnTo>
                  <a:cubicBezTo>
                    <a:pt x="5636" y="22"/>
                    <a:pt x="5632" y="17"/>
                    <a:pt x="5632" y="11"/>
                  </a:cubicBezTo>
                  <a:cubicBezTo>
                    <a:pt x="5632" y="5"/>
                    <a:pt x="5636" y="0"/>
                    <a:pt x="5642" y="0"/>
                  </a:cubicBezTo>
                  <a:close/>
                  <a:moveTo>
                    <a:pt x="6154" y="0"/>
                  </a:moveTo>
                  <a:lnTo>
                    <a:pt x="6474" y="0"/>
                  </a:lnTo>
                  <a:cubicBezTo>
                    <a:pt x="6480" y="0"/>
                    <a:pt x="6485" y="5"/>
                    <a:pt x="6485" y="11"/>
                  </a:cubicBezTo>
                  <a:cubicBezTo>
                    <a:pt x="6485" y="17"/>
                    <a:pt x="6480" y="22"/>
                    <a:pt x="6474" y="22"/>
                  </a:cubicBezTo>
                  <a:lnTo>
                    <a:pt x="6154" y="22"/>
                  </a:lnTo>
                  <a:cubicBezTo>
                    <a:pt x="6148" y="22"/>
                    <a:pt x="6144" y="17"/>
                    <a:pt x="6144" y="11"/>
                  </a:cubicBezTo>
                  <a:cubicBezTo>
                    <a:pt x="6144" y="5"/>
                    <a:pt x="6148" y="0"/>
                    <a:pt x="6154" y="0"/>
                  </a:cubicBezTo>
                  <a:close/>
                  <a:moveTo>
                    <a:pt x="6666" y="0"/>
                  </a:moveTo>
                  <a:lnTo>
                    <a:pt x="6986" y="0"/>
                  </a:lnTo>
                  <a:cubicBezTo>
                    <a:pt x="6992" y="0"/>
                    <a:pt x="6997" y="5"/>
                    <a:pt x="6997" y="11"/>
                  </a:cubicBezTo>
                  <a:cubicBezTo>
                    <a:pt x="6997" y="17"/>
                    <a:pt x="6992" y="22"/>
                    <a:pt x="6986" y="22"/>
                  </a:cubicBezTo>
                  <a:lnTo>
                    <a:pt x="6666" y="22"/>
                  </a:lnTo>
                  <a:cubicBezTo>
                    <a:pt x="6660" y="22"/>
                    <a:pt x="6656" y="17"/>
                    <a:pt x="6656" y="11"/>
                  </a:cubicBezTo>
                  <a:cubicBezTo>
                    <a:pt x="6656" y="5"/>
                    <a:pt x="6660" y="0"/>
                    <a:pt x="6666" y="0"/>
                  </a:cubicBezTo>
                  <a:close/>
                  <a:moveTo>
                    <a:pt x="7178" y="0"/>
                  </a:moveTo>
                  <a:lnTo>
                    <a:pt x="7498" y="0"/>
                  </a:lnTo>
                  <a:cubicBezTo>
                    <a:pt x="7504" y="0"/>
                    <a:pt x="7509" y="5"/>
                    <a:pt x="7509" y="11"/>
                  </a:cubicBezTo>
                  <a:cubicBezTo>
                    <a:pt x="7509" y="17"/>
                    <a:pt x="7504" y="22"/>
                    <a:pt x="7498" y="22"/>
                  </a:cubicBezTo>
                  <a:lnTo>
                    <a:pt x="7178" y="22"/>
                  </a:lnTo>
                  <a:cubicBezTo>
                    <a:pt x="7172" y="22"/>
                    <a:pt x="7168" y="17"/>
                    <a:pt x="7168" y="11"/>
                  </a:cubicBezTo>
                  <a:cubicBezTo>
                    <a:pt x="7168" y="5"/>
                    <a:pt x="7172" y="0"/>
                    <a:pt x="7178" y="0"/>
                  </a:cubicBezTo>
                  <a:close/>
                  <a:moveTo>
                    <a:pt x="7690" y="0"/>
                  </a:moveTo>
                  <a:lnTo>
                    <a:pt x="8010" y="0"/>
                  </a:lnTo>
                  <a:cubicBezTo>
                    <a:pt x="8016" y="0"/>
                    <a:pt x="8021" y="5"/>
                    <a:pt x="8021" y="11"/>
                  </a:cubicBezTo>
                  <a:cubicBezTo>
                    <a:pt x="8021" y="17"/>
                    <a:pt x="8016" y="22"/>
                    <a:pt x="8010" y="22"/>
                  </a:cubicBezTo>
                  <a:lnTo>
                    <a:pt x="7690" y="22"/>
                  </a:lnTo>
                  <a:cubicBezTo>
                    <a:pt x="7684" y="22"/>
                    <a:pt x="7680" y="17"/>
                    <a:pt x="7680" y="11"/>
                  </a:cubicBezTo>
                  <a:cubicBezTo>
                    <a:pt x="7680" y="5"/>
                    <a:pt x="7684" y="0"/>
                    <a:pt x="7690" y="0"/>
                  </a:cubicBezTo>
                  <a:close/>
                  <a:moveTo>
                    <a:pt x="8202" y="0"/>
                  </a:moveTo>
                  <a:lnTo>
                    <a:pt x="8482" y="0"/>
                  </a:lnTo>
                  <a:cubicBezTo>
                    <a:pt x="8488" y="0"/>
                    <a:pt x="8493" y="5"/>
                    <a:pt x="8493" y="11"/>
                  </a:cubicBezTo>
                  <a:cubicBezTo>
                    <a:pt x="8493" y="17"/>
                    <a:pt x="8488" y="22"/>
                    <a:pt x="8482" y="22"/>
                  </a:cubicBezTo>
                  <a:lnTo>
                    <a:pt x="8202" y="22"/>
                  </a:lnTo>
                  <a:cubicBezTo>
                    <a:pt x="8196" y="22"/>
                    <a:pt x="8192" y="17"/>
                    <a:pt x="8192" y="11"/>
                  </a:cubicBezTo>
                  <a:cubicBezTo>
                    <a:pt x="8192" y="5"/>
                    <a:pt x="8196" y="0"/>
                    <a:pt x="8202" y="0"/>
                  </a:cubicBezTo>
                  <a:close/>
                </a:path>
              </a:pathLst>
            </a:custGeom>
            <a:solidFill>
              <a:srgbClr val="FFFF00"/>
            </a:solidFill>
            <a:ln w="0" cap="flat">
              <a:solidFill>
                <a:srgbClr val="FFF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auto">
            <a:xfrm>
              <a:off x="5466" y="2783"/>
              <a:ext cx="37" cy="36"/>
            </a:xfrm>
            <a:custGeom>
              <a:avLst/>
              <a:gdLst>
                <a:gd name="T0" fmla="*/ 0 w 37"/>
                <a:gd name="T1" fmla="*/ 0 h 36"/>
                <a:gd name="T2" fmla="*/ 37 w 37"/>
                <a:gd name="T3" fmla="*/ 18 h 36"/>
                <a:gd name="T4" fmla="*/ 0 w 37"/>
                <a:gd name="T5" fmla="*/ 36 h 36"/>
                <a:gd name="T6" fmla="*/ 0 w 37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36">
                  <a:moveTo>
                    <a:pt x="0" y="0"/>
                  </a:moveTo>
                  <a:lnTo>
                    <a:pt x="37" y="18"/>
                  </a:lnTo>
                  <a:lnTo>
                    <a:pt x="0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4272" y="2131"/>
              <a:ext cx="257" cy="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>
                  <a:latin typeface="Calibri" panose="020F0502020204030204" pitchFamily="34" charset="0"/>
                </a:rPr>
                <a:t>Mudança</a:t>
              </a:r>
              <a:endParaRPr lang="pt-BR" altLang="pt-BR" sz="1800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3636" y="2131"/>
              <a:ext cx="257" cy="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>
                  <a:latin typeface="Calibri" panose="020F0502020204030204" pitchFamily="34" charset="0"/>
                </a:rPr>
                <a:t>Mudança</a:t>
              </a:r>
              <a:endParaRPr lang="pt-BR" altLang="pt-BR" sz="1800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2839" y="2131"/>
              <a:ext cx="347" cy="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>
                  <a:latin typeface="Calibri" panose="020F0502020204030204" pitchFamily="34" charset="0"/>
                </a:rPr>
                <a:t>Incrementos</a:t>
              </a:r>
              <a:endParaRPr lang="pt-BR" altLang="pt-BR" sz="1800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3871" y="1690"/>
              <a:ext cx="313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>
                  <a:latin typeface="Calibri" panose="020F0502020204030204" pitchFamily="34" charset="0"/>
                </a:rPr>
                <a:t>Toda a vida</a:t>
              </a:r>
              <a:endParaRPr lang="pt-BR" altLang="pt-BR" sz="1800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4454" y="2682"/>
              <a:ext cx="266" cy="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900">
                  <a:latin typeface="Calibri" panose="020F0502020204030204" pitchFamily="34" charset="0"/>
                </a:rPr>
                <a:t>Operação</a:t>
              </a:r>
              <a:endParaRPr lang="pt-BR" altLang="pt-BR" sz="1800"/>
            </a:p>
          </p:txBody>
        </p:sp>
      </p:grpSp>
    </p:spTree>
    <p:extLst>
      <p:ext uri="{BB962C8B-B14F-4D97-AF65-F5344CB8AC3E}">
        <p14:creationId xmlns:p14="http://schemas.microsoft.com/office/powerpoint/2010/main" val="390707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Mercado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1556792"/>
            <a:ext cx="914400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  <a:defRPr/>
            </a:pPr>
            <a:endParaRPr lang="pt-BR" altLang="pt-BR" sz="24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062037" y="1340768"/>
            <a:ext cx="701992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pt-BR" altLang="pt-BR" sz="2800" dirty="0" smtClean="0">
                <a:effectLst/>
              </a:rPr>
              <a:t>Manutenção em sistema de Terceiros 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pt-BR" altLang="pt-BR" sz="2800" dirty="0" smtClean="0">
                <a:effectLst/>
              </a:rPr>
              <a:t>Integração de Aplicações 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pt-BR" altLang="pt-BR" sz="2800" dirty="0" smtClean="0">
                <a:effectLst/>
              </a:rPr>
              <a:t>Incorporação de novas tecnologias para atualização dos Sistemas existentes 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pt-BR" altLang="pt-BR" sz="2800" dirty="0" smtClean="0">
                <a:effectLst/>
              </a:rPr>
              <a:t>Conversão de aplicações para outros ambientes 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pt-BR" altLang="pt-BR" sz="2800" dirty="0" smtClean="0">
                <a:effectLst/>
              </a:rPr>
              <a:t>Desenvolvimento de Novas Aplicações ?</a:t>
            </a:r>
          </a:p>
        </p:txBody>
      </p:sp>
    </p:spTree>
    <p:extLst>
      <p:ext uri="{BB962C8B-B14F-4D97-AF65-F5344CB8AC3E}">
        <p14:creationId xmlns:p14="http://schemas.microsoft.com/office/powerpoint/2010/main" val="282422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Mercado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1556792"/>
            <a:ext cx="914400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  <a:defRPr/>
            </a:pPr>
            <a:endParaRPr lang="pt-BR" altLang="pt-BR" sz="2400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781769" y="980728"/>
            <a:ext cx="64008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t-BR" smtClean="0"/>
              <a:t>BBTS - Fábricas</a:t>
            </a:r>
            <a:endParaRPr lang="pt-BR" dirty="0"/>
          </a:p>
        </p:txBody>
      </p:sp>
      <p:grpSp>
        <p:nvGrpSpPr>
          <p:cNvPr id="6" name="Group 12"/>
          <p:cNvGrpSpPr>
            <a:grpSpLocks/>
          </p:cNvGrpSpPr>
          <p:nvPr/>
        </p:nvGrpSpPr>
        <p:grpSpPr bwMode="auto">
          <a:xfrm>
            <a:off x="394419" y="2812703"/>
            <a:ext cx="2952750" cy="3284538"/>
            <a:chOff x="2051720" y="1447800"/>
            <a:chExt cx="2952328" cy="3283744"/>
          </a:xfrm>
        </p:grpSpPr>
        <p:sp>
          <p:nvSpPr>
            <p:cNvPr id="7" name="AutoShape 3"/>
            <p:cNvSpPr>
              <a:spLocks noChangeArrowheads="1"/>
            </p:cNvSpPr>
            <p:nvPr/>
          </p:nvSpPr>
          <p:spPr bwMode="auto">
            <a:xfrm>
              <a:off x="2438400" y="1447800"/>
              <a:ext cx="1845567" cy="328374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C1538"/>
                </a:gs>
                <a:gs pos="50000">
                  <a:srgbClr val="862354"/>
                </a:gs>
                <a:gs pos="100000">
                  <a:srgbClr val="A12B6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600" b="1">
                <a:latin typeface="Arial Narrow" panose="020B0606020202030204" pitchFamily="34" charset="0"/>
              </a:endParaRPr>
            </a:p>
          </p:txBody>
        </p:sp>
        <p:sp>
          <p:nvSpPr>
            <p:cNvPr id="8" name="AutoShape 2"/>
            <p:cNvSpPr>
              <a:spLocks noChangeArrowheads="1"/>
            </p:cNvSpPr>
            <p:nvPr/>
          </p:nvSpPr>
          <p:spPr bwMode="auto">
            <a:xfrm>
              <a:off x="2555776" y="1844824"/>
              <a:ext cx="1584176" cy="2781201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600" b="1">
                <a:latin typeface="Arial Narrow" panose="020B0606020202030204" pitchFamily="34" charset="0"/>
              </a:endParaRPr>
            </a:p>
          </p:txBody>
        </p:sp>
        <p:sp>
          <p:nvSpPr>
            <p:cNvPr id="9" name="AutoShape 18"/>
            <p:cNvSpPr>
              <a:spLocks noChangeArrowheads="1"/>
            </p:cNvSpPr>
            <p:nvPr/>
          </p:nvSpPr>
          <p:spPr bwMode="auto">
            <a:xfrm>
              <a:off x="2628156" y="2094308"/>
              <a:ext cx="1367780" cy="244827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78A8F"/>
                </a:gs>
                <a:gs pos="50000">
                  <a:srgbClr val="C3C7CE"/>
                </a:gs>
                <a:gs pos="100000">
                  <a:srgbClr val="E8EDF5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600" b="1">
                <a:latin typeface="Arial Narrow" panose="020B0606020202030204" pitchFamily="34" charset="0"/>
              </a:endParaRPr>
            </a:p>
          </p:txBody>
        </p:sp>
        <p:sp>
          <p:nvSpPr>
            <p:cNvPr id="10" name="Rectangle 6"/>
            <p:cNvSpPr txBox="1">
              <a:spLocks noChangeArrowheads="1"/>
            </p:cNvSpPr>
            <p:nvPr/>
          </p:nvSpPr>
          <p:spPr>
            <a:xfrm>
              <a:off x="2051720" y="1508110"/>
              <a:ext cx="1763461" cy="311075"/>
            </a:xfrm>
            <a:prstGeom prst="rect">
              <a:avLst/>
            </a:prstGeom>
          </p:spPr>
          <p:txBody>
            <a:bodyPr/>
            <a:lstStyle/>
            <a:p>
              <a:pPr marL="742950" lvl="1" indent="-285750">
                <a:spcBef>
                  <a:spcPct val="20000"/>
                </a:spcBef>
                <a:defRPr/>
              </a:pPr>
              <a:r>
                <a:rPr lang="pt-BR" sz="1600" b="1" kern="0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</a:rPr>
                <a:t>Projetos</a:t>
              </a:r>
            </a:p>
            <a:p>
              <a:pPr marL="1143000" lvl="2" indent="-228600">
                <a:spcBef>
                  <a:spcPct val="20000"/>
                </a:spcBef>
                <a:buFontTx/>
                <a:buChar char="•"/>
                <a:defRPr/>
              </a:pPr>
              <a:endParaRPr lang="pt-BR" sz="1400" b="1" kern="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1" name="Rectangle 36"/>
            <p:cNvSpPr>
              <a:spLocks noChangeArrowheads="1"/>
            </p:cNvSpPr>
            <p:nvPr/>
          </p:nvSpPr>
          <p:spPr bwMode="auto">
            <a:xfrm>
              <a:off x="2132956" y="1782364"/>
              <a:ext cx="2871092" cy="311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vl="1" eaLnBrk="1" hangingPunct="1">
                <a:buClrTx/>
                <a:buSzTx/>
                <a:buFontTx/>
                <a:buNone/>
              </a:pPr>
              <a:r>
                <a:rPr lang="pt-BR" altLang="pt-BR" sz="1600" b="1">
                  <a:latin typeface="Century Gothic" panose="020B0502020202020204" pitchFamily="34" charset="0"/>
                </a:rPr>
                <a:t>Projetos SW</a:t>
              </a:r>
            </a:p>
            <a:p>
              <a:pPr lvl="2" eaLnBrk="1" hangingPunct="1">
                <a:buClrTx/>
                <a:buSzTx/>
                <a:buFontTx/>
                <a:buChar char="•"/>
              </a:pPr>
              <a:endParaRPr lang="pt-BR" altLang="pt-BR" sz="1400" b="1">
                <a:latin typeface="Century Gothic" panose="020B0502020202020204" pitchFamily="34" charset="0"/>
              </a:endParaRPr>
            </a:p>
          </p:txBody>
        </p:sp>
        <p:sp>
          <p:nvSpPr>
            <p:cNvPr id="12" name="Rectangle 36"/>
            <p:cNvSpPr>
              <a:spLocks noChangeArrowheads="1"/>
            </p:cNvSpPr>
            <p:nvPr/>
          </p:nvSpPr>
          <p:spPr bwMode="auto">
            <a:xfrm>
              <a:off x="2132956" y="2454474"/>
              <a:ext cx="2871092" cy="311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vl="1" eaLnBrk="1" hangingPunct="1">
                <a:buClrTx/>
                <a:buSzTx/>
                <a:buFontTx/>
                <a:buNone/>
              </a:pPr>
              <a:r>
                <a:rPr lang="pt-BR" altLang="pt-BR" sz="1600" b="1">
                  <a:latin typeface="Century Gothic" panose="020B0502020202020204" pitchFamily="34" charset="0"/>
                </a:rPr>
                <a:t>Programas</a:t>
              </a:r>
            </a:p>
            <a:p>
              <a:pPr lvl="2" eaLnBrk="1" hangingPunct="1">
                <a:buClrTx/>
                <a:buSzTx/>
                <a:buFontTx/>
                <a:buChar char="•"/>
              </a:pPr>
              <a:endParaRPr lang="pt-BR" altLang="pt-BR" sz="1400" b="1">
                <a:latin typeface="Century Gothic" panose="020B0502020202020204" pitchFamily="34" charset="0"/>
              </a:endParaRPr>
            </a:p>
          </p:txBody>
        </p:sp>
        <p:sp>
          <p:nvSpPr>
            <p:cNvPr id="13" name="Rectangle 36"/>
            <p:cNvSpPr>
              <a:spLocks noChangeArrowheads="1"/>
            </p:cNvSpPr>
            <p:nvPr/>
          </p:nvSpPr>
          <p:spPr bwMode="auto">
            <a:xfrm>
              <a:off x="2123728" y="2852936"/>
              <a:ext cx="2871092" cy="311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vl="1" eaLnBrk="1" hangingPunct="1">
                <a:buClrTx/>
                <a:buSzTx/>
                <a:buFontTx/>
                <a:buNone/>
              </a:pPr>
              <a:r>
                <a:rPr lang="pt-BR" altLang="pt-BR" sz="1600" b="1">
                  <a:latin typeface="Century Gothic" panose="020B0502020202020204" pitchFamily="34" charset="0"/>
                </a:rPr>
                <a:t>Testes</a:t>
              </a:r>
            </a:p>
            <a:p>
              <a:pPr lvl="2" eaLnBrk="1" hangingPunct="1">
                <a:buClrTx/>
                <a:buSzTx/>
                <a:buFontTx/>
                <a:buChar char="•"/>
              </a:pPr>
              <a:endParaRPr lang="pt-BR" altLang="pt-BR" sz="1400" b="1">
                <a:latin typeface="Century Gothic" panose="020B0502020202020204" pitchFamily="34" charset="0"/>
              </a:endParaRPr>
            </a:p>
          </p:txBody>
        </p:sp>
        <p:sp>
          <p:nvSpPr>
            <p:cNvPr id="14" name="Rectangle 36"/>
            <p:cNvSpPr>
              <a:spLocks noChangeArrowheads="1"/>
            </p:cNvSpPr>
            <p:nvPr/>
          </p:nvSpPr>
          <p:spPr bwMode="auto">
            <a:xfrm>
              <a:off x="2123728" y="3251398"/>
              <a:ext cx="2871092" cy="311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vl="1" eaLnBrk="1" hangingPunct="1">
                <a:buClrTx/>
                <a:buSzTx/>
                <a:buFontTx/>
                <a:buNone/>
              </a:pPr>
              <a:r>
                <a:rPr lang="pt-BR" altLang="pt-BR" sz="1600" b="1">
                  <a:latin typeface="Century Gothic" panose="020B0502020202020204" pitchFamily="34" charset="0"/>
                </a:rPr>
                <a:t>Qualidade</a:t>
              </a:r>
            </a:p>
            <a:p>
              <a:pPr lvl="2" eaLnBrk="1" hangingPunct="1">
                <a:buClrTx/>
                <a:buSzTx/>
                <a:buFontTx/>
                <a:buChar char="•"/>
              </a:pPr>
              <a:endParaRPr lang="pt-BR" altLang="pt-BR" sz="1400" b="1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5" name="Group 13"/>
          <p:cNvGrpSpPr>
            <a:grpSpLocks/>
          </p:cNvGrpSpPr>
          <p:nvPr/>
        </p:nvGrpSpPr>
        <p:grpSpPr bwMode="auto">
          <a:xfrm>
            <a:off x="2555007" y="2812703"/>
            <a:ext cx="2952750" cy="3284538"/>
            <a:chOff x="2051720" y="1447800"/>
            <a:chExt cx="2952328" cy="3283744"/>
          </a:xfrm>
        </p:grpSpPr>
        <p:sp>
          <p:nvSpPr>
            <p:cNvPr id="16" name="AutoShape 3"/>
            <p:cNvSpPr>
              <a:spLocks noChangeArrowheads="1"/>
            </p:cNvSpPr>
            <p:nvPr/>
          </p:nvSpPr>
          <p:spPr bwMode="auto">
            <a:xfrm>
              <a:off x="2438400" y="1447800"/>
              <a:ext cx="1845567" cy="328374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C1538"/>
                </a:gs>
                <a:gs pos="50000">
                  <a:srgbClr val="862354"/>
                </a:gs>
                <a:gs pos="100000">
                  <a:srgbClr val="A12B6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600" b="1">
                <a:latin typeface="Arial Narrow" panose="020B0606020202030204" pitchFamily="34" charset="0"/>
              </a:endParaRPr>
            </a:p>
          </p:txBody>
        </p:sp>
        <p:sp>
          <p:nvSpPr>
            <p:cNvPr id="17" name="AutoShape 2"/>
            <p:cNvSpPr>
              <a:spLocks noChangeArrowheads="1"/>
            </p:cNvSpPr>
            <p:nvPr/>
          </p:nvSpPr>
          <p:spPr bwMode="auto">
            <a:xfrm>
              <a:off x="2555776" y="1844824"/>
              <a:ext cx="1584176" cy="2781201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600" b="1">
                <a:latin typeface="Arial Narrow" panose="020B0606020202030204" pitchFamily="34" charset="0"/>
              </a:endParaRPr>
            </a:p>
          </p:txBody>
        </p:sp>
        <p:sp>
          <p:nvSpPr>
            <p:cNvPr id="18" name="AutoShape 18"/>
            <p:cNvSpPr>
              <a:spLocks noChangeArrowheads="1"/>
            </p:cNvSpPr>
            <p:nvPr/>
          </p:nvSpPr>
          <p:spPr bwMode="auto">
            <a:xfrm>
              <a:off x="2628156" y="2094308"/>
              <a:ext cx="1367780" cy="244827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78A8F"/>
                </a:gs>
                <a:gs pos="50000">
                  <a:srgbClr val="C3C7CE"/>
                </a:gs>
                <a:gs pos="100000">
                  <a:srgbClr val="E8EDF5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600" b="1">
                <a:latin typeface="Arial Narrow" panose="020B0606020202030204" pitchFamily="34" charset="0"/>
              </a:endParaRPr>
            </a:p>
          </p:txBody>
        </p:sp>
        <p:sp>
          <p:nvSpPr>
            <p:cNvPr id="19" name="Rectangle 6"/>
            <p:cNvSpPr txBox="1">
              <a:spLocks noChangeArrowheads="1"/>
            </p:cNvSpPr>
            <p:nvPr/>
          </p:nvSpPr>
          <p:spPr>
            <a:xfrm>
              <a:off x="2051720" y="1508110"/>
              <a:ext cx="1763460" cy="311075"/>
            </a:xfrm>
            <a:prstGeom prst="rect">
              <a:avLst/>
            </a:prstGeom>
          </p:spPr>
          <p:txBody>
            <a:bodyPr/>
            <a:lstStyle/>
            <a:p>
              <a:pPr marL="742950" lvl="1" indent="-285750">
                <a:spcBef>
                  <a:spcPct val="20000"/>
                </a:spcBef>
                <a:defRPr/>
              </a:pPr>
              <a:r>
                <a:rPr lang="pt-BR" sz="1600" b="1" kern="0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</a:rPr>
                <a:t>Projetos</a:t>
              </a:r>
            </a:p>
            <a:p>
              <a:pPr marL="1143000" lvl="2" indent="-228600">
                <a:spcBef>
                  <a:spcPct val="20000"/>
                </a:spcBef>
                <a:buFontTx/>
                <a:buChar char="•"/>
                <a:defRPr/>
              </a:pPr>
              <a:endParaRPr lang="pt-BR" sz="1400" b="1" kern="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0" name="Rectangle 36"/>
            <p:cNvSpPr>
              <a:spLocks noChangeArrowheads="1"/>
            </p:cNvSpPr>
            <p:nvPr/>
          </p:nvSpPr>
          <p:spPr bwMode="auto">
            <a:xfrm>
              <a:off x="2132956" y="1782364"/>
              <a:ext cx="2871092" cy="311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vl="1" eaLnBrk="1" hangingPunct="1">
                <a:buClrTx/>
                <a:buSzTx/>
                <a:buFontTx/>
                <a:buNone/>
              </a:pPr>
              <a:r>
                <a:rPr lang="pt-BR" altLang="pt-BR" sz="1600" b="1">
                  <a:latin typeface="Century Gothic" panose="020B0502020202020204" pitchFamily="34" charset="0"/>
                </a:rPr>
                <a:t>Projetos SW</a:t>
              </a:r>
            </a:p>
            <a:p>
              <a:pPr lvl="2" eaLnBrk="1" hangingPunct="1">
                <a:buClrTx/>
                <a:buSzTx/>
                <a:buFontTx/>
                <a:buChar char="•"/>
              </a:pPr>
              <a:endParaRPr lang="pt-BR" altLang="pt-BR" sz="1400" b="1">
                <a:latin typeface="Century Gothic" panose="020B0502020202020204" pitchFamily="34" charset="0"/>
              </a:endParaRPr>
            </a:p>
          </p:txBody>
        </p:sp>
        <p:sp>
          <p:nvSpPr>
            <p:cNvPr id="21" name="Rectangle 36"/>
            <p:cNvSpPr>
              <a:spLocks noChangeArrowheads="1"/>
            </p:cNvSpPr>
            <p:nvPr/>
          </p:nvSpPr>
          <p:spPr bwMode="auto">
            <a:xfrm>
              <a:off x="2132956" y="2454474"/>
              <a:ext cx="2871092" cy="311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vl="1" eaLnBrk="1" hangingPunct="1">
                <a:buClrTx/>
                <a:buSzTx/>
                <a:buFontTx/>
                <a:buNone/>
              </a:pPr>
              <a:r>
                <a:rPr lang="pt-BR" altLang="pt-BR" sz="1600" b="1">
                  <a:latin typeface="Century Gothic" panose="020B0502020202020204" pitchFamily="34" charset="0"/>
                </a:rPr>
                <a:t>Programas</a:t>
              </a:r>
            </a:p>
            <a:p>
              <a:pPr lvl="2" eaLnBrk="1" hangingPunct="1">
                <a:buClrTx/>
                <a:buSzTx/>
                <a:buFontTx/>
                <a:buChar char="•"/>
              </a:pPr>
              <a:endParaRPr lang="pt-BR" altLang="pt-BR" sz="1400" b="1">
                <a:latin typeface="Century Gothic" panose="020B0502020202020204" pitchFamily="34" charset="0"/>
              </a:endParaRPr>
            </a:p>
          </p:txBody>
        </p:sp>
        <p:sp>
          <p:nvSpPr>
            <p:cNvPr id="22" name="Rectangle 36"/>
            <p:cNvSpPr>
              <a:spLocks noChangeArrowheads="1"/>
            </p:cNvSpPr>
            <p:nvPr/>
          </p:nvSpPr>
          <p:spPr bwMode="auto">
            <a:xfrm>
              <a:off x="2123728" y="2852936"/>
              <a:ext cx="2871092" cy="311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vl="1" eaLnBrk="1" hangingPunct="1">
                <a:buClrTx/>
                <a:buSzTx/>
                <a:buFontTx/>
                <a:buNone/>
              </a:pPr>
              <a:r>
                <a:rPr lang="pt-BR" altLang="pt-BR" sz="1600" b="1">
                  <a:latin typeface="Century Gothic" panose="020B0502020202020204" pitchFamily="34" charset="0"/>
                </a:rPr>
                <a:t>Testes</a:t>
              </a:r>
            </a:p>
            <a:p>
              <a:pPr lvl="2" eaLnBrk="1" hangingPunct="1">
                <a:buClrTx/>
                <a:buSzTx/>
                <a:buFontTx/>
                <a:buChar char="•"/>
              </a:pPr>
              <a:endParaRPr lang="pt-BR" altLang="pt-BR" sz="1400" b="1">
                <a:latin typeface="Century Gothic" panose="020B0502020202020204" pitchFamily="34" charset="0"/>
              </a:endParaRPr>
            </a:p>
          </p:txBody>
        </p:sp>
        <p:sp>
          <p:nvSpPr>
            <p:cNvPr id="23" name="Rectangle 36"/>
            <p:cNvSpPr>
              <a:spLocks noChangeArrowheads="1"/>
            </p:cNvSpPr>
            <p:nvPr/>
          </p:nvSpPr>
          <p:spPr bwMode="auto">
            <a:xfrm>
              <a:off x="2123728" y="3251398"/>
              <a:ext cx="2871092" cy="311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vl="1" eaLnBrk="1" hangingPunct="1">
                <a:buClrTx/>
                <a:buSzTx/>
                <a:buFontTx/>
                <a:buNone/>
              </a:pPr>
              <a:r>
                <a:rPr lang="pt-BR" altLang="pt-BR" sz="1600" b="1">
                  <a:latin typeface="Century Gothic" panose="020B0502020202020204" pitchFamily="34" charset="0"/>
                </a:rPr>
                <a:t>Qualidade</a:t>
              </a:r>
            </a:p>
            <a:p>
              <a:pPr lvl="2" eaLnBrk="1" hangingPunct="1">
                <a:buClrTx/>
                <a:buSzTx/>
                <a:buFontTx/>
                <a:buChar char="•"/>
              </a:pPr>
              <a:endParaRPr lang="pt-BR" altLang="pt-BR" sz="1400" b="1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4" name="Group 22"/>
          <p:cNvGrpSpPr>
            <a:grpSpLocks/>
          </p:cNvGrpSpPr>
          <p:nvPr/>
        </p:nvGrpSpPr>
        <p:grpSpPr bwMode="auto">
          <a:xfrm>
            <a:off x="4715594" y="2812703"/>
            <a:ext cx="2952750" cy="3284538"/>
            <a:chOff x="2051720" y="1447800"/>
            <a:chExt cx="2952328" cy="3283744"/>
          </a:xfrm>
        </p:grpSpPr>
        <p:sp>
          <p:nvSpPr>
            <p:cNvPr id="25" name="AutoShape 3"/>
            <p:cNvSpPr>
              <a:spLocks noChangeArrowheads="1"/>
            </p:cNvSpPr>
            <p:nvPr/>
          </p:nvSpPr>
          <p:spPr bwMode="auto">
            <a:xfrm>
              <a:off x="2438400" y="1447800"/>
              <a:ext cx="1845567" cy="328374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C1538"/>
                </a:gs>
                <a:gs pos="50000">
                  <a:srgbClr val="862354"/>
                </a:gs>
                <a:gs pos="100000">
                  <a:srgbClr val="A12B6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600" b="1">
                <a:latin typeface="Arial Narrow" panose="020B0606020202030204" pitchFamily="34" charset="0"/>
              </a:endParaRPr>
            </a:p>
          </p:txBody>
        </p:sp>
        <p:sp>
          <p:nvSpPr>
            <p:cNvPr id="26" name="AutoShape 2"/>
            <p:cNvSpPr>
              <a:spLocks noChangeArrowheads="1"/>
            </p:cNvSpPr>
            <p:nvPr/>
          </p:nvSpPr>
          <p:spPr bwMode="auto">
            <a:xfrm>
              <a:off x="2555776" y="1844824"/>
              <a:ext cx="1584176" cy="2781201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600" b="1">
                <a:latin typeface="Arial Narrow" panose="020B0606020202030204" pitchFamily="34" charset="0"/>
              </a:endParaRPr>
            </a:p>
          </p:txBody>
        </p:sp>
        <p:sp>
          <p:nvSpPr>
            <p:cNvPr id="27" name="AutoShape 18"/>
            <p:cNvSpPr>
              <a:spLocks noChangeArrowheads="1"/>
            </p:cNvSpPr>
            <p:nvPr/>
          </p:nvSpPr>
          <p:spPr bwMode="auto">
            <a:xfrm>
              <a:off x="2628156" y="2094308"/>
              <a:ext cx="1367780" cy="244827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78A8F"/>
                </a:gs>
                <a:gs pos="50000">
                  <a:srgbClr val="C3C7CE"/>
                </a:gs>
                <a:gs pos="100000">
                  <a:srgbClr val="E8EDF5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600" b="1">
                <a:latin typeface="Arial Narrow" panose="020B0606020202030204" pitchFamily="34" charset="0"/>
              </a:endParaRPr>
            </a:p>
          </p:txBody>
        </p:sp>
        <p:sp>
          <p:nvSpPr>
            <p:cNvPr id="28" name="Rectangle 6"/>
            <p:cNvSpPr txBox="1">
              <a:spLocks noChangeArrowheads="1"/>
            </p:cNvSpPr>
            <p:nvPr/>
          </p:nvSpPr>
          <p:spPr>
            <a:xfrm>
              <a:off x="2051720" y="1508110"/>
              <a:ext cx="1763461" cy="311075"/>
            </a:xfrm>
            <a:prstGeom prst="rect">
              <a:avLst/>
            </a:prstGeom>
          </p:spPr>
          <p:txBody>
            <a:bodyPr/>
            <a:lstStyle/>
            <a:p>
              <a:pPr marL="742950" lvl="1" indent="-285750">
                <a:spcBef>
                  <a:spcPct val="20000"/>
                </a:spcBef>
                <a:defRPr/>
              </a:pPr>
              <a:r>
                <a:rPr lang="pt-BR" sz="1600" b="1" kern="0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</a:rPr>
                <a:t>Projetos</a:t>
              </a:r>
            </a:p>
            <a:p>
              <a:pPr marL="1143000" lvl="2" indent="-228600">
                <a:spcBef>
                  <a:spcPct val="20000"/>
                </a:spcBef>
                <a:buFontTx/>
                <a:buChar char="•"/>
                <a:defRPr/>
              </a:pPr>
              <a:endParaRPr lang="pt-BR" sz="1400" b="1" kern="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9" name="Rectangle 36"/>
            <p:cNvSpPr>
              <a:spLocks noChangeArrowheads="1"/>
            </p:cNvSpPr>
            <p:nvPr/>
          </p:nvSpPr>
          <p:spPr bwMode="auto">
            <a:xfrm>
              <a:off x="2132956" y="1782364"/>
              <a:ext cx="2871092" cy="311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vl="1" eaLnBrk="1" hangingPunct="1">
                <a:buClrTx/>
                <a:buSzTx/>
                <a:buFontTx/>
                <a:buNone/>
              </a:pPr>
              <a:r>
                <a:rPr lang="pt-BR" altLang="pt-BR" sz="1600" b="1">
                  <a:latin typeface="Century Gothic" panose="020B0502020202020204" pitchFamily="34" charset="0"/>
                </a:rPr>
                <a:t>Projetos SW</a:t>
              </a:r>
            </a:p>
            <a:p>
              <a:pPr lvl="2" eaLnBrk="1" hangingPunct="1">
                <a:buClrTx/>
                <a:buSzTx/>
                <a:buFontTx/>
                <a:buChar char="•"/>
              </a:pPr>
              <a:endParaRPr lang="pt-BR" altLang="pt-BR" sz="1400" b="1">
                <a:latin typeface="Century Gothic" panose="020B0502020202020204" pitchFamily="34" charset="0"/>
              </a:endParaRPr>
            </a:p>
          </p:txBody>
        </p:sp>
        <p:sp>
          <p:nvSpPr>
            <p:cNvPr id="30" name="Rectangle 36"/>
            <p:cNvSpPr>
              <a:spLocks noChangeArrowheads="1"/>
            </p:cNvSpPr>
            <p:nvPr/>
          </p:nvSpPr>
          <p:spPr bwMode="auto">
            <a:xfrm>
              <a:off x="2132956" y="2454474"/>
              <a:ext cx="2871092" cy="311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vl="1" eaLnBrk="1" hangingPunct="1">
                <a:buClrTx/>
                <a:buSzTx/>
                <a:buFontTx/>
                <a:buNone/>
              </a:pPr>
              <a:r>
                <a:rPr lang="pt-BR" altLang="pt-BR" sz="1600" b="1">
                  <a:latin typeface="Century Gothic" panose="020B0502020202020204" pitchFamily="34" charset="0"/>
                </a:rPr>
                <a:t>Programas</a:t>
              </a:r>
            </a:p>
            <a:p>
              <a:pPr lvl="2" eaLnBrk="1" hangingPunct="1">
                <a:buClrTx/>
                <a:buSzTx/>
                <a:buFontTx/>
                <a:buChar char="•"/>
              </a:pPr>
              <a:endParaRPr lang="pt-BR" altLang="pt-BR" sz="1400" b="1">
                <a:latin typeface="Century Gothic" panose="020B0502020202020204" pitchFamily="34" charset="0"/>
              </a:endParaRPr>
            </a:p>
          </p:txBody>
        </p:sp>
        <p:sp>
          <p:nvSpPr>
            <p:cNvPr id="31" name="Rectangle 36"/>
            <p:cNvSpPr>
              <a:spLocks noChangeArrowheads="1"/>
            </p:cNvSpPr>
            <p:nvPr/>
          </p:nvSpPr>
          <p:spPr bwMode="auto">
            <a:xfrm>
              <a:off x="2123728" y="2852936"/>
              <a:ext cx="2871092" cy="311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vl="1" eaLnBrk="1" hangingPunct="1">
                <a:buClrTx/>
                <a:buSzTx/>
                <a:buFontTx/>
                <a:buNone/>
              </a:pPr>
              <a:r>
                <a:rPr lang="pt-BR" altLang="pt-BR" sz="1600" b="1">
                  <a:latin typeface="Century Gothic" panose="020B0502020202020204" pitchFamily="34" charset="0"/>
                </a:rPr>
                <a:t>Testes</a:t>
              </a:r>
            </a:p>
            <a:p>
              <a:pPr lvl="2" eaLnBrk="1" hangingPunct="1">
                <a:buClrTx/>
                <a:buSzTx/>
                <a:buFontTx/>
                <a:buChar char="•"/>
              </a:pPr>
              <a:endParaRPr lang="pt-BR" altLang="pt-BR" sz="1400" b="1">
                <a:latin typeface="Century Gothic" panose="020B0502020202020204" pitchFamily="34" charset="0"/>
              </a:endParaRPr>
            </a:p>
          </p:txBody>
        </p:sp>
        <p:sp>
          <p:nvSpPr>
            <p:cNvPr id="32" name="Rectangle 36"/>
            <p:cNvSpPr>
              <a:spLocks noChangeArrowheads="1"/>
            </p:cNvSpPr>
            <p:nvPr/>
          </p:nvSpPr>
          <p:spPr bwMode="auto">
            <a:xfrm>
              <a:off x="2123728" y="3251398"/>
              <a:ext cx="2871092" cy="311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vl="1" eaLnBrk="1" hangingPunct="1">
                <a:buClrTx/>
                <a:buSzTx/>
                <a:buFontTx/>
                <a:buNone/>
              </a:pPr>
              <a:r>
                <a:rPr lang="pt-BR" altLang="pt-BR" sz="1600" b="1">
                  <a:latin typeface="Century Gothic" panose="020B0502020202020204" pitchFamily="34" charset="0"/>
                </a:rPr>
                <a:t>Qualidade</a:t>
              </a:r>
            </a:p>
            <a:p>
              <a:pPr lvl="2" eaLnBrk="1" hangingPunct="1">
                <a:buClrTx/>
                <a:buSzTx/>
                <a:buFontTx/>
                <a:buChar char="•"/>
              </a:pPr>
              <a:endParaRPr lang="pt-BR" altLang="pt-BR" sz="1400" b="1">
                <a:latin typeface="Century Gothic" panose="020B0502020202020204" pitchFamily="34" charset="0"/>
              </a:endParaRPr>
            </a:p>
          </p:txBody>
        </p:sp>
      </p:grpSp>
      <p:sp>
        <p:nvSpPr>
          <p:cNvPr id="33" name="TextBox 31"/>
          <p:cNvSpPr txBox="1">
            <a:spLocks noChangeArrowheads="1"/>
          </p:cNvSpPr>
          <p:nvPr/>
        </p:nvSpPr>
        <p:spPr bwMode="auto">
          <a:xfrm>
            <a:off x="1164357" y="2172941"/>
            <a:ext cx="10795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Rio de Janeiro</a:t>
            </a:r>
          </a:p>
        </p:txBody>
      </p:sp>
      <p:sp>
        <p:nvSpPr>
          <p:cNvPr id="34" name="TextBox 32"/>
          <p:cNvSpPr txBox="1">
            <a:spLocks noChangeArrowheads="1"/>
          </p:cNvSpPr>
          <p:nvPr/>
        </p:nvSpPr>
        <p:spPr bwMode="auto">
          <a:xfrm>
            <a:off x="3275732" y="2361853"/>
            <a:ext cx="1079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Pará</a:t>
            </a:r>
          </a:p>
        </p:txBody>
      </p:sp>
      <p:sp>
        <p:nvSpPr>
          <p:cNvPr id="35" name="TextBox 33"/>
          <p:cNvSpPr txBox="1">
            <a:spLocks noChangeArrowheads="1"/>
          </p:cNvSpPr>
          <p:nvPr/>
        </p:nvSpPr>
        <p:spPr bwMode="auto">
          <a:xfrm>
            <a:off x="5487119" y="2338041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Brasília</a:t>
            </a:r>
          </a:p>
        </p:txBody>
      </p:sp>
      <p:pic>
        <p:nvPicPr>
          <p:cNvPr id="36" name="Picture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82" y="2172941"/>
            <a:ext cx="6973887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282" y="2172941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735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4.07407E-6 C 0.06893 4.07407E-6 0.125 0.07129 0.125 0.15902 C 0.125 0.24676 0.06893 0.31828 -2.77778E-6 0.31828 C -0.06892 0.31828 -0.125 0.24676 -0.125 0.15902 C -0.125 0.07129 -0.06892 4.07407E-6 -2.77778E-6 4.07407E-6 Z " pathEditMode="relative" rAng="0" ptsTypes="AAAAA">
                                      <p:cBhvr>
                                        <p:cTn id="6" dur="225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Mercado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1556792"/>
            <a:ext cx="914400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  <a:defRPr/>
            </a:pPr>
            <a:endParaRPr lang="pt-BR" altLang="pt-BR" sz="24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124075" y="1557338"/>
            <a:ext cx="701992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pt-BR" altLang="pt-BR" sz="2800" dirty="0" smtClean="0"/>
              <a:t>Banco de Dados: Oracle, MySQL, </a:t>
            </a:r>
            <a:r>
              <a:rPr lang="pt-BR" altLang="pt-BR" sz="2800" dirty="0" err="1" smtClean="0"/>
              <a:t>MariaDB</a:t>
            </a:r>
            <a:r>
              <a:rPr lang="pt-BR" altLang="pt-BR" sz="2800" dirty="0" smtClean="0"/>
              <a:t> e </a:t>
            </a:r>
            <a:r>
              <a:rPr lang="pt-BR" altLang="pt-BR" sz="2800" dirty="0" err="1" smtClean="0"/>
              <a:t>SQLServer</a:t>
            </a:r>
            <a:r>
              <a:rPr lang="pt-BR" altLang="pt-BR" sz="2800" dirty="0" smtClean="0"/>
              <a:t>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pt-BR" altLang="pt-BR" sz="2800" dirty="0" smtClean="0"/>
              <a:t>Servidor de Aplicação: JBOSS, Apache, </a:t>
            </a:r>
            <a:r>
              <a:rPr lang="pt-BR" altLang="pt-BR" sz="2800" dirty="0" err="1" smtClean="0"/>
              <a:t>TomCat</a:t>
            </a:r>
            <a:r>
              <a:rPr lang="pt-BR" altLang="pt-BR" sz="2800" dirty="0" smtClean="0"/>
              <a:t>, IIS, IAS e </a:t>
            </a:r>
            <a:r>
              <a:rPr lang="pt-BR" altLang="pt-BR" sz="2800" dirty="0" err="1" smtClean="0"/>
              <a:t>WebLogic</a:t>
            </a:r>
            <a:r>
              <a:rPr lang="pt-BR" altLang="pt-BR" sz="2800" dirty="0"/>
              <a:t>;</a:t>
            </a:r>
            <a:endParaRPr lang="pt-BR" altLang="pt-BR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pt-BR" altLang="pt-BR" sz="2800" dirty="0" smtClean="0"/>
              <a:t>Linguagem: Java (J2EE,JSP, JSF),HTML/XML,PHP,PL_SQL;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pt-BR" altLang="pt-BR" sz="2800" dirty="0" smtClean="0"/>
              <a:t>Ferramentas: Eclipse, </a:t>
            </a:r>
            <a:r>
              <a:rPr lang="pt-BR" altLang="pt-BR" sz="2800" dirty="0" err="1" smtClean="0"/>
              <a:t>SqlDeveloper</a:t>
            </a:r>
            <a:r>
              <a:rPr lang="pt-BR" altLang="pt-BR" sz="2800" dirty="0" smtClean="0"/>
              <a:t>, </a:t>
            </a:r>
            <a:r>
              <a:rPr lang="pt-BR" altLang="pt-BR" sz="2800" dirty="0" err="1" smtClean="0"/>
              <a:t>DataModeler,Enterprise</a:t>
            </a:r>
            <a:r>
              <a:rPr lang="pt-BR" altLang="pt-BR" sz="2800" dirty="0" smtClean="0"/>
              <a:t> </a:t>
            </a:r>
            <a:r>
              <a:rPr lang="pt-BR" altLang="pt-BR" sz="2800" dirty="0" err="1" smtClean="0"/>
              <a:t>Architecture</a:t>
            </a:r>
            <a:r>
              <a:rPr lang="pt-BR" altLang="pt-BR" sz="2800" dirty="0" smtClean="0"/>
              <a:t>, </a:t>
            </a:r>
            <a:r>
              <a:rPr lang="pt-BR" altLang="pt-BR" sz="2800" dirty="0" err="1" smtClean="0"/>
              <a:t>Jmeter</a:t>
            </a:r>
            <a:r>
              <a:rPr lang="pt-BR" altLang="pt-BR" sz="2800" dirty="0" smtClean="0"/>
              <a:t>, </a:t>
            </a:r>
            <a:r>
              <a:rPr lang="pt-BR" altLang="pt-BR" sz="2800" dirty="0" err="1" smtClean="0"/>
              <a:t>Selenium</a:t>
            </a:r>
            <a:r>
              <a:rPr lang="pt-BR" altLang="pt-BR" sz="2800" dirty="0" smtClean="0"/>
              <a:t>, </a:t>
            </a:r>
            <a:r>
              <a:rPr lang="pt-BR" altLang="pt-BR" sz="2800" dirty="0" err="1" smtClean="0"/>
              <a:t>Junit</a:t>
            </a:r>
            <a:r>
              <a:rPr lang="pt-BR" altLang="pt-BR" sz="2800" dirty="0" smtClean="0"/>
              <a:t>, SVN;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pt-BR" altLang="pt-BR" sz="2800" dirty="0" smtClean="0"/>
              <a:t>Metodologia: </a:t>
            </a:r>
            <a:r>
              <a:rPr lang="pt-BR" altLang="pt-BR" sz="2800" dirty="0" err="1" smtClean="0"/>
              <a:t>RUP,Prototipação</a:t>
            </a:r>
            <a:r>
              <a:rPr lang="pt-BR" altLang="pt-BR" sz="2800" dirty="0" smtClean="0"/>
              <a:t> e </a:t>
            </a:r>
            <a:r>
              <a:rPr lang="pt-BR" altLang="pt-BR" sz="2800" dirty="0" err="1" smtClean="0"/>
              <a:t>Scrum</a:t>
            </a:r>
            <a:r>
              <a:rPr lang="pt-BR" altLang="pt-BR" sz="2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00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Mercado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1556792"/>
            <a:ext cx="914400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  <a:defRPr/>
            </a:pPr>
            <a:endParaRPr lang="pt-BR" altLang="pt-BR" sz="2400" dirty="0"/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1071959" y="2298700"/>
            <a:ext cx="6956425" cy="3933825"/>
            <a:chOff x="2187184" y="2298204"/>
            <a:chExt cx="6956816" cy="3933825"/>
          </a:xfrm>
        </p:grpSpPr>
        <p:pic>
          <p:nvPicPr>
            <p:cNvPr id="5" name="Picture 2" descr="muro8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7184" y="2564904"/>
              <a:ext cx="6956816" cy="3667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7290" y="2298204"/>
              <a:ext cx="1628775" cy="2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Title 1"/>
          <p:cNvSpPr txBox="1">
            <a:spLocks/>
          </p:cNvSpPr>
          <p:nvPr/>
        </p:nvSpPr>
        <p:spPr bwMode="auto">
          <a:xfrm>
            <a:off x="1040209" y="15875"/>
            <a:ext cx="64008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t-BR" smtClean="0"/>
              <a:t>Bem vindo a Fábrica</a:t>
            </a:r>
            <a:endParaRPr lang="pt-BR" dirty="0"/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534" y="1808163"/>
            <a:ext cx="725488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76"/>
          <p:cNvSpPr txBox="1">
            <a:spLocks noChangeArrowheads="1"/>
          </p:cNvSpPr>
          <p:nvPr/>
        </p:nvSpPr>
        <p:spPr bwMode="auto">
          <a:xfrm>
            <a:off x="503634" y="1155700"/>
            <a:ext cx="223202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 b="1">
                <a:solidFill>
                  <a:srgbClr val="000066"/>
                </a:solidFill>
                <a:latin typeface="Tahoma" panose="020B0604030504040204" pitchFamily="34" charset="0"/>
              </a:rPr>
              <a:t>Linhas</a:t>
            </a:r>
            <a:r>
              <a:rPr lang="pt-BR" altLang="pt-BR" sz="1800" b="1">
                <a:solidFill>
                  <a:srgbClr val="000099"/>
                </a:solidFill>
                <a:latin typeface="Tahoma" panose="020B0604030504040204" pitchFamily="34" charset="0"/>
              </a:rPr>
              <a:t> </a:t>
            </a:r>
            <a:r>
              <a:rPr lang="pt-BR" altLang="pt-BR" sz="1800" b="1">
                <a:solidFill>
                  <a:srgbClr val="000066"/>
                </a:solidFill>
                <a:latin typeface="Tahoma" panose="020B0604030504040204" pitchFamily="34" charset="0"/>
              </a:rPr>
              <a:t>de Negócio</a:t>
            </a:r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071959" y="1136650"/>
            <a:ext cx="4752975" cy="1371600"/>
            <a:chOff x="2187184" y="1136066"/>
            <a:chExt cx="4753983" cy="1371775"/>
          </a:xfrm>
        </p:grpSpPr>
        <p:pic>
          <p:nvPicPr>
            <p:cNvPr id="11" name="Picture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7184" y="1136066"/>
              <a:ext cx="2705100" cy="137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 Box 76"/>
            <p:cNvSpPr txBox="1">
              <a:spLocks noChangeArrowheads="1"/>
            </p:cNvSpPr>
            <p:nvPr/>
          </p:nvSpPr>
          <p:spPr bwMode="auto">
            <a:xfrm>
              <a:off x="4709142" y="1286217"/>
              <a:ext cx="223202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1800" b="1">
                  <a:solidFill>
                    <a:srgbClr val="000066"/>
                  </a:solidFill>
                  <a:latin typeface="Tahoma" panose="020B0604030504040204" pitchFamily="34" charset="0"/>
                </a:rPr>
                <a:t>Gerencia de Projetos/Issues</a:t>
              </a:r>
            </a:p>
          </p:txBody>
        </p:sp>
      </p:grpSp>
      <p:sp>
        <p:nvSpPr>
          <p:cNvPr id="13" name="AutoShape 20"/>
          <p:cNvSpPr>
            <a:spLocks noChangeArrowheads="1"/>
          </p:cNvSpPr>
          <p:nvPr/>
        </p:nvSpPr>
        <p:spPr bwMode="auto">
          <a:xfrm rot="16200000" flipH="1">
            <a:off x="593328" y="3121819"/>
            <a:ext cx="1390650" cy="376238"/>
          </a:xfrm>
          <a:prstGeom prst="notchedRightArrow">
            <a:avLst>
              <a:gd name="adj1" fmla="val 50000"/>
              <a:gd name="adj2" fmla="val 8132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  <a:latin typeface="Tahoma" pitchFamily="34" charset="0"/>
              </a:rPr>
              <a:t>Demandas</a:t>
            </a:r>
            <a:endParaRPr lang="pt-BR" sz="1200" b="1" dirty="0">
              <a:solidFill>
                <a:schemeClr val="accent6">
                  <a:lumMod val="75000"/>
                </a:schemeClr>
              </a:solidFill>
              <a:latin typeface="Tahoma" pitchFamily="34" charset="0"/>
            </a:endParaRPr>
          </a:p>
        </p:txBody>
      </p:sp>
      <p:pic>
        <p:nvPicPr>
          <p:cNvPr id="14" name="Picture 41" descr="Mesa azul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959" y="5589588"/>
            <a:ext cx="377825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8" descr="Mesa verde clar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422" y="5084763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8" descr="Mesa verde clar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497" y="4746625"/>
            <a:ext cx="3778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0" descr="Mesa roxo preto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959" y="5084763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0" descr="Mesa roxo preto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222" y="4822825"/>
            <a:ext cx="3778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0" descr="Mesa roxo preto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697" y="4648200"/>
            <a:ext cx="3778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6" descr="Mesa azul clar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722" y="5027613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6" descr="Mesa azul clar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609" y="4818063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6" descr="Mesa azul clar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284" y="4583113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6" descr="Mesa azul clar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047" y="4951413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6" descr="Mesa azul clar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609" y="4710113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6" descr="Mesa azul clar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872" y="5178425"/>
            <a:ext cx="3778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4" descr="Mesa azul preto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397" y="5073650"/>
            <a:ext cx="3778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4" descr="Mesa azul preto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322" y="4789488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3" descr="Mesa amarela preto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347" y="5059363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3" descr="Mesa amarela preto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022" y="4832350"/>
            <a:ext cx="3778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33" descr="Mesa amarela preto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997" y="4656138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6" descr="Mesa vermelha preto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884" y="5037138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6" descr="Mesa vermelha preto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859" y="4843463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6" descr="Mesa vermelha preto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322" y="4656138"/>
            <a:ext cx="3778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37" descr="Homem Verd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972" y="5776913"/>
            <a:ext cx="14605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38"/>
          <p:cNvSpPr/>
          <p:nvPr/>
        </p:nvSpPr>
        <p:spPr>
          <a:xfrm>
            <a:off x="2506835" y="4350049"/>
            <a:ext cx="1040670" cy="40011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isometricRightUp"/>
            <a:lightRig rig="threePt" dir="t"/>
          </a:scene3d>
        </p:spPr>
        <p:txBody>
          <a:bodyPr wrap="none">
            <a:spAutoFit/>
            <a:scene3d>
              <a:camera prst="isometricOffAxis2Right"/>
              <a:lightRig rig="threePt" dir="t"/>
            </a:scene3d>
          </a:bodyPr>
          <a:lstStyle/>
          <a:p>
            <a:pPr algn="ctr">
              <a:defRPr/>
            </a:pPr>
            <a:r>
              <a:rPr lang="en-US" sz="20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</a:t>
            </a:r>
          </a:p>
        </p:txBody>
      </p:sp>
      <p:sp>
        <p:nvSpPr>
          <p:cNvPr id="36" name="Rectangle 39"/>
          <p:cNvSpPr/>
          <p:nvPr/>
        </p:nvSpPr>
        <p:spPr>
          <a:xfrm>
            <a:off x="1010913" y="4292986"/>
            <a:ext cx="1495922" cy="40011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isometricRightUp"/>
            <a:lightRig rig="threePt" dir="t"/>
          </a:scene3d>
        </p:spPr>
        <p:txBody>
          <a:bodyPr wrap="none">
            <a:spAutoFit/>
            <a:scene3d>
              <a:camera prst="isometricOffAxis2Right"/>
              <a:lightRig rig="threePt" dir="t"/>
            </a:scene3d>
          </a:bodyPr>
          <a:lstStyle/>
          <a:p>
            <a:pPr algn="ctr">
              <a:defRPr/>
            </a:pPr>
            <a:r>
              <a:rPr lang="en-US" sz="2000" b="1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Requisitos</a:t>
            </a:r>
            <a:endParaRPr lang="en-US" sz="2000" b="1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40"/>
          <p:cNvSpPr/>
          <p:nvPr/>
        </p:nvSpPr>
        <p:spPr>
          <a:xfrm>
            <a:off x="3426510" y="4455543"/>
            <a:ext cx="1069524" cy="40011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isometricRightUp"/>
            <a:lightRig rig="threePt" dir="t"/>
          </a:scene3d>
        </p:spPr>
        <p:txBody>
          <a:bodyPr wrap="none">
            <a:spAutoFit/>
            <a:scene3d>
              <a:camera prst="isometricOffAxis2Right"/>
              <a:lightRig rig="threePt" dir="t"/>
            </a:scene3d>
          </a:bodyPr>
          <a:lstStyle/>
          <a:p>
            <a:pPr algn="ctr">
              <a:defRPr/>
            </a:pPr>
            <a:r>
              <a:rPr lang="en-US" sz="2000" b="1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Código</a:t>
            </a:r>
            <a:endParaRPr lang="en-US" sz="2000" b="1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41"/>
          <p:cNvSpPr/>
          <p:nvPr/>
        </p:nvSpPr>
        <p:spPr>
          <a:xfrm>
            <a:off x="4659186" y="4431298"/>
            <a:ext cx="835678" cy="40011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isometricRightUp"/>
            <a:lightRig rig="threePt" dir="t"/>
          </a:scene3d>
        </p:spPr>
        <p:txBody>
          <a:bodyPr wrap="none">
            <a:spAutoFit/>
            <a:scene3d>
              <a:camera prst="isometricOffAxis2Right"/>
              <a:lightRig rig="threePt" dir="t"/>
            </a:scene3d>
          </a:bodyPr>
          <a:lstStyle/>
          <a:p>
            <a:pPr algn="ctr">
              <a:defRPr/>
            </a:pPr>
            <a:r>
              <a:rPr lang="en-US" sz="20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Teste</a:t>
            </a:r>
          </a:p>
        </p:txBody>
      </p:sp>
      <p:sp>
        <p:nvSpPr>
          <p:cNvPr id="39" name="Rectangle 42"/>
          <p:cNvSpPr/>
          <p:nvPr/>
        </p:nvSpPr>
        <p:spPr>
          <a:xfrm>
            <a:off x="5286367" y="4416272"/>
            <a:ext cx="1838965" cy="40011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isometricRightUp"/>
            <a:lightRig rig="threePt" dir="t"/>
          </a:scene3d>
        </p:spPr>
        <p:txBody>
          <a:bodyPr wrap="none">
            <a:spAutoFit/>
            <a:scene3d>
              <a:camera prst="isometricOffAxis2Right"/>
              <a:lightRig rig="threePt" dir="t"/>
            </a:scene3d>
          </a:bodyPr>
          <a:lstStyle/>
          <a:p>
            <a:pPr algn="ctr">
              <a:defRPr/>
            </a:pPr>
            <a:r>
              <a:rPr lang="en-US" sz="2000" b="1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Configuração</a:t>
            </a:r>
            <a:endParaRPr lang="en-US" sz="2000" b="1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43"/>
          <p:cNvSpPr/>
          <p:nvPr/>
        </p:nvSpPr>
        <p:spPr>
          <a:xfrm>
            <a:off x="6406467" y="4527983"/>
            <a:ext cx="1309975" cy="40011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isometricRightUp"/>
            <a:lightRig rig="threePt" dir="t"/>
          </a:scene3d>
        </p:spPr>
        <p:txBody>
          <a:bodyPr wrap="none">
            <a:spAutoFit/>
            <a:scene3d>
              <a:camera prst="isometricOffAxis2Right"/>
              <a:lightRig rig="threePt" dir="t"/>
            </a:scene3d>
          </a:bodyPr>
          <a:lstStyle/>
          <a:p>
            <a:pPr algn="ctr">
              <a:defRPr/>
            </a:pPr>
            <a:r>
              <a:rPr lang="en-US" sz="2000" b="1" dirty="0" err="1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Incidente</a:t>
            </a:r>
            <a:endParaRPr lang="en-US" sz="2000" b="1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1" name="Picture 38" descr="Homem Ocre a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422" y="5157788"/>
            <a:ext cx="14605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35" descr="Homem Azul Claro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222" y="5178425"/>
            <a:ext cx="14605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4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022" y="5776913"/>
            <a:ext cx="715962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754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11111E-6 L 2.77778E-6 0.25 " pathEditMode="relative" rAng="0" ptsTypes="AA">
                                      <p:cBhvr>
                                        <p:cTn id="20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7037E-6 C 4.72222E-6 0.0007 0.00277 -0.05208 0.00277 -0.05162 C 0.00572 -0.09421 0.01041 -0.11064 0.01718 -0.11064 C 0.02066 -0.11064 0.02378 -0.10416 0.02621 -0.09421 C 0.02795 -0.0868 0.03003 -0.08264 0.03229 -0.08264 C 0.03663 -0.08264 0.04027 -0.09722 0.04166 -0.11782 C 0.04166 -0.11736 0.0434 -0.14189 0.0434 -0.14166 C 0.0434 -0.14189 0.0401 -0.08981 0.0401 -0.08958 C 0.03715 -0.04861 0.03246 -0.03171 0.02586 -0.03171 C 0.02239 -0.03171 0.01909 -0.03773 0.01649 -0.04953 C 0.01493 -0.05578 0.01284 -0.05972 0.01076 -0.05972 C 0.00642 -0.05972 0.00277 -0.04537 0.00138 -0.02453 C 0.00138 -0.0243 4.72222E-6 -3.7037E-6 4.72222E-6 0.0007 L 4.72222E-6 -3.7037E-6 Z " pathEditMode="relative" rAng="0" ptsTypes="AAAAAAAAAAAAAA">
                                      <p:cBhvr>
                                        <p:cTn id="2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0" y="-706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repeatCount="indefinite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6198 0.0331 C 0.06077 0.02893 0.06025 0.02731 0.06146 0.025 C 0.06129 0.02407 0.06059 0.02152 0.06111 0.02222 C 0.06198 0.02453 0.06302 0.02731 0.06354 0.02986 C 0.06372 0.03078 0.0599 0.03564 0.0599 0.03541 C 0.0592 0.03726 0.05729 0.04166 0.06007 0.03726 C 0.06094 0.03472 0.06111 0.03217 0.06129 0.02893 C 0.06077 0.02731 0.05938 0.02569 0.05972 0.02453 C 0.06007 0.02268 0.06181 0.02245 0.06285 0.02106 C 0.06302 0.0206 0.06302 0.01944 0.0632 0.01875 C 0.06372 0.01643 0.06459 0.01458 0.06545 0.01319 C 0.06615 0.00949 0.06702 0.00648 0.0684 0.00416 C 0.06858 0.00324 0.06858 0.00208 0.06875 0.00115 C 0.06893 0.00046 0.06945 -0.00047 0.06945 -0.00139 C 0.06945 -0.00371 0.06771 -0.01019 0.0684 -0.00811 C 0.06893 -0.00487 0.0691 -0.00625 0.06823 -0.0044 C 0.06806 -0.00324 0.06806 -0.00232 0.06806 -0.00139 C 0.0684 0.00069 0.06962 0.00208 0.06927 0.00439 C 0.06927 0.00601 0.06806 0.00926 0.06719 0.01064 C 0.06615 0.01296 0.06493 0.01435 0.06406 0.01713 C 0.06389 0.01759 0.06302 0.01828 0.06354 0.01967 C 0.06372 0.02037 0.06424 0.01828 0.06441 0.01782 C 0.06459 0.01713 0.06459 0.01597 0.06493 0.01551 C 0.06511 0.01481 0.06545 0.01458 0.06545 0.01388 C 0.06615 0.01134 0.0658 0.0081 0.0665 0.00555 C 0.0665 0.00347 0.06511 -0.00024 0.06545 -0.00232 C 0.0658 -0.00348 0.06684 -0.0051 0.06684 -0.00487 C 0.06754 0.00069 0.0658 0.00023 0.06268 0.00185 C 0.06111 0.00208 0.05955 0.00115 0.05764 0.00023 C 0.05712 4.07407E-6 0.0559 -0.00024 0.0559 -0.00093 C 0.0559 -0.00186 0.05712 -0.00093 0.05764 -0.0007 C 0.05816 -0.00024 0.05955 0.00162 0.05886 0.00115 C 0.05834 0.00069 0.05764 4.07407E-6 0.05695 -0.00093 C 0.05729 -0.00162 0.05729 -0.00255 0.05764 -0.00255 C 0.05834 -0.00209 0.0592 -0.0007 0.05903 0.00023 C 0.0592 0.00092 0.05816 -0.00047 0.05764 -0.0007 C 0.05938 0.00509 0.05868 0.00162 0.0566 0.00046 C 0.05608 0.00023 0.05799 0.00138 0.05781 0.00208 C 0.05764 0.00277 0.05695 0.00254 0.05625 0.00254 C 0.05643 0.00185 0.05625 0.00069 0.0566 0.00046 C 0.05712 4.07407E-6 0.05868 0.00162 0.05868 0.00046 C 0.05851 -0.00047 0.05747 -0.00116 0.0566 -0.00162 C 0.05625 -0.00209 0.05816 -0.00047 0.05799 4.07407E-6 C 0.05764 0.00069 0.05677 -0.00047 0.05625 -0.00024 C 0.0592 0.00254 0.06007 0.00185 0.06268 0.00301 C 0.06545 -0.00047 0.06806 -0.00232 0.07205 -0.00162 C 0.07587 -0.00649 0.07917 -0.01227 0.07934 -0.02176 C 0.0783 -0.02639 0.07952 -0.02894 0.0809 -0.03149 C 0.08125 -0.03241 0.08229 -0.03449 0.08247 -0.03449 C 0.08611 -0.03727 0.08976 -0.04051 0.09393 -0.04283 C 0.09427 -0.04306 0.09531 -0.04167 0.09531 -0.04098 C 0.09497 -0.04028 0.09393 -0.04144 0.09358 -0.04144 C 0.09636 -0.03912 0.09514 -0.04028 0.09288 -0.04121 C 0.09219 -0.04144 0.09132 -0.04144 0.09097 -0.04121 C 0.0882 -0.03889 0.08559 -0.03681 0.08299 -0.03403 C 0.08195 -0.03311 0.08229 -0.03218 0.08177 -0.03033 C 0.0809 -0.02686 0.07917 -0.02362 0.07847 -0.01991 C 0.07743 -0.01551 0.07847 -0.01783 0.07726 -0.01436 C 0.07361 -0.00417 0.075 -0.00695 0.0665 0.00069 C 0.06406 0.00648 0.06459 0.01388 0.06441 0.02152 C 0.06441 0.025 0.06215 0.02824 0.06163 0.03148 C 0.06146 0.03194 0.06094 0.03263 0.06111 0.03356 C 0.06129 0.03402 0.06181 0.0331 0.06198 0.0331 Z " pathEditMode="relative" rAng="19740000" ptsTypes="AAAAAAAAAAAAAAAAAAAAAAAAAAAAAAAAAAAAAAAAAAAAAAAAAAAAAAAAAAAAAAA">
                                      <p:cBhvr>
                                        <p:cTn id="29" dur="5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1" y="-354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167 -0.02153 C 0.21077 -0.02153 0.26736 0.00254 0.26736 0.0324 C 0.26736 0.06226 0.21077 0.08657 0.14167 0.08657 C 0.0724 0.08657 0.01615 0.06226 0.01615 0.0324 C 0.01615 0.00254 0.0724 -0.02153 0.14167 -0.02153 Z " pathEditMode="relative" rAng="0" ptsTypes="AAAAA">
                                      <p:cBhvr>
                                        <p:cTn id="3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94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5712 -0.02778 C 0.05625 -0.02593 0.05573 -0.02362 0.05434 -0.02223 C 0.05278 -0.02107 0.05052 -0.0213 0.04879 -0.02038 C 0.04688 -0.01945 0.04497 -0.01829 0.04323 -0.01667 C 0.04184 -0.01551 0.03733 -0.01343 0.03907 -0.01297 C 0.04549 -0.0125 0.05209 -0.01436 0.05851 -0.01482 C 0.06598 -0.01991 0.06754 -0.01852 0.06962 -0.02963 C 0.06858 -0.03149 0.05955 -0.04607 0.05712 -0.0426 C 0.05608 -0.04144 0.06511 -0.0338 0.06545 -0.03334 C 0.07292 -0.03473 0.08056 -0.03426 0.08768 -0.03704 C 0.09115 -0.03866 0.09045 -0.04885 0.0974 -0.05186 C 0.10486 -0.05926 0.11493 -0.06644 0.12101 -0.07593 C 0.12414 -0.08102 0.12518 -0.08704 0.12795 -0.0926 C 0.12726 -0.08866 0.12674 -0.08241 0.12379 -0.07963 C 0.11511 -0.07176 0.10382 -0.06737 0.09462 -0.06112 C 0.08768 -0.05649 0.08577 -0.04538 0.07934 -0.04075 C 0.07448 -0.03704 0.06528 -0.03334 0.0599 -0.03149 C 0.05591 -0.02454 0.05348 -0.01737 0.04879 -0.01112 C 0.05087 -0.01991 0.05295 -0.01737 0.05851 -0.02223 C 0.06337 -0.04213 0.05747 -0.03496 0.08212 -0.03704 C 0.08664 -0.03936 0.09462 -0.0463 0.09462 -0.04607 C 0.0974 -0.05186 0.09879 -0.05741 0.10157 -0.06297 C 0.1 -0.07686 0.09775 -0.08241 0.09323 -0.09445 C 0.09184 -0.09399 0.08941 -0.09445 0.08907 -0.0926 C 0.08872 -0.09051 0.09045 -0.08588 0.09184 -0.08704 C 0.09375 -0.08889 0.09271 -0.09329 0.09323 -0.0963 C 0.0941 -0.09445 0.09723 -0.09213 0.09601 -0.09075 C 0.09306 -0.0875 0.0849 -0.08704 0.0849 -0.08681 C 0.0875 -0.09792 0.08473 -0.09121 0.08907 -0.08519 C 0.09011 -0.08403 0.08664 -0.08936 0.08768 -0.09075 C 0.08872 -0.09213 0.09045 -0.08959 0.09184 -0.08889 C 0.09184 -0.08866 0.08768 -0.09028 0.08768 -0.0926 C 0.08768 -0.09445 0.09045 -0.09144 0.09184 -0.09075 C 0.09306 -0.08102 0.09271 -0.07362 0.10018 -0.07038 C 0.10521 -0.07107 0.11042 -0.0713 0.11545 -0.07223 C 0.12066 -0.07315 0.12552 -0.07778 0.13073 -0.07963 C 0.13299 -0.07917 0.13559 -0.0794 0.13768 -0.07778 C 0.13907 -0.07663 0.13907 -0.07362 0.14045 -0.07223 C 0.14167 -0.07107 0.14323 -0.07107 0.14462 -0.07038 C 0.14653 -0.07176 0.14844 -0.07269 0.15018 -0.07408 C 0.15174 -0.0757 0.15261 -0.07848 0.15434 -0.07963 C 0.15695 -0.08149 0.16025 -0.08125 0.16268 -0.08334 C 0.17414 -0.09352 0.18108 -0.09607 0.19462 -0.09815 C 0.20816 -0.1044 0.2 -0.10232 0.21962 -0.1 C 0.22049 -0.09815 0.22153 -0.0963 0.2224 -0.09445 C 0.22344 -0.09213 0.22657 -0.08519 0.22518 -0.08704 C 0.2165 -0.09862 0.22309 -0.09862 0.21129 -0.10371 C 0.20209 -0.10325 0.19271 -0.10325 0.18351 -0.10186 C 0.17934 -0.10139 0.17882 -0.09885 0.17518 -0.0963 C 0.16719 -0.09121 0.15868 -0.08519 0.15018 -0.08149 C 0.13854 -0.06991 0.15035 -0.0794 0.12657 -0.07778 C 0.12136 -0.07755 0.11632 -0.07547 0.11129 -0.07408 C 0.10695 -0.0625 0.1007 -0.03982 0.09184 -0.03334 C 0.08403 -0.02755 0.0717 -0.02848 0.06407 -0.02778 C 0.06268 -0.02593 0.06146 -0.02385 0.0599 -0.02223 C 0.05868 -0.02107 0.0566 -0.01667 0.05573 -0.01852 C 0.05434 -0.02107 0.0566 -0.02477 0.05712 -0.02778 Z " pathEditMode="relative" rAng="0" ptsTypes="AAAAAAAAAAAAAAAAAAAAAAAAAAAAAAAAAAAAAAAAAAAAAAAAAAAAAAAAA">
                                      <p:cBhvr>
                                        <p:cTn id="33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3" y="-2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3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pt-BR" dirty="0" smtClean="0"/>
              <a:t>Mercado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0" y="1556792"/>
            <a:ext cx="914400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q"/>
              <a:defRPr/>
            </a:pPr>
            <a:endParaRPr lang="pt-BR" altLang="pt-BR" sz="24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46970" y="260350"/>
            <a:ext cx="64008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t-BR" altLang="pt-BR" smtClean="0"/>
              <a:t>ALM – Porque ?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331070" y="1341438"/>
            <a:ext cx="6948487" cy="230505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t-BR" altLang="pt-BR" sz="2400" smtClean="0"/>
              <a:t>Necessidade de Identificar Produto ou Manutenção;</a:t>
            </a:r>
          </a:p>
          <a:p>
            <a:pPr lvl="1">
              <a:lnSpc>
                <a:spcPct val="100000"/>
              </a:lnSpc>
              <a:defRPr/>
            </a:pPr>
            <a:r>
              <a:rPr lang="pt-BR" altLang="pt-BR" sz="2000" smtClean="0"/>
              <a:t>Novo Produto</a:t>
            </a:r>
          </a:p>
          <a:p>
            <a:pPr lvl="2">
              <a:lnSpc>
                <a:spcPct val="100000"/>
              </a:lnSpc>
              <a:defRPr/>
            </a:pPr>
            <a:r>
              <a:rPr lang="pt-BR" altLang="pt-BR" sz="1800" smtClean="0"/>
              <a:t>Redmine ou EPM</a:t>
            </a:r>
          </a:p>
          <a:p>
            <a:pPr lvl="2">
              <a:lnSpc>
                <a:spcPct val="100000"/>
              </a:lnSpc>
              <a:defRPr/>
            </a:pPr>
            <a:r>
              <a:rPr lang="pt-BR" altLang="pt-BR" sz="1800" smtClean="0"/>
              <a:t>Criação Repositório (Versão)</a:t>
            </a:r>
          </a:p>
          <a:p>
            <a:pPr lvl="2">
              <a:lnSpc>
                <a:spcPct val="100000"/>
              </a:lnSpc>
              <a:defRPr/>
            </a:pPr>
            <a:r>
              <a:rPr lang="pt-BR" altLang="pt-BR" sz="1800" smtClean="0"/>
              <a:t>Preparação Automatização</a:t>
            </a:r>
          </a:p>
          <a:p>
            <a:pPr lvl="1">
              <a:lnSpc>
                <a:spcPct val="100000"/>
              </a:lnSpc>
              <a:defRPr/>
            </a:pPr>
            <a:r>
              <a:rPr lang="pt-BR" altLang="pt-BR" sz="2000" smtClean="0"/>
              <a:t>Manutenção</a:t>
            </a:r>
          </a:p>
          <a:p>
            <a:pPr lvl="2">
              <a:lnSpc>
                <a:spcPct val="100000"/>
              </a:lnSpc>
              <a:defRPr/>
            </a:pPr>
            <a:r>
              <a:rPr lang="pt-BR" altLang="pt-BR" sz="1800" smtClean="0"/>
              <a:t>Bugs ou Evolução</a:t>
            </a: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4067920" y="1125538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Projeto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Produto</a:t>
            </a: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1835895" y="2205038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EPM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Redmine</a:t>
            </a: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4067920" y="2205038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SVN/GIT</a:t>
            </a: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6228507" y="2205038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Integração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Contínua</a:t>
            </a: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1835895" y="3141663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Requisitos</a:t>
            </a: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835895" y="4149725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Corretiva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Evolutiva</a:t>
            </a:r>
          </a:p>
        </p:txBody>
      </p: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4067920" y="3141663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Codificação</a:t>
            </a:r>
          </a:p>
        </p:txBody>
      </p:sp>
      <p:sp>
        <p:nvSpPr>
          <p:cNvPr id="14" name="Rectangle 21"/>
          <p:cNvSpPr>
            <a:spLocks noChangeArrowheads="1"/>
          </p:cNvSpPr>
          <p:nvPr/>
        </p:nvSpPr>
        <p:spPr bwMode="auto">
          <a:xfrm>
            <a:off x="6228507" y="3141663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Build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Testes</a:t>
            </a:r>
          </a:p>
        </p:txBody>
      </p:sp>
      <p:sp>
        <p:nvSpPr>
          <p:cNvPr id="15" name="Rectangle 22"/>
          <p:cNvSpPr>
            <a:spLocks noChangeArrowheads="1"/>
          </p:cNvSpPr>
          <p:nvPr/>
        </p:nvSpPr>
        <p:spPr bwMode="auto">
          <a:xfrm>
            <a:off x="6228507" y="4076700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Release</a:t>
            </a:r>
          </a:p>
        </p:txBody>
      </p:sp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6228507" y="5013325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Nexus</a:t>
            </a:r>
          </a:p>
        </p:txBody>
      </p:sp>
      <p:sp>
        <p:nvSpPr>
          <p:cNvPr id="17" name="Line 27"/>
          <p:cNvSpPr>
            <a:spLocks noChangeShapeType="1"/>
          </p:cNvSpPr>
          <p:nvPr/>
        </p:nvSpPr>
        <p:spPr bwMode="auto">
          <a:xfrm flipH="1">
            <a:off x="2555032" y="1773238"/>
            <a:ext cx="230505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8"/>
          <p:cNvSpPr>
            <a:spLocks noChangeShapeType="1"/>
          </p:cNvSpPr>
          <p:nvPr/>
        </p:nvSpPr>
        <p:spPr bwMode="auto">
          <a:xfrm>
            <a:off x="4860082" y="177323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9"/>
          <p:cNvSpPr>
            <a:spLocks noChangeShapeType="1"/>
          </p:cNvSpPr>
          <p:nvPr/>
        </p:nvSpPr>
        <p:spPr bwMode="auto">
          <a:xfrm>
            <a:off x="4860082" y="1773238"/>
            <a:ext cx="216058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30"/>
          <p:cNvSpPr>
            <a:spLocks noChangeShapeType="1"/>
          </p:cNvSpPr>
          <p:nvPr/>
        </p:nvSpPr>
        <p:spPr bwMode="auto">
          <a:xfrm>
            <a:off x="2555032" y="285273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31"/>
          <p:cNvSpPr>
            <a:spLocks noChangeShapeType="1"/>
          </p:cNvSpPr>
          <p:nvPr/>
        </p:nvSpPr>
        <p:spPr bwMode="auto">
          <a:xfrm flipV="1">
            <a:off x="2555032" y="3789363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32"/>
          <p:cNvSpPr>
            <a:spLocks noChangeShapeType="1"/>
          </p:cNvSpPr>
          <p:nvPr/>
        </p:nvSpPr>
        <p:spPr bwMode="auto">
          <a:xfrm>
            <a:off x="3420220" y="34290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3"/>
          <p:cNvSpPr>
            <a:spLocks noChangeShapeType="1"/>
          </p:cNvSpPr>
          <p:nvPr/>
        </p:nvSpPr>
        <p:spPr bwMode="auto">
          <a:xfrm flipV="1">
            <a:off x="4860082" y="285273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34"/>
          <p:cNvSpPr>
            <a:spLocks noChangeShapeType="1"/>
          </p:cNvSpPr>
          <p:nvPr/>
        </p:nvSpPr>
        <p:spPr bwMode="auto">
          <a:xfrm flipV="1">
            <a:off x="7020670" y="285273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35"/>
          <p:cNvSpPr>
            <a:spLocks noChangeShapeType="1"/>
          </p:cNvSpPr>
          <p:nvPr/>
        </p:nvSpPr>
        <p:spPr bwMode="auto">
          <a:xfrm>
            <a:off x="7020670" y="3789363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36"/>
          <p:cNvSpPr>
            <a:spLocks noChangeShapeType="1"/>
          </p:cNvSpPr>
          <p:nvPr/>
        </p:nvSpPr>
        <p:spPr bwMode="auto">
          <a:xfrm flipH="1">
            <a:off x="7020670" y="472440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Rectangle 37"/>
          <p:cNvSpPr>
            <a:spLocks noChangeArrowheads="1"/>
          </p:cNvSpPr>
          <p:nvPr/>
        </p:nvSpPr>
        <p:spPr bwMode="auto">
          <a:xfrm>
            <a:off x="1691432" y="5849938"/>
            <a:ext cx="6119813" cy="10080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1800"/>
          </a:p>
        </p:txBody>
      </p:sp>
      <p:sp>
        <p:nvSpPr>
          <p:cNvPr id="28" name="Rectangle 38"/>
          <p:cNvSpPr>
            <a:spLocks noChangeArrowheads="1"/>
          </p:cNvSpPr>
          <p:nvPr/>
        </p:nvSpPr>
        <p:spPr bwMode="auto">
          <a:xfrm>
            <a:off x="2051795" y="5949950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Produção</a:t>
            </a:r>
          </a:p>
        </p:txBody>
      </p:sp>
      <p:sp>
        <p:nvSpPr>
          <p:cNvPr id="29" name="Rectangle 39"/>
          <p:cNvSpPr>
            <a:spLocks noChangeArrowheads="1"/>
          </p:cNvSpPr>
          <p:nvPr/>
        </p:nvSpPr>
        <p:spPr bwMode="auto">
          <a:xfrm>
            <a:off x="4355257" y="5949950"/>
            <a:ext cx="15843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Homologação</a:t>
            </a:r>
          </a:p>
        </p:txBody>
      </p:sp>
      <p:sp>
        <p:nvSpPr>
          <p:cNvPr id="30" name="Line 40"/>
          <p:cNvSpPr>
            <a:spLocks noChangeShapeType="1"/>
          </p:cNvSpPr>
          <p:nvPr/>
        </p:nvSpPr>
        <p:spPr bwMode="auto">
          <a:xfrm flipH="1">
            <a:off x="5147420" y="5300663"/>
            <a:ext cx="1081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41"/>
          <p:cNvSpPr>
            <a:spLocks noChangeShapeType="1"/>
          </p:cNvSpPr>
          <p:nvPr/>
        </p:nvSpPr>
        <p:spPr bwMode="auto">
          <a:xfrm>
            <a:off x="5147420" y="530066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42"/>
          <p:cNvSpPr>
            <a:spLocks noChangeShapeType="1"/>
          </p:cNvSpPr>
          <p:nvPr/>
        </p:nvSpPr>
        <p:spPr bwMode="auto">
          <a:xfrm flipH="1">
            <a:off x="3636120" y="6308725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43"/>
          <p:cNvSpPr>
            <a:spLocks noChangeShapeType="1"/>
          </p:cNvSpPr>
          <p:nvPr/>
        </p:nvSpPr>
        <p:spPr bwMode="auto">
          <a:xfrm flipV="1">
            <a:off x="2628057" y="4797425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44"/>
          <p:cNvSpPr>
            <a:spLocks noChangeShapeType="1"/>
          </p:cNvSpPr>
          <p:nvPr/>
        </p:nvSpPr>
        <p:spPr bwMode="auto">
          <a:xfrm flipV="1">
            <a:off x="5075982" y="4365625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5"/>
          <p:cNvSpPr>
            <a:spLocks noChangeShapeType="1"/>
          </p:cNvSpPr>
          <p:nvPr/>
        </p:nvSpPr>
        <p:spPr bwMode="auto">
          <a:xfrm flipH="1">
            <a:off x="3420220" y="4365625"/>
            <a:ext cx="1655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46"/>
          <p:cNvSpPr>
            <a:spLocks noChangeShapeType="1"/>
          </p:cNvSpPr>
          <p:nvPr/>
        </p:nvSpPr>
        <p:spPr bwMode="auto">
          <a:xfrm>
            <a:off x="5652245" y="3429000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AutoShape 47"/>
          <p:cNvSpPr>
            <a:spLocks noChangeArrowheads="1"/>
          </p:cNvSpPr>
          <p:nvPr/>
        </p:nvSpPr>
        <p:spPr bwMode="auto">
          <a:xfrm>
            <a:off x="5291882" y="333375"/>
            <a:ext cx="1727200" cy="792163"/>
          </a:xfrm>
          <a:prstGeom prst="star5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pt-BR" altLang="pt-BR"/>
              <a:t>Ideia</a:t>
            </a:r>
          </a:p>
        </p:txBody>
      </p:sp>
      <p:sp>
        <p:nvSpPr>
          <p:cNvPr id="38" name="AutoShape 48"/>
          <p:cNvSpPr>
            <a:spLocks noChangeArrowheads="1"/>
          </p:cNvSpPr>
          <p:nvPr/>
        </p:nvSpPr>
        <p:spPr bwMode="auto">
          <a:xfrm>
            <a:off x="1834307" y="2205038"/>
            <a:ext cx="358775" cy="433387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1</a:t>
            </a:r>
          </a:p>
        </p:txBody>
      </p:sp>
      <p:sp>
        <p:nvSpPr>
          <p:cNvPr id="39" name="AutoShape 49"/>
          <p:cNvSpPr>
            <a:spLocks noChangeArrowheads="1"/>
          </p:cNvSpPr>
          <p:nvPr/>
        </p:nvSpPr>
        <p:spPr bwMode="auto">
          <a:xfrm>
            <a:off x="4139357" y="2205038"/>
            <a:ext cx="358775" cy="433387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1</a:t>
            </a:r>
          </a:p>
        </p:txBody>
      </p:sp>
      <p:sp>
        <p:nvSpPr>
          <p:cNvPr id="40" name="AutoShape 50"/>
          <p:cNvSpPr>
            <a:spLocks noChangeArrowheads="1"/>
          </p:cNvSpPr>
          <p:nvPr/>
        </p:nvSpPr>
        <p:spPr bwMode="auto">
          <a:xfrm>
            <a:off x="6012607" y="2205038"/>
            <a:ext cx="358775" cy="433387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1</a:t>
            </a:r>
          </a:p>
        </p:txBody>
      </p:sp>
      <p:sp>
        <p:nvSpPr>
          <p:cNvPr id="41" name="AutoShape 51"/>
          <p:cNvSpPr>
            <a:spLocks noChangeArrowheads="1"/>
          </p:cNvSpPr>
          <p:nvPr/>
        </p:nvSpPr>
        <p:spPr bwMode="auto">
          <a:xfrm>
            <a:off x="1691432" y="3140075"/>
            <a:ext cx="358775" cy="433388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2</a:t>
            </a:r>
          </a:p>
        </p:txBody>
      </p:sp>
      <p:sp>
        <p:nvSpPr>
          <p:cNvPr id="42" name="AutoShape 52"/>
          <p:cNvSpPr>
            <a:spLocks noChangeArrowheads="1"/>
          </p:cNvSpPr>
          <p:nvPr/>
        </p:nvSpPr>
        <p:spPr bwMode="auto">
          <a:xfrm>
            <a:off x="3994895" y="3140075"/>
            <a:ext cx="358775" cy="433388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3</a:t>
            </a:r>
          </a:p>
        </p:txBody>
      </p:sp>
      <p:sp>
        <p:nvSpPr>
          <p:cNvPr id="43" name="AutoShape 53"/>
          <p:cNvSpPr>
            <a:spLocks noChangeArrowheads="1"/>
          </p:cNvSpPr>
          <p:nvPr/>
        </p:nvSpPr>
        <p:spPr bwMode="auto">
          <a:xfrm>
            <a:off x="6085632" y="3140075"/>
            <a:ext cx="358775" cy="433388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4</a:t>
            </a:r>
          </a:p>
        </p:txBody>
      </p:sp>
      <p:sp>
        <p:nvSpPr>
          <p:cNvPr id="44" name="AutoShape 54"/>
          <p:cNvSpPr>
            <a:spLocks noChangeArrowheads="1"/>
          </p:cNvSpPr>
          <p:nvPr/>
        </p:nvSpPr>
        <p:spPr bwMode="auto">
          <a:xfrm>
            <a:off x="6084045" y="4075113"/>
            <a:ext cx="358775" cy="433387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5</a:t>
            </a:r>
          </a:p>
        </p:txBody>
      </p:sp>
      <p:sp>
        <p:nvSpPr>
          <p:cNvPr id="45" name="AutoShape 55"/>
          <p:cNvSpPr>
            <a:spLocks noChangeArrowheads="1"/>
          </p:cNvSpPr>
          <p:nvPr/>
        </p:nvSpPr>
        <p:spPr bwMode="auto">
          <a:xfrm>
            <a:off x="6084045" y="4940300"/>
            <a:ext cx="358775" cy="433388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6</a:t>
            </a:r>
          </a:p>
        </p:txBody>
      </p:sp>
      <p:sp>
        <p:nvSpPr>
          <p:cNvPr id="46" name="AutoShape 56"/>
          <p:cNvSpPr>
            <a:spLocks noChangeArrowheads="1"/>
          </p:cNvSpPr>
          <p:nvPr/>
        </p:nvSpPr>
        <p:spPr bwMode="auto">
          <a:xfrm>
            <a:off x="5795120" y="5876925"/>
            <a:ext cx="358775" cy="433388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7</a:t>
            </a:r>
          </a:p>
        </p:txBody>
      </p:sp>
      <p:sp>
        <p:nvSpPr>
          <p:cNvPr id="47" name="AutoShape 57"/>
          <p:cNvSpPr>
            <a:spLocks noChangeArrowheads="1"/>
          </p:cNvSpPr>
          <p:nvPr/>
        </p:nvSpPr>
        <p:spPr bwMode="auto">
          <a:xfrm>
            <a:off x="3493245" y="5876925"/>
            <a:ext cx="358775" cy="433388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8</a:t>
            </a:r>
          </a:p>
        </p:txBody>
      </p:sp>
      <p:sp>
        <p:nvSpPr>
          <p:cNvPr id="48" name="AutoShape 58"/>
          <p:cNvSpPr>
            <a:spLocks noChangeArrowheads="1"/>
          </p:cNvSpPr>
          <p:nvPr/>
        </p:nvSpPr>
        <p:spPr bwMode="auto">
          <a:xfrm>
            <a:off x="3131295" y="4005263"/>
            <a:ext cx="358775" cy="433387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/>
              <a:t>9</a:t>
            </a:r>
          </a:p>
        </p:txBody>
      </p:sp>
      <p:sp>
        <p:nvSpPr>
          <p:cNvPr id="49" name="Line 33"/>
          <p:cNvSpPr>
            <a:spLocks noChangeShapeType="1"/>
          </p:cNvSpPr>
          <p:nvPr/>
        </p:nvSpPr>
        <p:spPr bwMode="auto">
          <a:xfrm flipV="1">
            <a:off x="3424982" y="2851150"/>
            <a:ext cx="642938" cy="290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0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50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000"/>
                            </p:stCondLst>
                            <p:childTnLst>
                              <p:par>
                                <p:cTn id="7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50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00"/>
                            </p:stCondLst>
                            <p:childTnLst>
                              <p:par>
                                <p:cTn id="9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000"/>
                            </p:stCondLst>
                            <p:childTnLst>
                              <p:par>
                                <p:cTn id="10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8500"/>
                            </p:stCondLst>
                            <p:childTnLst>
                              <p:par>
                                <p:cTn id="10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000"/>
                            </p:stCondLst>
                            <p:childTnLst>
                              <p:par>
                                <p:cTn id="10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9500"/>
                            </p:stCondLst>
                            <p:childTnLst>
                              <p:par>
                                <p:cTn id="1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1500"/>
                            </p:stCondLst>
                            <p:childTnLst>
                              <p:par>
                                <p:cTn id="1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2000"/>
                            </p:stCondLst>
                            <p:childTnLst>
                              <p:par>
                                <p:cTn id="1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2500"/>
                            </p:stCondLst>
                            <p:childTnLst>
                              <p:par>
                                <p:cTn id="1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3000"/>
                            </p:stCondLst>
                            <p:childTnLst>
                              <p:par>
                                <p:cTn id="1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3500"/>
                            </p:stCondLst>
                            <p:childTnLst>
                              <p:par>
                                <p:cTn id="1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4000"/>
                            </p:stCondLst>
                            <p:childTnLst>
                              <p:par>
                                <p:cTn id="15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5500"/>
                            </p:stCondLst>
                            <p:childTnLst>
                              <p:par>
                                <p:cTn id="1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6000"/>
                            </p:stCondLst>
                            <p:childTnLst>
                              <p:par>
                                <p:cTn id="16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6500"/>
                            </p:stCondLst>
                            <p:childTnLst>
                              <p:par>
                                <p:cTn id="16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7000"/>
                            </p:stCondLst>
                            <p:childTnLst>
                              <p:par>
                                <p:cTn id="1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7500"/>
                            </p:stCondLst>
                            <p:childTnLst>
                              <p:par>
                                <p:cTn id="17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8000"/>
                            </p:stCondLst>
                            <p:childTnLst>
                              <p:par>
                                <p:cTn id="18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8500"/>
                            </p:stCondLst>
                            <p:childTnLst>
                              <p:par>
                                <p:cTn id="18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8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9500"/>
                            </p:stCondLst>
                            <p:childTnLst>
                              <p:par>
                                <p:cTn id="19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0000"/>
                            </p:stCondLst>
                            <p:childTnLst>
                              <p:par>
                                <p:cTn id="19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0500"/>
                            </p:stCondLst>
                            <p:childTnLst>
                              <p:par>
                                <p:cTn id="2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122488" y="1052513"/>
            <a:ext cx="701992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2400" dirty="0" smtClean="0"/>
              <a:t>Toda a empresa solicita uma demanda.</a:t>
            </a:r>
          </a:p>
          <a:p>
            <a:pPr eaLnBrk="1" hangingPunct="1">
              <a:defRPr/>
            </a:pPr>
            <a:r>
              <a:rPr lang="pt-BR" altLang="pt-BR" sz="2400" dirty="0" smtClean="0"/>
              <a:t>Analista de Relacionamento, identifica o Projeto ou Problema;</a:t>
            </a:r>
          </a:p>
          <a:p>
            <a:pPr eaLnBrk="1" hangingPunct="1">
              <a:defRPr/>
            </a:pPr>
            <a:r>
              <a:rPr lang="pt-BR" altLang="pt-BR" sz="2400" dirty="0" smtClean="0"/>
              <a:t>Codificação do Projeto;</a:t>
            </a:r>
          </a:p>
          <a:p>
            <a:pPr eaLnBrk="1" hangingPunct="1">
              <a:defRPr/>
            </a:pPr>
            <a:r>
              <a:rPr lang="pt-BR" altLang="pt-BR" sz="2400" dirty="0" smtClean="0"/>
              <a:t>Gerenciamento de Segurança </a:t>
            </a:r>
          </a:p>
          <a:p>
            <a:pPr lvl="1" eaLnBrk="1" hangingPunct="1">
              <a:defRPr/>
            </a:pPr>
            <a:r>
              <a:rPr lang="pt-BR" altLang="pt-BR" sz="2000" dirty="0" smtClean="0"/>
              <a:t>Autenticação x Autorização;</a:t>
            </a:r>
          </a:p>
          <a:p>
            <a:pPr lvl="2" eaLnBrk="1" hangingPunct="1">
              <a:defRPr/>
            </a:pPr>
            <a:r>
              <a:rPr lang="pt-BR" altLang="pt-BR" sz="1800" dirty="0" smtClean="0"/>
              <a:t>Permissão Repositório e Acesso ao Sistema;</a:t>
            </a:r>
          </a:p>
          <a:p>
            <a:pPr lvl="2" eaLnBrk="1" hangingPunct="1">
              <a:defRPr/>
            </a:pPr>
            <a:r>
              <a:rPr lang="pt-BR" altLang="pt-BR" sz="1800" dirty="0" smtClean="0"/>
              <a:t>Controlado pela PSI(Política Segurança Informação);</a:t>
            </a:r>
          </a:p>
          <a:p>
            <a:pPr eaLnBrk="1" hangingPunct="1">
              <a:defRPr/>
            </a:pPr>
            <a:r>
              <a:rPr lang="pt-BR" altLang="pt-BR" sz="2400" dirty="0" smtClean="0"/>
              <a:t>Criação do Projeto no EPM ou </a:t>
            </a:r>
            <a:r>
              <a:rPr lang="pt-BR" altLang="pt-BR" sz="2400" dirty="0" err="1" smtClean="0"/>
              <a:t>Redmine</a:t>
            </a:r>
            <a:r>
              <a:rPr lang="pt-BR" altLang="pt-BR" sz="2400" dirty="0" smtClean="0"/>
              <a:t>;</a:t>
            </a:r>
          </a:p>
          <a:p>
            <a:pPr eaLnBrk="1" hangingPunct="1">
              <a:defRPr/>
            </a:pPr>
            <a:r>
              <a:rPr lang="pt-BR" altLang="pt-BR" sz="2400" dirty="0" smtClean="0"/>
              <a:t>Criação do Repositório no </a:t>
            </a:r>
            <a:r>
              <a:rPr lang="pt-BR" altLang="pt-BR" sz="2400" dirty="0" err="1" smtClean="0"/>
              <a:t>Subversion</a:t>
            </a:r>
            <a:r>
              <a:rPr lang="pt-BR" altLang="pt-BR" sz="2400" dirty="0" smtClean="0"/>
              <a:t>;</a:t>
            </a:r>
          </a:p>
          <a:p>
            <a:pPr eaLnBrk="1" hangingPunct="1">
              <a:defRPr/>
            </a:pPr>
            <a:r>
              <a:rPr lang="pt-BR" altLang="pt-BR" sz="2400" dirty="0" smtClean="0"/>
              <a:t>Estudo de viabilidade</a:t>
            </a:r>
          </a:p>
          <a:p>
            <a:pPr lvl="1" eaLnBrk="1" hangingPunct="1">
              <a:defRPr/>
            </a:pPr>
            <a:r>
              <a:rPr lang="pt-BR" altLang="pt-BR" sz="2000" dirty="0" err="1" smtClean="0"/>
              <a:t>Make</a:t>
            </a:r>
            <a:r>
              <a:rPr lang="pt-BR" altLang="pt-BR" sz="2000" dirty="0" smtClean="0"/>
              <a:t> </a:t>
            </a:r>
            <a:r>
              <a:rPr lang="pt-BR" altLang="pt-BR" sz="2000" dirty="0" err="1" smtClean="0"/>
              <a:t>or</a:t>
            </a:r>
            <a:r>
              <a:rPr lang="pt-BR" altLang="pt-BR" sz="2000" dirty="0" smtClean="0"/>
              <a:t> </a:t>
            </a:r>
            <a:r>
              <a:rPr lang="pt-BR" altLang="pt-BR" sz="2000" dirty="0" err="1" smtClean="0"/>
              <a:t>Buy</a:t>
            </a:r>
            <a:r>
              <a:rPr lang="pt-BR" altLang="pt-BR" sz="2000" dirty="0" smtClean="0"/>
              <a:t>;</a:t>
            </a:r>
          </a:p>
          <a:p>
            <a:pPr eaLnBrk="1" hangingPunct="1">
              <a:defRPr/>
            </a:pPr>
            <a:r>
              <a:rPr lang="pt-BR" altLang="pt-BR" sz="2400" dirty="0" smtClean="0"/>
              <a:t>SVN </a:t>
            </a:r>
            <a:r>
              <a:rPr lang="pt-BR" altLang="pt-BR" sz="2400" dirty="0" err="1" smtClean="0"/>
              <a:t>Commit</a:t>
            </a:r>
            <a:r>
              <a:rPr lang="pt-BR" altLang="pt-BR" sz="2400" dirty="0" smtClean="0"/>
              <a:t> material/Cópia Local da Revisão;</a:t>
            </a:r>
          </a:p>
          <a:p>
            <a:pPr eaLnBrk="1" hangingPunct="1">
              <a:defRPr/>
            </a:pPr>
            <a:r>
              <a:rPr lang="pt-BR" altLang="pt-BR" sz="2400" dirty="0" smtClean="0"/>
              <a:t>GIT (Se trabalharmos DDS)</a:t>
            </a:r>
          </a:p>
          <a:p>
            <a:pPr eaLnBrk="1" hangingPunct="1">
              <a:defRPr/>
            </a:pPr>
            <a:endParaRPr lang="pt-BR" altLang="pt-BR" sz="24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400" dirty="0" smtClean="0"/>
          </a:p>
          <a:p>
            <a:pPr eaLnBrk="1" hangingPunct="1">
              <a:defRPr/>
            </a:pPr>
            <a:endParaRPr lang="pt-BR" altLang="pt-BR" sz="2400" dirty="0" smtClean="0"/>
          </a:p>
          <a:p>
            <a:pPr eaLnBrk="1" hangingPunct="1">
              <a:defRPr/>
            </a:pPr>
            <a:endParaRPr lang="pt-BR" altLang="pt-BR" sz="2400" dirty="0" smtClean="0"/>
          </a:p>
        </p:txBody>
      </p:sp>
    </p:spTree>
    <p:extLst>
      <p:ext uri="{BB962C8B-B14F-4D97-AF65-F5344CB8AC3E}">
        <p14:creationId xmlns:p14="http://schemas.microsoft.com/office/powerpoint/2010/main" val="9159623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5832202" y="1341438"/>
            <a:ext cx="2484438" cy="2519362"/>
            <a:chOff x="4195" y="845"/>
            <a:chExt cx="1565" cy="1587"/>
          </a:xfrm>
        </p:grpSpPr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4217" y="845"/>
              <a:ext cx="1543" cy="1587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5" name="Text Box 38"/>
            <p:cNvSpPr txBox="1">
              <a:spLocks noChangeArrowheads="1"/>
            </p:cNvSpPr>
            <p:nvPr/>
          </p:nvSpPr>
          <p:spPr bwMode="auto">
            <a:xfrm>
              <a:off x="4195" y="890"/>
              <a:ext cx="15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600" b="1"/>
                <a:t>Análise dos  Requisitos</a:t>
              </a:r>
            </a:p>
          </p:txBody>
        </p:sp>
        <p:sp>
          <p:nvSpPr>
            <p:cNvPr id="6" name="Text Box 39"/>
            <p:cNvSpPr txBox="1">
              <a:spLocks noChangeArrowheads="1"/>
            </p:cNvSpPr>
            <p:nvPr/>
          </p:nvSpPr>
          <p:spPr bwMode="auto">
            <a:xfrm>
              <a:off x="4286" y="1117"/>
              <a:ext cx="1134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pt-BR" altLang="pt-BR" sz="1000"/>
                <a:t>Organizar os Requisitos, 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pt-BR" altLang="pt-BR" sz="1000"/>
                <a:t>Priorizar os Requisitos,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pt-BR" altLang="pt-BR" sz="1000"/>
                <a:t> Especificar e Modelar os Requisitos, 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pt-BR" altLang="pt-BR" sz="1000"/>
                <a:t>Definir Premissas e Restrições dos Requisitos, 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pt-BR" altLang="pt-BR" sz="1000"/>
                <a:t>Verificar os Requisitos,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pt-BR" altLang="pt-BR" sz="1000"/>
                <a:t>Validar os Requisitos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pt-BR" altLang="pt-BR" sz="1000"/>
            </a:p>
          </p:txBody>
        </p:sp>
      </p:grpSp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3276327" y="1341438"/>
            <a:ext cx="2520950" cy="2519362"/>
            <a:chOff x="2608" y="845"/>
            <a:chExt cx="1588" cy="1587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2653" y="845"/>
              <a:ext cx="1543" cy="1587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608" y="890"/>
              <a:ext cx="14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 b="1"/>
                <a:t>Elicitação(</a:t>
              </a:r>
              <a:r>
                <a:rPr lang="pt-BR" altLang="pt-BR" sz="1000" b="1"/>
                <a:t>Levantamento</a:t>
              </a:r>
              <a:r>
                <a:rPr lang="pt-BR" altLang="pt-BR" sz="1800" b="1"/>
                <a:t>)</a:t>
              </a:r>
            </a:p>
          </p:txBody>
        </p:sp>
        <p:sp>
          <p:nvSpPr>
            <p:cNvPr id="10" name="Text Box 23"/>
            <p:cNvSpPr txBox="1">
              <a:spLocks noChangeArrowheads="1"/>
            </p:cNvSpPr>
            <p:nvPr/>
          </p:nvSpPr>
          <p:spPr bwMode="auto">
            <a:xfrm>
              <a:off x="2608" y="1207"/>
              <a:ext cx="1315" cy="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pt-BR" altLang="pt-BR" sz="1000"/>
                <a:t>Planejamento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pt-BR" altLang="pt-BR" sz="1000"/>
                <a:t>Entrevista com usuário,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pt-BR" altLang="pt-BR" sz="1000"/>
                <a:t> Observação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pt-BR" altLang="pt-BR" sz="1000"/>
                <a:t>Documentação do Levantamento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Char char="•"/>
              </a:pPr>
              <a:r>
                <a:rPr lang="pt-BR" altLang="pt-BR" sz="1000"/>
                <a:t>Confirmação dos Resultados</a:t>
              </a:r>
            </a:p>
          </p:txBody>
        </p:sp>
      </p:grpSp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3347765" y="3933825"/>
            <a:ext cx="4932362" cy="1366838"/>
            <a:chOff x="2653" y="2478"/>
            <a:chExt cx="3107" cy="861"/>
          </a:xfrm>
        </p:grpSpPr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2653" y="2478"/>
              <a:ext cx="3107" cy="861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3560" y="3067"/>
              <a:ext cx="22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 b="1"/>
                <a:t>Gerencia de Requisitos</a:t>
              </a: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3152" y="2886"/>
              <a:ext cx="72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000" b="1"/>
                <a:t>Procedimento</a:t>
              </a:r>
            </a:p>
          </p:txBody>
        </p:sp>
        <p:sp>
          <p:nvSpPr>
            <p:cNvPr id="15" name="Text Box 33"/>
            <p:cNvSpPr txBox="1">
              <a:spLocks noChangeArrowheads="1"/>
            </p:cNvSpPr>
            <p:nvPr/>
          </p:nvSpPr>
          <p:spPr bwMode="auto">
            <a:xfrm>
              <a:off x="3152" y="2659"/>
              <a:ext cx="589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000" b="1"/>
                <a:t>Regras</a:t>
              </a:r>
            </a:p>
          </p:txBody>
        </p:sp>
        <p:sp>
          <p:nvSpPr>
            <p:cNvPr id="16" name="Text Box 34"/>
            <p:cNvSpPr txBox="1">
              <a:spLocks noChangeArrowheads="1"/>
            </p:cNvSpPr>
            <p:nvPr/>
          </p:nvSpPr>
          <p:spPr bwMode="auto">
            <a:xfrm>
              <a:off x="4241" y="2750"/>
              <a:ext cx="589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000" b="1"/>
                <a:t>Planos</a:t>
              </a:r>
            </a:p>
          </p:txBody>
        </p:sp>
      </p:grp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1331640" y="0"/>
            <a:ext cx="64008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t-BR" altLang="pt-BR" smtClean="0"/>
              <a:t>Requisitos</a:t>
            </a:r>
          </a:p>
        </p:txBody>
      </p:sp>
      <p:grpSp>
        <p:nvGrpSpPr>
          <p:cNvPr id="18" name="Group 32"/>
          <p:cNvGrpSpPr>
            <a:grpSpLocks/>
          </p:cNvGrpSpPr>
          <p:nvPr/>
        </p:nvGrpSpPr>
        <p:grpSpPr bwMode="auto">
          <a:xfrm>
            <a:off x="1476102" y="1341438"/>
            <a:ext cx="1800225" cy="3960812"/>
            <a:chOff x="1474" y="845"/>
            <a:chExt cx="1134" cy="2495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auto">
            <a:xfrm>
              <a:off x="1474" y="845"/>
              <a:ext cx="1134" cy="249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auto">
            <a:xfrm>
              <a:off x="1655" y="2886"/>
              <a:ext cx="95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 b="1"/>
                <a:t>Estudo de Viabilidade</a:t>
              </a:r>
            </a:p>
          </p:txBody>
        </p:sp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1565" y="1117"/>
              <a:ext cx="5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000" b="1"/>
                <a:t>Requisitos do Negócio</a:t>
              </a:r>
            </a:p>
          </p:txBody>
        </p:sp>
        <p:sp>
          <p:nvSpPr>
            <p:cNvPr id="22" name="Text Box 12"/>
            <p:cNvSpPr txBox="1">
              <a:spLocks noChangeArrowheads="1"/>
            </p:cNvSpPr>
            <p:nvPr/>
          </p:nvSpPr>
          <p:spPr bwMode="auto">
            <a:xfrm>
              <a:off x="1610" y="1480"/>
              <a:ext cx="7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000" b="1"/>
                <a:t>Partes Interessadas</a:t>
              </a:r>
            </a:p>
          </p:txBody>
        </p:sp>
        <p:sp>
          <p:nvSpPr>
            <p:cNvPr id="23" name="Text Box 15"/>
            <p:cNvSpPr txBox="1">
              <a:spLocks noChangeArrowheads="1"/>
            </p:cNvSpPr>
            <p:nvPr/>
          </p:nvSpPr>
          <p:spPr bwMode="auto">
            <a:xfrm>
              <a:off x="1746" y="2024"/>
              <a:ext cx="589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000" b="1"/>
                <a:t>Escopo</a:t>
              </a:r>
            </a:p>
          </p:txBody>
        </p:sp>
      </p:grpSp>
      <p:grpSp>
        <p:nvGrpSpPr>
          <p:cNvPr id="24" name="Group 36"/>
          <p:cNvGrpSpPr>
            <a:grpSpLocks/>
          </p:cNvGrpSpPr>
          <p:nvPr/>
        </p:nvGrpSpPr>
        <p:grpSpPr bwMode="auto">
          <a:xfrm>
            <a:off x="4355827" y="3644900"/>
            <a:ext cx="2952750" cy="360363"/>
            <a:chOff x="3288" y="2296"/>
            <a:chExt cx="1860" cy="227"/>
          </a:xfrm>
        </p:grpSpPr>
        <p:sp>
          <p:nvSpPr>
            <p:cNvPr id="25" name="AutoShape 18"/>
            <p:cNvSpPr>
              <a:spLocks noChangeArrowheads="1"/>
            </p:cNvSpPr>
            <p:nvPr/>
          </p:nvSpPr>
          <p:spPr bwMode="auto">
            <a:xfrm>
              <a:off x="3288" y="2296"/>
              <a:ext cx="227" cy="227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26" name="AutoShape 19"/>
            <p:cNvSpPr>
              <a:spLocks noChangeArrowheads="1"/>
            </p:cNvSpPr>
            <p:nvPr/>
          </p:nvSpPr>
          <p:spPr bwMode="auto">
            <a:xfrm>
              <a:off x="4921" y="2296"/>
              <a:ext cx="227" cy="227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</p:grpSp>
      <p:sp>
        <p:nvSpPr>
          <p:cNvPr id="27" name="AutoShape 20"/>
          <p:cNvSpPr>
            <a:spLocks noChangeArrowheads="1"/>
          </p:cNvSpPr>
          <p:nvPr/>
        </p:nvSpPr>
        <p:spPr bwMode="auto">
          <a:xfrm rot="5278313">
            <a:off x="3203302" y="4365625"/>
            <a:ext cx="360363" cy="360363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1800"/>
          </a:p>
        </p:txBody>
      </p:sp>
      <p:sp>
        <p:nvSpPr>
          <p:cNvPr id="28" name="AutoShape 21"/>
          <p:cNvSpPr>
            <a:spLocks noChangeArrowheads="1"/>
          </p:cNvSpPr>
          <p:nvPr/>
        </p:nvSpPr>
        <p:spPr bwMode="auto">
          <a:xfrm rot="5278313">
            <a:off x="5652814" y="2565401"/>
            <a:ext cx="360363" cy="360362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1800"/>
          </a:p>
        </p:txBody>
      </p:sp>
      <p:sp>
        <p:nvSpPr>
          <p:cNvPr id="29" name="AutoShape 22"/>
          <p:cNvSpPr>
            <a:spLocks noChangeArrowheads="1"/>
          </p:cNvSpPr>
          <p:nvPr/>
        </p:nvSpPr>
        <p:spPr bwMode="auto">
          <a:xfrm rot="16200000">
            <a:off x="5652814" y="2997201"/>
            <a:ext cx="360363" cy="360362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1800"/>
          </a:p>
        </p:txBody>
      </p:sp>
      <p:grpSp>
        <p:nvGrpSpPr>
          <p:cNvPr id="30" name="Group 28"/>
          <p:cNvGrpSpPr>
            <a:grpSpLocks/>
          </p:cNvGrpSpPr>
          <p:nvPr/>
        </p:nvGrpSpPr>
        <p:grpSpPr bwMode="auto">
          <a:xfrm>
            <a:off x="1404665" y="5373688"/>
            <a:ext cx="1871662" cy="1085850"/>
            <a:chOff x="1429" y="3385"/>
            <a:chExt cx="1179" cy="684"/>
          </a:xfrm>
        </p:grpSpPr>
        <p:sp>
          <p:nvSpPr>
            <p:cNvPr id="31" name="AutoShape 26"/>
            <p:cNvSpPr>
              <a:spLocks noChangeArrowheads="1"/>
            </p:cNvSpPr>
            <p:nvPr/>
          </p:nvSpPr>
          <p:spPr bwMode="auto">
            <a:xfrm>
              <a:off x="1837" y="3385"/>
              <a:ext cx="272" cy="409"/>
            </a:xfrm>
            <a:prstGeom prst="upArrow">
              <a:avLst>
                <a:gd name="adj1" fmla="val 50000"/>
                <a:gd name="adj2" fmla="val 3759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1429" y="3838"/>
              <a:ext cx="11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/>
                <a:t>Relacionamento</a:t>
              </a:r>
            </a:p>
          </p:txBody>
        </p:sp>
      </p:grpSp>
      <p:grpSp>
        <p:nvGrpSpPr>
          <p:cNvPr id="33" name="Group 29"/>
          <p:cNvGrpSpPr>
            <a:grpSpLocks/>
          </p:cNvGrpSpPr>
          <p:nvPr/>
        </p:nvGrpSpPr>
        <p:grpSpPr bwMode="auto">
          <a:xfrm>
            <a:off x="5076552" y="5373688"/>
            <a:ext cx="1871663" cy="1085850"/>
            <a:chOff x="1429" y="3385"/>
            <a:chExt cx="1179" cy="684"/>
          </a:xfrm>
        </p:grpSpPr>
        <p:sp>
          <p:nvSpPr>
            <p:cNvPr id="34" name="AutoShape 30"/>
            <p:cNvSpPr>
              <a:spLocks noChangeArrowheads="1"/>
            </p:cNvSpPr>
            <p:nvPr/>
          </p:nvSpPr>
          <p:spPr bwMode="auto">
            <a:xfrm>
              <a:off x="1837" y="3385"/>
              <a:ext cx="272" cy="409"/>
            </a:xfrm>
            <a:prstGeom prst="upArrow">
              <a:avLst>
                <a:gd name="adj1" fmla="val 50000"/>
                <a:gd name="adj2" fmla="val 3759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1800"/>
            </a:p>
          </p:txBody>
        </p:sp>
        <p:sp>
          <p:nvSpPr>
            <p:cNvPr id="35" name="Text Box 31"/>
            <p:cNvSpPr txBox="1">
              <a:spLocks noChangeArrowheads="1"/>
            </p:cNvSpPr>
            <p:nvPr/>
          </p:nvSpPr>
          <p:spPr bwMode="auto">
            <a:xfrm>
              <a:off x="1429" y="3838"/>
              <a:ext cx="11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pt-BR" altLang="pt-BR" sz="1800"/>
                <a:t>Requisitos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733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 bwMode="auto">
          <a:xfrm>
            <a:off x="133350" y="228600"/>
            <a:ext cx="64008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t-BR" smtClean="0"/>
              <a:t>Extensões</a:t>
            </a:r>
            <a:endParaRPr lang="pt-BR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847102"/>
              </p:ext>
            </p:extLst>
          </p:nvPr>
        </p:nvGraphicFramePr>
        <p:xfrm>
          <a:off x="-36512" y="1557338"/>
          <a:ext cx="6096000" cy="3184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694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Tipo de Teste</a:t>
                      </a:r>
                      <a:endParaRPr lang="pt-BR" sz="1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Diferenças</a:t>
                      </a:r>
                      <a:endParaRPr lang="pt-BR" sz="1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Extensão</a:t>
                      </a:r>
                      <a:endParaRPr lang="pt-BR" sz="1400" dirty="0"/>
                    </a:p>
                  </a:txBody>
                  <a:tcPr marT="45702" marB="45702"/>
                </a:tc>
              </a:tr>
              <a:tr h="518111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Sistema/Integração</a:t>
                      </a:r>
                      <a:endParaRPr lang="pt-BR" sz="1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Tempos Longos, Recursos</a:t>
                      </a:r>
                      <a:r>
                        <a:rPr lang="pt-BR" sz="1400" baseline="0" dirty="0" smtClean="0"/>
                        <a:t> Externos</a:t>
                      </a:r>
                      <a:endParaRPr lang="pt-BR" sz="1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pt-BR" sz="1400" dirty="0" err="1" smtClean="0"/>
                        <a:t>Jsystem,Cactus</a:t>
                      </a:r>
                      <a:endParaRPr lang="pt-BR" sz="1400" dirty="0"/>
                    </a:p>
                  </a:txBody>
                  <a:tcPr marT="45702" marB="45702"/>
                </a:tc>
              </a:tr>
              <a:tr h="370694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Banco de Dados</a:t>
                      </a:r>
                      <a:endParaRPr lang="pt-BR" sz="1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Massa de Dados</a:t>
                      </a:r>
                      <a:endParaRPr lang="pt-BR" sz="1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pt-BR" sz="1400" dirty="0" err="1" smtClean="0"/>
                        <a:t>DBUnit</a:t>
                      </a:r>
                      <a:r>
                        <a:rPr lang="pt-BR" sz="1400" dirty="0" smtClean="0"/>
                        <a:t>, </a:t>
                      </a:r>
                      <a:r>
                        <a:rPr lang="pt-BR" sz="1400" dirty="0" err="1" smtClean="0"/>
                        <a:t>DBFit</a:t>
                      </a:r>
                      <a:endParaRPr lang="pt-BR" sz="1400" dirty="0"/>
                    </a:p>
                  </a:txBody>
                  <a:tcPr marT="45702" marB="45702"/>
                </a:tc>
              </a:tr>
              <a:tr h="518111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Interface Usuário</a:t>
                      </a:r>
                      <a:endParaRPr lang="pt-BR" sz="1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API para Controle</a:t>
                      </a:r>
                    </a:p>
                    <a:p>
                      <a:r>
                        <a:rPr lang="pt-BR" sz="1400" dirty="0" smtClean="0"/>
                        <a:t>Passos Interativos</a:t>
                      </a:r>
                      <a:endParaRPr lang="pt-BR" sz="1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pt-BR" sz="1400" dirty="0" err="1" smtClean="0"/>
                        <a:t>Selenium</a:t>
                      </a:r>
                      <a:r>
                        <a:rPr lang="pt-BR" sz="1400" dirty="0" smtClean="0"/>
                        <a:t>, </a:t>
                      </a:r>
                      <a:r>
                        <a:rPr lang="pt-BR" sz="1400" dirty="0" err="1" smtClean="0"/>
                        <a:t>Jemmry</a:t>
                      </a:r>
                      <a:r>
                        <a:rPr lang="pt-BR" sz="1400" dirty="0" smtClean="0"/>
                        <a:t>, </a:t>
                      </a:r>
                      <a:r>
                        <a:rPr lang="pt-BR" sz="1400" dirty="0" err="1" smtClean="0"/>
                        <a:t>HtmlUnit</a:t>
                      </a:r>
                      <a:endParaRPr lang="pt-BR" sz="1400" dirty="0"/>
                    </a:p>
                  </a:txBody>
                  <a:tcPr marT="45702" marB="45702"/>
                </a:tc>
              </a:tr>
              <a:tr h="518111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Regras de Negócio</a:t>
                      </a:r>
                      <a:endParaRPr lang="pt-BR" sz="1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Formato Tabular</a:t>
                      </a:r>
                      <a:endParaRPr lang="pt-BR" sz="1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Fit, </a:t>
                      </a:r>
                      <a:r>
                        <a:rPr lang="pt-BR" sz="1400" dirty="0" err="1" smtClean="0"/>
                        <a:t>FitNesse,Concordion</a:t>
                      </a:r>
                      <a:endParaRPr lang="pt-BR" sz="1400" dirty="0"/>
                    </a:p>
                  </a:txBody>
                  <a:tcPr marT="45702" marB="45702"/>
                </a:tc>
              </a:tr>
              <a:tr h="518111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Desempenho</a:t>
                      </a:r>
                      <a:endParaRPr lang="pt-BR" sz="1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Interrupção Timeout, Tempo Longo</a:t>
                      </a:r>
                      <a:endParaRPr lang="pt-BR" sz="1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pt-BR" sz="1400" dirty="0" err="1" smtClean="0"/>
                        <a:t>Jmeter</a:t>
                      </a:r>
                      <a:r>
                        <a:rPr lang="pt-BR" sz="1400" dirty="0" smtClean="0"/>
                        <a:t>, </a:t>
                      </a:r>
                      <a:r>
                        <a:rPr lang="pt-BR" sz="1400" dirty="0" err="1" smtClean="0"/>
                        <a:t>JUnitPerf</a:t>
                      </a:r>
                      <a:endParaRPr lang="pt-BR" sz="1400" dirty="0"/>
                    </a:p>
                  </a:txBody>
                  <a:tcPr marT="45702" marB="45702"/>
                </a:tc>
              </a:tr>
              <a:tr h="370694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T="45702" marB="45702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3390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1547664" y="1557338"/>
            <a:ext cx="701992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2400" dirty="0" smtClean="0"/>
              <a:t>Entregáveis</a:t>
            </a:r>
          </a:p>
          <a:p>
            <a:pPr lvl="1" eaLnBrk="1" hangingPunct="1">
              <a:defRPr/>
            </a:pPr>
            <a:r>
              <a:rPr lang="pt-BR" altLang="pt-BR" sz="2000" dirty="0" smtClean="0"/>
              <a:t>Relacionamento</a:t>
            </a:r>
          </a:p>
          <a:p>
            <a:pPr lvl="2" eaLnBrk="1" hangingPunct="1">
              <a:defRPr/>
            </a:pPr>
            <a:r>
              <a:rPr lang="pt-BR" altLang="pt-BR" sz="1800" dirty="0" smtClean="0"/>
              <a:t>Documento de Visão;</a:t>
            </a:r>
          </a:p>
          <a:p>
            <a:pPr lvl="2" eaLnBrk="1" hangingPunct="1">
              <a:defRPr/>
            </a:pPr>
            <a:r>
              <a:rPr lang="pt-BR" altLang="pt-BR" sz="1800" dirty="0" smtClean="0"/>
              <a:t>Análise Econômica (Produção e Aquisição);</a:t>
            </a:r>
          </a:p>
          <a:p>
            <a:pPr lvl="2" eaLnBrk="1" hangingPunct="1">
              <a:defRPr/>
            </a:pPr>
            <a:r>
              <a:rPr lang="pt-BR" altLang="pt-BR" sz="1800" dirty="0" smtClean="0"/>
              <a:t>Elementos Sociais (Competências, natureza inovadora dos serviços ou produtos, fatores de capital humano);</a:t>
            </a:r>
          </a:p>
          <a:p>
            <a:pPr lvl="1" eaLnBrk="1" hangingPunct="1">
              <a:defRPr/>
            </a:pPr>
            <a:r>
              <a:rPr lang="pt-BR" altLang="pt-BR" sz="2000" dirty="0" smtClean="0"/>
              <a:t>Requisitos</a:t>
            </a:r>
          </a:p>
          <a:p>
            <a:pPr lvl="2" eaLnBrk="1" hangingPunct="1">
              <a:defRPr/>
            </a:pPr>
            <a:r>
              <a:rPr lang="pt-BR" altLang="pt-BR" sz="1800" dirty="0" smtClean="0"/>
              <a:t>Realizar a análise e levantamento de requisitos. </a:t>
            </a:r>
          </a:p>
          <a:p>
            <a:pPr lvl="2" eaLnBrk="1" hangingPunct="1">
              <a:defRPr/>
            </a:pPr>
            <a:r>
              <a:rPr lang="pt-BR" altLang="pt-BR" sz="1800" dirty="0" smtClean="0"/>
              <a:t>Complementar caso haja a necessidade documento de visão. </a:t>
            </a:r>
          </a:p>
          <a:p>
            <a:pPr lvl="2" eaLnBrk="1" hangingPunct="1">
              <a:defRPr/>
            </a:pPr>
            <a:r>
              <a:rPr lang="pt-BR" altLang="pt-BR" sz="1800" dirty="0" smtClean="0"/>
              <a:t>Analisar e elaborar casos de uso.</a:t>
            </a:r>
          </a:p>
          <a:p>
            <a:pPr lvl="2" eaLnBrk="1" hangingPunct="1">
              <a:defRPr/>
            </a:pPr>
            <a:r>
              <a:rPr lang="pt-BR" altLang="pt-BR" sz="1800" dirty="0" smtClean="0"/>
              <a:t>Mapeamento Caso de Uso, Requisitos; </a:t>
            </a:r>
          </a:p>
          <a:p>
            <a:pPr lvl="2" eaLnBrk="1" hangingPunct="1">
              <a:defRPr/>
            </a:pPr>
            <a:r>
              <a:rPr lang="pt-BR" altLang="pt-BR" sz="1800" dirty="0" smtClean="0"/>
              <a:t>Apoiar o controle de escopo de projetos. </a:t>
            </a:r>
          </a:p>
          <a:p>
            <a:pPr lvl="2" eaLnBrk="1" hangingPunct="1">
              <a:defRPr/>
            </a:pPr>
            <a:endParaRPr lang="pt-BR" altLang="pt-BR" sz="1800" dirty="0" smtClean="0"/>
          </a:p>
          <a:p>
            <a:pPr lvl="2" eaLnBrk="1" hangingPunct="1">
              <a:defRPr/>
            </a:pPr>
            <a:endParaRPr lang="pt-BR" altLang="pt-BR" sz="1800" dirty="0" smtClean="0"/>
          </a:p>
          <a:p>
            <a:pPr eaLnBrk="1" hangingPunct="1">
              <a:defRPr/>
            </a:pPr>
            <a:endParaRPr lang="pt-BR" altLang="pt-BR" sz="2400" dirty="0" smtClean="0"/>
          </a:p>
          <a:p>
            <a:pPr eaLnBrk="1" hangingPunct="1">
              <a:defRPr/>
            </a:pPr>
            <a:endParaRPr lang="pt-BR" altLang="pt-BR" sz="24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pt-BR" altLang="pt-BR" sz="2400" dirty="0" smtClean="0"/>
          </a:p>
          <a:p>
            <a:pPr eaLnBrk="1" hangingPunct="1">
              <a:defRPr/>
            </a:pPr>
            <a:endParaRPr lang="pt-BR" altLang="pt-BR" sz="2400" dirty="0" smtClean="0"/>
          </a:p>
          <a:p>
            <a:pPr eaLnBrk="1" hangingPunct="1">
              <a:defRPr/>
            </a:pPr>
            <a:endParaRPr lang="pt-BR" altLang="pt-BR" sz="2400" dirty="0" smtClean="0"/>
          </a:p>
        </p:txBody>
      </p:sp>
    </p:spTree>
    <p:extLst>
      <p:ext uri="{BB962C8B-B14F-4D97-AF65-F5344CB8AC3E}">
        <p14:creationId xmlns:p14="http://schemas.microsoft.com/office/powerpoint/2010/main" val="26649440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64904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just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50000"/>
          </a:spcAft>
          <a:buClrTx/>
          <a:buSzTx/>
          <a:buFontTx/>
          <a:buNone/>
          <a:tabLst/>
          <a:defRPr kumimoji="0" lang="pt-B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just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50000"/>
          </a:spcAft>
          <a:buClrTx/>
          <a:buSzTx/>
          <a:buFontTx/>
          <a:buNone/>
          <a:tabLst/>
          <a:defRPr kumimoji="0" lang="pt-B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6548</TotalTime>
  <Words>3240</Words>
  <Application>Microsoft Office PowerPoint</Application>
  <PresentationFormat>Apresentação na tela (4:3)</PresentationFormat>
  <Paragraphs>815</Paragraphs>
  <Slides>56</Slides>
  <Notes>1</Notes>
  <HiddenSlides>3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5" baseType="lpstr">
      <vt:lpstr>Arial</vt:lpstr>
      <vt:lpstr>Arial Black</vt:lpstr>
      <vt:lpstr>Arial Narrow</vt:lpstr>
      <vt:lpstr>Calibri</vt:lpstr>
      <vt:lpstr>Century Gothic</vt:lpstr>
      <vt:lpstr>Tahoma</vt:lpstr>
      <vt:lpstr>Wingdings</vt:lpstr>
      <vt:lpstr>Design padrão</vt:lpstr>
      <vt:lpstr>Visio</vt:lpstr>
      <vt:lpstr>Desenvolvedores</vt:lpstr>
      <vt:lpstr>Apresentação do PowerPoint</vt:lpstr>
      <vt:lpstr>Apresentação do PowerPoint</vt:lpstr>
      <vt:lpstr>E-Business Suite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Desenvolvedores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Desenvolvedores</vt:lpstr>
      <vt:lpstr>Apresentação do PowerPoint</vt:lpstr>
      <vt:lpstr>Apresentação do PowerPoint</vt:lpstr>
      <vt:lpstr>Desenvolvedores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 que todos querem?</vt:lpstr>
      <vt:lpstr>O que temos?</vt:lpstr>
      <vt:lpstr>Desenvolvimento de Software</vt:lpstr>
      <vt:lpstr>Mercado</vt:lpstr>
      <vt:lpstr>Mercado (2012 → 2013)</vt:lpstr>
      <vt:lpstr>Mercado</vt:lpstr>
      <vt:lpstr>Mercado</vt:lpstr>
      <vt:lpstr>Mercado</vt:lpstr>
      <vt:lpstr>Mercado</vt:lpstr>
      <vt:lpstr>Mercado</vt:lpstr>
      <vt:lpstr>Mercado</vt:lpstr>
      <vt:lpstr>Mercado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Identidade Visual</dc:title>
  <dc:creator>rodrigo</dc:creator>
  <cp:lastModifiedBy>Horácio Vasconcelos</cp:lastModifiedBy>
  <cp:revision>314</cp:revision>
  <dcterms:created xsi:type="dcterms:W3CDTF">2012-10-03T13:59:00Z</dcterms:created>
  <dcterms:modified xsi:type="dcterms:W3CDTF">2015-08-19T19:05:50Z</dcterms:modified>
</cp:coreProperties>
</file>